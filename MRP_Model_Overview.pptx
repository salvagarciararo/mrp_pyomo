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 Pyomo Model ? Functional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Inputs, optimization logic, and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 scope and flow</a:t>
            </a:r>
          </a:p>
          <a:p>
            <a:pPr/>
            <a:r>
              <a:t>Optimization logic (multi?phase objective)</a:t>
            </a:r>
          </a:p>
          <a:p>
            <a:pPr/>
            <a:r>
              <a:t>Inputs (Excel / JSON)</a:t>
            </a:r>
          </a:p>
          <a:p>
            <a:pPr/>
            <a:r>
              <a:t>Outputs (Excel results)</a:t>
            </a:r>
          </a:p>
          <a:p>
            <a:pPr/>
            <a:r>
              <a:t>Resource consumption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Multi?product, multi?location, multi?period MRP</a:t>
            </a:r>
          </a:p>
          <a:p>
            <a:pPr/>
            <a:r>
              <a:t>Make, buy, and transfer decisions</a:t>
            </a:r>
          </a:p>
          <a:p>
            <a:pPr/>
            <a:r>
              <a:t>BOM?driven dependent demand</a:t>
            </a:r>
          </a:p>
          <a:p>
            <a:pPr/>
            <a:r>
              <a:t>Resource?based production capacity</a:t>
            </a:r>
          </a:p>
          <a:p>
            <a:pPr/>
            <a:r>
              <a:t>Lead times and lot sizing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Independent demand enters at product/location/period</a:t>
            </a:r>
          </a:p>
          <a:p>
            <a:pPr/>
            <a:r>
              <a:t>Dependent demand from BOM is created by production releases</a:t>
            </a:r>
          </a:p>
          <a:p>
            <a:pPr/>
            <a:r>
              <a:t>Inventory balance tracks receipts, demand, and transfers</a:t>
            </a:r>
          </a:p>
          <a:p>
            <a:pPr/>
            <a:r>
              <a:t>Transfers move stock across locations with lead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A: Minimize total backlog</a:t>
            </a:r>
          </a:p>
          <a:p>
            <a:pPr/>
            <a:r>
              <a:t>Phase B: Minimize total inventory (given best backlog)</a:t>
            </a:r>
          </a:p>
          <a:p>
            <a:pPr/>
            <a:r>
              <a:t>Phase C: Minimize total buy volume (given backlog &amp; inventory)</a:t>
            </a:r>
          </a:p>
          <a:p>
            <a:pPr/>
            <a:r>
              <a:t>Phase D: Minimize transfer usage weighted by lane priority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Inventory balance (per product/location/period)</a:t>
            </a:r>
          </a:p>
          <a:p>
            <a:pPr/>
            <a:r>
              <a:t>Resource capacity (sum of routed production)</a:t>
            </a:r>
          </a:p>
          <a:p>
            <a:pPr/>
            <a:r>
              <a:t>Make/Buy permissions via procurement type</a:t>
            </a:r>
          </a:p>
          <a:p>
            <a:pPr/>
            <a:r>
              <a:t>Lead times for make, buy, and transport</a:t>
            </a:r>
          </a:p>
          <a:p>
            <a:pPr/>
            <a:r>
              <a:t>Lot sizing (min lot + multiple)</a:t>
            </a:r>
          </a:p>
          <a:p>
            <a:pPr/>
            <a:r>
              <a:t>Transfer lane allow, capacity, and lead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? Excel Tabs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Time_periods, Locations, Products</a:t>
            </a:r>
          </a:p>
          <a:p>
            <a:pPr/>
            <a:r>
              <a:t>Proc_Type, Resources, Routing</a:t>
            </a:r>
          </a:p>
          <a:p>
            <a:pPr/>
            <a:r>
              <a:t>Resource_Capacity, Purchasing_Capacity</a:t>
            </a:r>
          </a:p>
          <a:p>
            <a:pPr/>
            <a:r>
              <a:t>BOM (includes lt_make, min/multiple lot make)</a:t>
            </a:r>
          </a:p>
          <a:p>
            <a:pPr/>
            <a:r>
              <a:t>Purchasing (leadtime, min/mult lotsize)</a:t>
            </a:r>
          </a:p>
          <a:p>
            <a:pPr/>
            <a:r>
              <a:t>TransportationLanes, Transportation_Capacity</a:t>
            </a:r>
          </a:p>
          <a:p>
            <a:pPr/>
            <a:r>
              <a:t>Initial_Inventory, Independent_Demand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? JSON (auto?generated)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JSON mirrors the Excel tabs</a:t>
            </a:r>
          </a:p>
          <a:p>
            <a:pPr/>
            <a:r>
              <a:t>BOM rows + purchasing rows + transportation lanes</a:t>
            </a:r>
          </a:p>
          <a:p>
            <a:pPr/>
            <a:r>
              <a:t>Used as fallback if Excel is missing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 ?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Result sheet: key figures as rows, periods as columns</a:t>
            </a:r>
          </a:p>
          <a:p>
            <a:pPr/>
            <a:r>
              <a:t>Includes demand, dep demand, ship out/in, receipts, SOH</a:t>
            </a:r>
          </a:p>
          <a:p>
            <a:pPr/>
            <a:r>
              <a:t>Resource_Consumption: totals by resource/location/period</a:t>
            </a:r>
          </a:p>
          <a:p>
            <a:pPr/>
            <a:r>
              <a:t>Resource_Consumption_Detail: by resource/location/product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Calculated as SUM(Production ? Routing usage)</a:t>
            </a:r>
          </a:p>
          <a:p>
            <a:pPr/>
            <a:r>
              <a:t>Reported per resource/location/period</a:t>
            </a:r>
          </a:p>
          <a:p>
            <a:pPr/>
            <a:r>
              <a:t>Detail sheet shows product/location contribution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Read input.xlsx (default); write data.json for traceability</a:t>
            </a:r>
          </a:p>
          <a:p>
            <a:pPr/>
            <a:r>
              <a:t>Build and solve model in Pyomo</a:t>
            </a:r>
          </a:p>
          <a:p>
            <a:pPr/>
            <a:r>
              <a:t>Write result Excel with timestamp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