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4"/>
  </p:sldMasterIdLst>
  <p:notesMasterIdLst>
    <p:notesMasterId r:id="rId18"/>
  </p:notesMasterIdLst>
  <p:handoutMasterIdLst>
    <p:handoutMasterId r:id="rId19"/>
  </p:handoutMasterIdLst>
  <p:sldIdLst>
    <p:sldId id="263" r:id="rId5"/>
    <p:sldId id="284" r:id="rId6"/>
    <p:sldId id="278" r:id="rId7"/>
    <p:sldId id="292" r:id="rId8"/>
    <p:sldId id="304" r:id="rId9"/>
    <p:sldId id="305" r:id="rId10"/>
    <p:sldId id="306" r:id="rId11"/>
    <p:sldId id="307" r:id="rId12"/>
    <p:sldId id="308" r:id="rId13"/>
    <p:sldId id="309" r:id="rId14"/>
    <p:sldId id="302" r:id="rId15"/>
    <p:sldId id="289" r:id="rId16"/>
    <p:sldId id="290" r:id="rId17"/>
  </p:sldIdLst>
  <p:sldSz cx="9144000" cy="5143500" type="screen16x9"/>
  <p:notesSz cx="6797675" cy="9926638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C0E9424-CD69-7453-AF30-60E1E50AF7F6}" name="Lien Desmet" initials="LD" userId="S::desmeli@cronos.be::c52cf899-fd82-4f56-851f-7ef81d6cb87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0EA"/>
    <a:srgbClr val="C5BDB5"/>
    <a:srgbClr val="000000"/>
    <a:srgbClr val="978E88"/>
    <a:srgbClr val="9DF3FF"/>
    <a:srgbClr val="0FA8D6"/>
    <a:srgbClr val="00A1B3"/>
    <a:srgbClr val="97A1B3"/>
    <a:srgbClr val="FD7BE4"/>
    <a:srgbClr val="FD67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5FA715-2FA7-4DB8-94F4-B50281258FA4}" v="1" dt="2026-01-27T13:20:10.9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45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416DC-8EF5-4DC3-8D75-92E0C3AC5628}" type="datetimeFigureOut">
              <a:rPr lang="nl-BE" smtClean="0"/>
              <a:t>7/02/2026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492E4-5A4F-4ED5-8329-696632A53522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5986574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66B3E-E3A3-4FF9-BCEE-3A86096D6B63}" type="datetimeFigureOut">
              <a:rPr lang="nl-BE" smtClean="0"/>
              <a:t>7/02/2026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84B3D-93A2-4A66-B503-FCA740134FB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64311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hthoek 35">
            <a:extLst>
              <a:ext uri="{FF2B5EF4-FFF2-40B4-BE49-F238E27FC236}">
                <a16:creationId xmlns:a16="http://schemas.microsoft.com/office/drawing/2014/main" id="{20F72DDC-9AB7-BE4C-3EA1-E5EC062355BD}"/>
              </a:ext>
            </a:extLst>
          </p:cNvPr>
          <p:cNvSpPr/>
          <p:nvPr userDrawn="1"/>
        </p:nvSpPr>
        <p:spPr>
          <a:xfrm>
            <a:off x="392246" y="1326274"/>
            <a:ext cx="1847437" cy="138499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all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Choose ANOTHER SLIDE LAYOUT</a:t>
            </a:r>
          </a:p>
        </p:txBody>
      </p:sp>
      <p:sp>
        <p:nvSpPr>
          <p:cNvPr id="32" name="Rechthoek 36">
            <a:extLst>
              <a:ext uri="{FF2B5EF4-FFF2-40B4-BE49-F238E27FC236}">
                <a16:creationId xmlns:a16="http://schemas.microsoft.com/office/drawing/2014/main" id="{8BC4199F-6EDA-EE3C-963A-445FD294E1FF}"/>
              </a:ext>
            </a:extLst>
          </p:cNvPr>
          <p:cNvSpPr/>
          <p:nvPr userDrawn="1"/>
        </p:nvSpPr>
        <p:spPr>
          <a:xfrm>
            <a:off x="392246" y="1532973"/>
            <a:ext cx="1968720" cy="37394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lIns="0" tIns="0" rIns="0" bIns="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Use the "</a:t>
            </a: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Layout</a:t>
            </a: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" button under the </a:t>
            </a: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‘Home/Start’</a:t>
            </a: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 tab to select the desired slide layout for your EXISTING slide.</a:t>
            </a:r>
          </a:p>
        </p:txBody>
      </p: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86D896BB-E8DF-B5F4-579B-BAB9C8EA35FB}"/>
              </a:ext>
            </a:extLst>
          </p:cNvPr>
          <p:cNvGrpSpPr/>
          <p:nvPr userDrawn="1"/>
        </p:nvGrpSpPr>
        <p:grpSpPr>
          <a:xfrm>
            <a:off x="711812" y="2001211"/>
            <a:ext cx="1153643" cy="426361"/>
            <a:chOff x="731276" y="2264286"/>
            <a:chExt cx="1390942" cy="514061"/>
          </a:xfrm>
        </p:grpSpPr>
        <p:sp>
          <p:nvSpPr>
            <p:cNvPr id="33" name="Rechthoek 37">
              <a:extLst>
                <a:ext uri="{FF2B5EF4-FFF2-40B4-BE49-F238E27FC236}">
                  <a16:creationId xmlns:a16="http://schemas.microsoft.com/office/drawing/2014/main" id="{C38B736D-88B3-52A8-F21E-2B66C4545E3A}"/>
                </a:ext>
              </a:extLst>
            </p:cNvPr>
            <p:cNvSpPr/>
            <p:nvPr userDrawn="1"/>
          </p:nvSpPr>
          <p:spPr>
            <a:xfrm>
              <a:off x="731276" y="2264286"/>
              <a:ext cx="1390942" cy="504851"/>
            </a:xfrm>
            <a:prstGeom prst="rect">
              <a:avLst/>
            </a:prstGeom>
            <a:solidFill>
              <a:srgbClr val="F9E2D9"/>
            </a:solidFill>
            <a:ln w="12700" cap="flat" cmpd="sng" algn="ctr">
              <a:solidFill>
                <a:srgbClr val="D1D1D1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34" name="Rechthoek 38">
              <a:extLst>
                <a:ext uri="{FF2B5EF4-FFF2-40B4-BE49-F238E27FC236}">
                  <a16:creationId xmlns:a16="http://schemas.microsoft.com/office/drawing/2014/main" id="{02144D9B-1641-CDB8-65B0-507B95922D3E}"/>
                </a:ext>
              </a:extLst>
            </p:cNvPr>
            <p:cNvSpPr/>
            <p:nvPr userDrawn="1"/>
          </p:nvSpPr>
          <p:spPr>
            <a:xfrm>
              <a:off x="737511" y="2517917"/>
              <a:ext cx="1384707" cy="26043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D1D1D1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fontAlgn="auto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grpSp>
          <p:nvGrpSpPr>
            <p:cNvPr id="35" name="Groep 39">
              <a:extLst>
                <a:ext uri="{FF2B5EF4-FFF2-40B4-BE49-F238E27FC236}">
                  <a16:creationId xmlns:a16="http://schemas.microsoft.com/office/drawing/2014/main" id="{E83B123C-743E-46BF-FCE4-6D2F28A8DFCB}"/>
                </a:ext>
              </a:extLst>
            </p:cNvPr>
            <p:cNvGrpSpPr/>
            <p:nvPr userDrawn="1"/>
          </p:nvGrpSpPr>
          <p:grpSpPr>
            <a:xfrm>
              <a:off x="813226" y="2325623"/>
              <a:ext cx="155951" cy="131922"/>
              <a:chOff x="12968836" y="3354170"/>
              <a:chExt cx="404806" cy="342433"/>
            </a:xfrm>
          </p:grpSpPr>
          <p:sp>
            <p:nvSpPr>
              <p:cNvPr id="53" name="Rechthoek: afgeronde hoeken 61">
                <a:extLst>
                  <a:ext uri="{FF2B5EF4-FFF2-40B4-BE49-F238E27FC236}">
                    <a16:creationId xmlns:a16="http://schemas.microsoft.com/office/drawing/2014/main" id="{729FA7C9-7CDF-F3EB-9510-1863C796A628}"/>
                  </a:ext>
                </a:extLst>
              </p:cNvPr>
              <p:cNvSpPr/>
              <p:nvPr userDrawn="1"/>
            </p:nvSpPr>
            <p:spPr>
              <a:xfrm>
                <a:off x="12968836" y="3354170"/>
                <a:ext cx="404806" cy="342433"/>
              </a:xfrm>
              <a:prstGeom prst="roundRect">
                <a:avLst>
                  <a:gd name="adj" fmla="val 2911"/>
                </a:avLst>
              </a:prstGeom>
              <a:solidFill>
                <a:srgbClr val="FFFFFF"/>
              </a:solidFill>
              <a:ln w="12700" cap="flat" cmpd="sng" algn="ctr">
                <a:solidFill>
                  <a:srgbClr val="818181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54" name="Rechthoek 58">
                <a:extLst>
                  <a:ext uri="{FF2B5EF4-FFF2-40B4-BE49-F238E27FC236}">
                    <a16:creationId xmlns:a16="http://schemas.microsoft.com/office/drawing/2014/main" id="{3189DC34-7217-3CFE-136C-C91BD8139D91}"/>
                  </a:ext>
                </a:extLst>
              </p:cNvPr>
              <p:cNvSpPr/>
              <p:nvPr userDrawn="1"/>
            </p:nvSpPr>
            <p:spPr>
              <a:xfrm>
                <a:off x="13025180" y="3401181"/>
                <a:ext cx="305213" cy="41563"/>
              </a:xfrm>
              <a:prstGeom prst="rect">
                <a:avLst/>
              </a:prstGeom>
              <a:solidFill>
                <a:srgbClr val="D1D1D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55" name="Rechthoek 59">
                <a:extLst>
                  <a:ext uri="{FF2B5EF4-FFF2-40B4-BE49-F238E27FC236}">
                    <a16:creationId xmlns:a16="http://schemas.microsoft.com/office/drawing/2014/main" id="{F568C8E1-1E69-2ED7-0ED4-ED606944C131}"/>
                  </a:ext>
                </a:extLst>
              </p:cNvPr>
              <p:cNvSpPr/>
              <p:nvPr userDrawn="1"/>
            </p:nvSpPr>
            <p:spPr>
              <a:xfrm>
                <a:off x="13025181" y="3471575"/>
                <a:ext cx="118778" cy="181691"/>
              </a:xfrm>
              <a:prstGeom prst="rect">
                <a:avLst/>
              </a:prstGeom>
              <a:solidFill>
                <a:srgbClr val="D1D1D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56" name="Rechthoek 60">
                <a:extLst>
                  <a:ext uri="{FF2B5EF4-FFF2-40B4-BE49-F238E27FC236}">
                    <a16:creationId xmlns:a16="http://schemas.microsoft.com/office/drawing/2014/main" id="{24E715F0-789C-4F96-04B4-593133CBEA53}"/>
                  </a:ext>
                </a:extLst>
              </p:cNvPr>
              <p:cNvSpPr/>
              <p:nvPr userDrawn="1"/>
            </p:nvSpPr>
            <p:spPr>
              <a:xfrm>
                <a:off x="13180812" y="3481982"/>
                <a:ext cx="135278" cy="21328"/>
              </a:xfrm>
              <a:prstGeom prst="rect">
                <a:avLst/>
              </a:prstGeom>
              <a:solidFill>
                <a:srgbClr val="B2B2B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57" name="Rechthoek 61">
                <a:extLst>
                  <a:ext uri="{FF2B5EF4-FFF2-40B4-BE49-F238E27FC236}">
                    <a16:creationId xmlns:a16="http://schemas.microsoft.com/office/drawing/2014/main" id="{ECF7FC31-9FDA-73F5-7DC7-A94D53634B0D}"/>
                  </a:ext>
                </a:extLst>
              </p:cNvPr>
              <p:cNvSpPr/>
              <p:nvPr userDrawn="1"/>
            </p:nvSpPr>
            <p:spPr>
              <a:xfrm>
                <a:off x="13180812" y="3554800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58" name="Rechthoek 62">
                <a:extLst>
                  <a:ext uri="{FF2B5EF4-FFF2-40B4-BE49-F238E27FC236}">
                    <a16:creationId xmlns:a16="http://schemas.microsoft.com/office/drawing/2014/main" id="{FB2DEA2C-DBC6-9205-95F2-C4494A73C090}"/>
                  </a:ext>
                </a:extLst>
              </p:cNvPr>
              <p:cNvSpPr/>
              <p:nvPr userDrawn="1"/>
            </p:nvSpPr>
            <p:spPr>
              <a:xfrm>
                <a:off x="13180812" y="3627618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grpSp>
          <p:nvGrpSpPr>
            <p:cNvPr id="36" name="Groep 40">
              <a:extLst>
                <a:ext uri="{FF2B5EF4-FFF2-40B4-BE49-F238E27FC236}">
                  <a16:creationId xmlns:a16="http://schemas.microsoft.com/office/drawing/2014/main" id="{8ACB1D67-2790-2198-76B3-6238681F9877}"/>
                </a:ext>
              </a:extLst>
            </p:cNvPr>
            <p:cNvGrpSpPr/>
            <p:nvPr userDrawn="1"/>
          </p:nvGrpSpPr>
          <p:grpSpPr>
            <a:xfrm>
              <a:off x="793671" y="2555287"/>
              <a:ext cx="166739" cy="218963"/>
              <a:chOff x="12940828" y="3950597"/>
              <a:chExt cx="432813" cy="568367"/>
            </a:xfrm>
          </p:grpSpPr>
          <p:grpSp>
            <p:nvGrpSpPr>
              <p:cNvPr id="45" name="Groep 49">
                <a:extLst>
                  <a:ext uri="{FF2B5EF4-FFF2-40B4-BE49-F238E27FC236}">
                    <a16:creationId xmlns:a16="http://schemas.microsoft.com/office/drawing/2014/main" id="{F2DCF4DD-E749-AAE9-7222-DEEF8241503A}"/>
                  </a:ext>
                </a:extLst>
              </p:cNvPr>
              <p:cNvGrpSpPr/>
              <p:nvPr userDrawn="1"/>
            </p:nvGrpSpPr>
            <p:grpSpPr>
              <a:xfrm>
                <a:off x="13000382" y="4006891"/>
                <a:ext cx="373259" cy="315747"/>
                <a:chOff x="12968836" y="3354170"/>
                <a:chExt cx="404806" cy="342433"/>
              </a:xfrm>
            </p:grpSpPr>
            <p:sp>
              <p:nvSpPr>
                <p:cNvPr id="47" name="Rechthoek: afgeronde hoeken 55">
                  <a:extLst>
                    <a:ext uri="{FF2B5EF4-FFF2-40B4-BE49-F238E27FC236}">
                      <a16:creationId xmlns:a16="http://schemas.microsoft.com/office/drawing/2014/main" id="{8C845D7E-2FD7-4C4C-8030-5A9301D533D5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Montserrat Light" pitchFamily="2" charset="77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48" name="Rechthoek 52">
                  <a:extLst>
                    <a:ext uri="{FF2B5EF4-FFF2-40B4-BE49-F238E27FC236}">
                      <a16:creationId xmlns:a16="http://schemas.microsoft.com/office/drawing/2014/main" id="{789291F1-9048-2287-DAFB-F37EC1D43C99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Montserrat Light" pitchFamily="2" charset="77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49" name="Rechthoek 53">
                  <a:extLst>
                    <a:ext uri="{FF2B5EF4-FFF2-40B4-BE49-F238E27FC236}">
                      <a16:creationId xmlns:a16="http://schemas.microsoft.com/office/drawing/2014/main" id="{B4FF2502-9A58-CFE1-3B30-19E2C12AC63C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Montserrat Light" pitchFamily="2" charset="77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50" name="Rechthoek 54">
                  <a:extLst>
                    <a:ext uri="{FF2B5EF4-FFF2-40B4-BE49-F238E27FC236}">
                      <a16:creationId xmlns:a16="http://schemas.microsoft.com/office/drawing/2014/main" id="{3289A075-9EC8-18FD-3090-6E176CCE185B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Montserrat Light" pitchFamily="2" charset="77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51" name="Rechthoek 55">
                  <a:extLst>
                    <a:ext uri="{FF2B5EF4-FFF2-40B4-BE49-F238E27FC236}">
                      <a16:creationId xmlns:a16="http://schemas.microsoft.com/office/drawing/2014/main" id="{A81A330A-3E89-6909-B06C-AA05B7DEAD08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Montserrat Light" pitchFamily="2" charset="77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52" name="Rechthoek 56">
                  <a:extLst>
                    <a:ext uri="{FF2B5EF4-FFF2-40B4-BE49-F238E27FC236}">
                      <a16:creationId xmlns:a16="http://schemas.microsoft.com/office/drawing/2014/main" id="{FCF759D4-2553-9EE0-A76A-7FB73D57DE76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Montserrat Light" pitchFamily="2" charset="77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  <p:sp>
            <p:nvSpPr>
              <p:cNvPr id="46" name="Boog 50">
                <a:extLst>
                  <a:ext uri="{FF2B5EF4-FFF2-40B4-BE49-F238E27FC236}">
                    <a16:creationId xmlns:a16="http://schemas.microsoft.com/office/drawing/2014/main" id="{EF4F7419-943F-9769-9C5C-A7E14EFDB58D}"/>
                  </a:ext>
                </a:extLst>
              </p:cNvPr>
              <p:cNvSpPr/>
              <p:nvPr userDrawn="1"/>
            </p:nvSpPr>
            <p:spPr>
              <a:xfrm rot="17637075">
                <a:off x="12776155" y="4115270"/>
                <a:ext cx="568367" cy="239021"/>
              </a:xfrm>
              <a:prstGeom prst="arc">
                <a:avLst>
                  <a:gd name="adj1" fmla="val 15959368"/>
                  <a:gd name="adj2" fmla="val 1354623"/>
                </a:avLst>
              </a:prstGeom>
              <a:noFill/>
              <a:ln w="19050" cap="flat" cmpd="sng" algn="ctr">
                <a:solidFill>
                  <a:srgbClr val="4D82B8"/>
                </a:solidFill>
                <a:prstDash val="solid"/>
                <a:headEnd type="arrow" w="med" len="sm"/>
              </a:ln>
              <a:effectLst/>
            </p:spPr>
            <p:txBody>
              <a:bodyPr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sp>
          <p:nvSpPr>
            <p:cNvPr id="37" name="Tekstvak 41">
              <a:extLst>
                <a:ext uri="{FF2B5EF4-FFF2-40B4-BE49-F238E27FC236}">
                  <a16:creationId xmlns:a16="http://schemas.microsoft.com/office/drawing/2014/main" id="{0670043A-1974-1FA7-BFD9-CFB2F121618F}"/>
                </a:ext>
              </a:extLst>
            </p:cNvPr>
            <p:cNvSpPr txBox="1"/>
            <p:nvPr userDrawn="1"/>
          </p:nvSpPr>
          <p:spPr>
            <a:xfrm>
              <a:off x="958211" y="2325623"/>
              <a:ext cx="896116" cy="13470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defTabSz="1217512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Layout</a:t>
              </a:r>
            </a:p>
          </p:txBody>
        </p:sp>
        <p:sp>
          <p:nvSpPr>
            <p:cNvPr id="38" name="Tekstvak 42">
              <a:extLst>
                <a:ext uri="{FF2B5EF4-FFF2-40B4-BE49-F238E27FC236}">
                  <a16:creationId xmlns:a16="http://schemas.microsoft.com/office/drawing/2014/main" id="{96F349F1-91C7-5B49-E0D2-7EF3DA9C5BBC}"/>
                </a:ext>
              </a:extLst>
            </p:cNvPr>
            <p:cNvSpPr txBox="1"/>
            <p:nvPr userDrawn="1"/>
          </p:nvSpPr>
          <p:spPr>
            <a:xfrm>
              <a:off x="958211" y="2578058"/>
              <a:ext cx="1164007" cy="128938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defTabSz="1217512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Reset</a:t>
              </a:r>
            </a:p>
          </p:txBody>
        </p:sp>
        <p:sp>
          <p:nvSpPr>
            <p:cNvPr id="39" name="Vrije vorm: vorm 52">
              <a:extLst>
                <a:ext uri="{FF2B5EF4-FFF2-40B4-BE49-F238E27FC236}">
                  <a16:creationId xmlns:a16="http://schemas.microsoft.com/office/drawing/2014/main" id="{21F2CD26-E73C-EA0A-1C8A-7E9C6D3DF15D}"/>
                </a:ext>
              </a:extLst>
            </p:cNvPr>
            <p:cNvSpPr/>
            <p:nvPr userDrawn="1"/>
          </p:nvSpPr>
          <p:spPr>
            <a:xfrm>
              <a:off x="1824387" y="2343734"/>
              <a:ext cx="97562" cy="180000"/>
            </a:xfrm>
            <a:custGeom>
              <a:avLst/>
              <a:gdLst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41194 w 880280"/>
                <a:gd name="connsiteY2" fmla="*/ 96899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27546 w 880280"/>
                <a:gd name="connsiteY2" fmla="*/ 975815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00250 w 880280"/>
                <a:gd name="connsiteY2" fmla="*/ 100311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11791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498144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280" h="1624084">
                  <a:moveTo>
                    <a:pt x="0" y="0"/>
                  </a:moveTo>
                  <a:lnTo>
                    <a:pt x="0" y="1262418"/>
                  </a:lnTo>
                  <a:lnTo>
                    <a:pt x="313898" y="996287"/>
                  </a:lnTo>
                  <a:lnTo>
                    <a:pt x="620973" y="1624084"/>
                  </a:lnTo>
                  <a:lnTo>
                    <a:pt x="839337" y="1480782"/>
                  </a:lnTo>
                  <a:lnTo>
                    <a:pt x="498144" y="900753"/>
                  </a:lnTo>
                  <a:lnTo>
                    <a:pt x="880280" y="893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0" cap="all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40" name="Rechthoek 45">
            <a:extLst>
              <a:ext uri="{FF2B5EF4-FFF2-40B4-BE49-F238E27FC236}">
                <a16:creationId xmlns:a16="http://schemas.microsoft.com/office/drawing/2014/main" id="{BDB92C9D-35AA-EEA7-9A47-8C79B654D36E}"/>
              </a:ext>
            </a:extLst>
          </p:cNvPr>
          <p:cNvSpPr/>
          <p:nvPr userDrawn="1"/>
        </p:nvSpPr>
        <p:spPr>
          <a:xfrm>
            <a:off x="392245" y="271167"/>
            <a:ext cx="1968721" cy="318643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all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ADD NEW SLIDE</a:t>
            </a:r>
          </a:p>
        </p:txBody>
      </p:sp>
      <p:sp>
        <p:nvSpPr>
          <p:cNvPr id="41" name="Rechthoek 46">
            <a:extLst>
              <a:ext uri="{FF2B5EF4-FFF2-40B4-BE49-F238E27FC236}">
                <a16:creationId xmlns:a16="http://schemas.microsoft.com/office/drawing/2014/main" id="{F86174A9-B501-732A-8C3A-0F6129F0BC7E}"/>
              </a:ext>
            </a:extLst>
          </p:cNvPr>
          <p:cNvSpPr/>
          <p:nvPr userDrawn="1"/>
        </p:nvSpPr>
        <p:spPr>
          <a:xfrm>
            <a:off x="392245" y="601803"/>
            <a:ext cx="1968721" cy="31113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Use “</a:t>
            </a: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New slide</a:t>
            </a: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” under </a:t>
            </a: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‘Home/Start’</a:t>
            </a: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 tab </a:t>
            </a:r>
            <a:b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</a:b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to select the slide you want to add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DD92325-DF58-E521-6B01-C0A446C658BB}"/>
              </a:ext>
            </a:extLst>
          </p:cNvPr>
          <p:cNvGrpSpPr/>
          <p:nvPr userDrawn="1"/>
        </p:nvGrpSpPr>
        <p:grpSpPr>
          <a:xfrm>
            <a:off x="710253" y="912182"/>
            <a:ext cx="388671" cy="343656"/>
            <a:chOff x="-1658178" y="838330"/>
            <a:chExt cx="573434" cy="507020"/>
          </a:xfrm>
        </p:grpSpPr>
        <p:pic>
          <p:nvPicPr>
            <p:cNvPr id="43" name="Afbeelding 47">
              <a:extLst>
                <a:ext uri="{FF2B5EF4-FFF2-40B4-BE49-F238E27FC236}">
                  <a16:creationId xmlns:a16="http://schemas.microsoft.com/office/drawing/2014/main" id="{6B66054B-9FB2-5A88-1FCE-59E8E966919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658178" y="838330"/>
              <a:ext cx="557299" cy="459227"/>
            </a:xfrm>
            <a:prstGeom prst="rect">
              <a:avLst/>
            </a:prstGeom>
          </p:spPr>
        </p:pic>
        <p:sp>
          <p:nvSpPr>
            <p:cNvPr id="44" name="Vrije vorm: vorm 52">
              <a:extLst>
                <a:ext uri="{FF2B5EF4-FFF2-40B4-BE49-F238E27FC236}">
                  <a16:creationId xmlns:a16="http://schemas.microsoft.com/office/drawing/2014/main" id="{A4DF2BB8-E791-6F2C-E818-E04D095883E6}"/>
                </a:ext>
              </a:extLst>
            </p:cNvPr>
            <p:cNvSpPr/>
            <p:nvPr userDrawn="1"/>
          </p:nvSpPr>
          <p:spPr>
            <a:xfrm>
              <a:off x="-1182306" y="1165350"/>
              <a:ext cx="97562" cy="180000"/>
            </a:xfrm>
            <a:custGeom>
              <a:avLst/>
              <a:gdLst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41194 w 880280"/>
                <a:gd name="connsiteY2" fmla="*/ 96899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27546 w 880280"/>
                <a:gd name="connsiteY2" fmla="*/ 975815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00250 w 880280"/>
                <a:gd name="connsiteY2" fmla="*/ 100311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11791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498144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280" h="1624084">
                  <a:moveTo>
                    <a:pt x="0" y="0"/>
                  </a:moveTo>
                  <a:lnTo>
                    <a:pt x="0" y="1262418"/>
                  </a:lnTo>
                  <a:lnTo>
                    <a:pt x="313898" y="996287"/>
                  </a:lnTo>
                  <a:lnTo>
                    <a:pt x="620973" y="1624084"/>
                  </a:lnTo>
                  <a:lnTo>
                    <a:pt x="839337" y="1480782"/>
                  </a:lnTo>
                  <a:lnTo>
                    <a:pt x="498144" y="900753"/>
                  </a:lnTo>
                  <a:lnTo>
                    <a:pt x="880280" y="893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0" cap="all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latin typeface="Overpass Medium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5635B30-4F9E-5407-2045-D2E635DCB21C}"/>
              </a:ext>
            </a:extLst>
          </p:cNvPr>
          <p:cNvGrpSpPr/>
          <p:nvPr userDrawn="1"/>
        </p:nvGrpSpPr>
        <p:grpSpPr>
          <a:xfrm>
            <a:off x="367144" y="2615269"/>
            <a:ext cx="2076585" cy="1807273"/>
            <a:chOff x="-2733368" y="3252446"/>
            <a:chExt cx="2076585" cy="1807273"/>
          </a:xfrm>
        </p:grpSpPr>
        <p:sp>
          <p:nvSpPr>
            <p:cNvPr id="120" name="Rechthoek 11">
              <a:extLst>
                <a:ext uri="{FF2B5EF4-FFF2-40B4-BE49-F238E27FC236}">
                  <a16:creationId xmlns:a16="http://schemas.microsoft.com/office/drawing/2014/main" id="{162B6DDD-D567-AE97-D970-F41FB303BCD3}"/>
                </a:ext>
              </a:extLst>
            </p:cNvPr>
            <p:cNvSpPr/>
            <p:nvPr userDrawn="1"/>
          </p:nvSpPr>
          <p:spPr>
            <a:xfrm>
              <a:off x="-2733368" y="3252446"/>
              <a:ext cx="1659009" cy="141503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all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rPr>
                <a:t>CHOOSE </a:t>
              </a:r>
              <a:r>
                <a:rPr kumimoji="0" lang="en-GB" sz="1000" b="1" i="0" u="none" strike="noStrike" kern="0" cap="all" spc="0" normalizeH="0" baseline="0" noProof="0" err="1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rPr>
                <a:t>TEXt</a:t>
              </a:r>
              <a:r>
                <a:rPr kumimoji="0" lang="en-GB" sz="1000" b="1" i="0" u="none" strike="noStrike" kern="0" cap="all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rPr>
                <a:t> LEVELS</a:t>
              </a:r>
            </a:p>
          </p:txBody>
        </p:sp>
        <p:sp>
          <p:nvSpPr>
            <p:cNvPr id="121" name="Ovaal 12">
              <a:extLst>
                <a:ext uri="{FF2B5EF4-FFF2-40B4-BE49-F238E27FC236}">
                  <a16:creationId xmlns:a16="http://schemas.microsoft.com/office/drawing/2014/main" id="{A34210B3-96A9-0970-17E4-D8D27D8F730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722822" y="4572000"/>
              <a:ext cx="144000" cy="144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22" name="Ovaal 95">
              <a:extLst>
                <a:ext uri="{FF2B5EF4-FFF2-40B4-BE49-F238E27FC236}">
                  <a16:creationId xmlns:a16="http://schemas.microsoft.com/office/drawing/2014/main" id="{A8063E36-55BD-B7CB-7639-02052F47572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721095" y="4752345"/>
              <a:ext cx="144000" cy="144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3" name="Rechthoek 96">
              <a:extLst>
                <a:ext uri="{FF2B5EF4-FFF2-40B4-BE49-F238E27FC236}">
                  <a16:creationId xmlns:a16="http://schemas.microsoft.com/office/drawing/2014/main" id="{CE92EF1E-F469-D815-F02C-F5F1DA7696C2}"/>
                </a:ext>
              </a:extLst>
            </p:cNvPr>
            <p:cNvSpPr/>
            <p:nvPr userDrawn="1"/>
          </p:nvSpPr>
          <p:spPr>
            <a:xfrm>
              <a:off x="-2729315" y="4187131"/>
              <a:ext cx="2072532" cy="3295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Open Sans Light" panose="020B0606030504020204" pitchFamily="34" charset="0"/>
                  <a:cs typeface="Open Sans Light" panose="020B0606030504020204" pitchFamily="34" charset="0"/>
                </a:rPr>
                <a:t>Use the </a:t>
              </a: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List L</a:t>
              </a:r>
              <a:r>
                <a:rPr kumimoji="0" lang="en-GB" sz="900" b="1" i="0" u="none" strike="noStrike" kern="0" cap="none" spc="0" normalizeH="0" baseline="0" noProof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evel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Open Sans Light" panose="020B0606030504020204" pitchFamily="34" charset="0"/>
                  <a:cs typeface="Open Sans Light" panose="020B0606030504020204" pitchFamily="34" charset="0"/>
                </a:rPr>
                <a:t> buttons under the "</a:t>
              </a: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Start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Open Sans Light" panose="020B0606030504020204" pitchFamily="34" charset="0"/>
                  <a:cs typeface="Open Sans Light" panose="020B0606030504020204" pitchFamily="34" charset="0"/>
                </a:rPr>
                <a:t>" </a:t>
              </a:r>
              <a:b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Open Sans Light" panose="020B0606030504020204" pitchFamily="34" charset="0"/>
                  <a:cs typeface="Open Sans Light" panose="020B0606030504020204" pitchFamily="34" charset="0"/>
                </a:rPr>
              </a:b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Open Sans Light" panose="020B0606030504020204" pitchFamily="34" charset="0"/>
                  <a:cs typeface="Open Sans Light" panose="020B0606030504020204" pitchFamily="34" charset="0"/>
                </a:rPr>
                <a:t>tab, to select a text level. Choose from:</a:t>
              </a:r>
            </a:p>
          </p:txBody>
        </p:sp>
        <p:grpSp>
          <p:nvGrpSpPr>
            <p:cNvPr id="124" name="VOORBEELD">
              <a:extLst>
                <a:ext uri="{FF2B5EF4-FFF2-40B4-BE49-F238E27FC236}">
                  <a16:creationId xmlns:a16="http://schemas.microsoft.com/office/drawing/2014/main" id="{85190782-6E34-BE13-12BD-E527710B0BCC}"/>
                </a:ext>
              </a:extLst>
            </p:cNvPr>
            <p:cNvGrpSpPr/>
            <p:nvPr userDrawn="1"/>
          </p:nvGrpSpPr>
          <p:grpSpPr>
            <a:xfrm>
              <a:off x="-2730304" y="3514504"/>
              <a:ext cx="2073521" cy="604518"/>
              <a:chOff x="-3605171" y="458674"/>
              <a:chExt cx="2073521" cy="558875"/>
            </a:xfrm>
          </p:grpSpPr>
          <p:sp>
            <p:nvSpPr>
              <p:cNvPr id="127" name="Rechthoek 100">
                <a:extLst>
                  <a:ext uri="{FF2B5EF4-FFF2-40B4-BE49-F238E27FC236}">
                    <a16:creationId xmlns:a16="http://schemas.microsoft.com/office/drawing/2014/main" id="{724C5B2F-3F4A-CF56-C110-B7BA463A7423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1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lt"/>
                    <a:ea typeface="Open Sans ExtraBold" panose="020B060603050402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28" name="Rechthoek 101">
                <a:extLst>
                  <a:ext uri="{FF2B5EF4-FFF2-40B4-BE49-F238E27FC236}">
                    <a16:creationId xmlns:a16="http://schemas.microsoft.com/office/drawing/2014/main" id="{EEFE0FBF-8FD8-4CD2-DAD3-42F7B0184A84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9" name="Groep 102">
                <a:extLst>
                  <a:ext uri="{FF2B5EF4-FFF2-40B4-BE49-F238E27FC236}">
                    <a16:creationId xmlns:a16="http://schemas.microsoft.com/office/drawing/2014/main" id="{1B719C64-86D6-9E4B-D67F-67E4A077F197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60" name="Groep 133">
                  <a:extLst>
                    <a:ext uri="{FF2B5EF4-FFF2-40B4-BE49-F238E27FC236}">
                      <a16:creationId xmlns:a16="http://schemas.microsoft.com/office/drawing/2014/main" id="{AAB3982B-B1F5-A5F6-6E3D-3EB869551556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2" name="Rechte verbindingslijn 135">
                    <a:extLst>
                      <a:ext uri="{FF2B5EF4-FFF2-40B4-BE49-F238E27FC236}">
                        <a16:creationId xmlns:a16="http://schemas.microsoft.com/office/drawing/2014/main" id="{DAD122FD-D468-85A2-1CAA-8141C11A13B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Rechte verbindingslijn 136">
                    <a:extLst>
                      <a:ext uri="{FF2B5EF4-FFF2-40B4-BE49-F238E27FC236}">
                        <a16:creationId xmlns:a16="http://schemas.microsoft.com/office/drawing/2014/main" id="{2E6C1554-C4E8-FBCC-8C8D-17C68640D40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4" name="Rechte verbindingslijn 137">
                    <a:extLst>
                      <a:ext uri="{FF2B5EF4-FFF2-40B4-BE49-F238E27FC236}">
                        <a16:creationId xmlns:a16="http://schemas.microsoft.com/office/drawing/2014/main" id="{33DAC20F-A078-5111-9C3F-34657DB9F7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5" name="Rechte verbindingslijn 138">
                    <a:extLst>
                      <a:ext uri="{FF2B5EF4-FFF2-40B4-BE49-F238E27FC236}">
                        <a16:creationId xmlns:a16="http://schemas.microsoft.com/office/drawing/2014/main" id="{46D2B66F-E8C6-C410-C166-C6F12F49945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6" name="Rechte verbindingslijn 139">
                    <a:extLst>
                      <a:ext uri="{FF2B5EF4-FFF2-40B4-BE49-F238E27FC236}">
                        <a16:creationId xmlns:a16="http://schemas.microsoft.com/office/drawing/2014/main" id="{0589119B-0BCC-4265-207F-2C2E287628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1" name="Pijl: rechts 129">
                  <a:extLst>
                    <a:ext uri="{FF2B5EF4-FFF2-40B4-BE49-F238E27FC236}">
                      <a16:creationId xmlns:a16="http://schemas.microsoft.com/office/drawing/2014/main" id="{64E9A595-51BE-9FE4-35E3-B0A840A84714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+mj-lt"/>
                    <a:ea typeface="Open Sans ExtraBold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0" name="Groep 103">
                <a:extLst>
                  <a:ext uri="{FF2B5EF4-FFF2-40B4-BE49-F238E27FC236}">
                    <a16:creationId xmlns:a16="http://schemas.microsoft.com/office/drawing/2014/main" id="{6D36BA30-8375-FB30-4D02-28F3D38680CD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53" name="Groep 126">
                  <a:extLst>
                    <a:ext uri="{FF2B5EF4-FFF2-40B4-BE49-F238E27FC236}">
                      <a16:creationId xmlns:a16="http://schemas.microsoft.com/office/drawing/2014/main" id="{2A567F0D-2ADE-AAEF-C965-B9C92953582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5" name="Rechte verbindingslijn 128">
                    <a:extLst>
                      <a:ext uri="{FF2B5EF4-FFF2-40B4-BE49-F238E27FC236}">
                        <a16:creationId xmlns:a16="http://schemas.microsoft.com/office/drawing/2014/main" id="{899CC043-9DDC-C98A-CEBD-092A9BBA978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6" name="Rechte verbindingslijn 129">
                    <a:extLst>
                      <a:ext uri="{FF2B5EF4-FFF2-40B4-BE49-F238E27FC236}">
                        <a16:creationId xmlns:a16="http://schemas.microsoft.com/office/drawing/2014/main" id="{24F803CD-8F66-24AD-C6EB-184A2224947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7" name="Rechte verbindingslijn 130">
                    <a:extLst>
                      <a:ext uri="{FF2B5EF4-FFF2-40B4-BE49-F238E27FC236}">
                        <a16:creationId xmlns:a16="http://schemas.microsoft.com/office/drawing/2014/main" id="{10395987-D845-EF64-E13A-37838301E3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8" name="Rechte verbindingslijn 131">
                    <a:extLst>
                      <a:ext uri="{FF2B5EF4-FFF2-40B4-BE49-F238E27FC236}">
                        <a16:creationId xmlns:a16="http://schemas.microsoft.com/office/drawing/2014/main" id="{B2207343-BE1C-C1E5-36E1-AED10B0B34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9" name="Rechte verbindingslijn 132">
                    <a:extLst>
                      <a:ext uri="{FF2B5EF4-FFF2-40B4-BE49-F238E27FC236}">
                        <a16:creationId xmlns:a16="http://schemas.microsoft.com/office/drawing/2014/main" id="{62C9B823-3ED1-C004-BFDF-BDB5698E6E2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4" name="Pijl: rechts 122">
                  <a:extLst>
                    <a:ext uri="{FF2B5EF4-FFF2-40B4-BE49-F238E27FC236}">
                      <a16:creationId xmlns:a16="http://schemas.microsoft.com/office/drawing/2014/main" id="{8F0B0BBD-E2F8-D9AE-E26A-65B4C8CBD2A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+mj-lt"/>
                    <a:ea typeface="Open Sans ExtraBold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31" name="Rechte verbindingslijn 104">
                <a:extLst>
                  <a:ext uri="{FF2B5EF4-FFF2-40B4-BE49-F238E27FC236}">
                    <a16:creationId xmlns:a16="http://schemas.microsoft.com/office/drawing/2014/main" id="{DD5E647E-C2E0-26ED-10BF-4C18F39941A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bg2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32" name="Rechte verbindingslijn 105">
                <a:extLst>
                  <a:ext uri="{FF2B5EF4-FFF2-40B4-BE49-F238E27FC236}">
                    <a16:creationId xmlns:a16="http://schemas.microsoft.com/office/drawing/2014/main" id="{361AB383-B654-538A-60E5-411F62ACDD7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bg2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33" name="Rechthoek 106">
                <a:extLst>
                  <a:ext uri="{FF2B5EF4-FFF2-40B4-BE49-F238E27FC236}">
                    <a16:creationId xmlns:a16="http://schemas.microsoft.com/office/drawing/2014/main" id="{3F1AC1EB-093B-BBEC-0694-85E794A678A2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1028252" cy="19637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lt"/>
                    <a:ea typeface="Open Sans Light" panose="020B0606030504020204" pitchFamily="34" charset="0"/>
                    <a:cs typeface="Calibri" panose="020F0502020204030204" pitchFamily="34" charset="0"/>
                  </a:rPr>
                  <a:t>Increase List Level</a:t>
                </a:r>
              </a:p>
            </p:txBody>
          </p:sp>
          <p:sp>
            <p:nvSpPr>
              <p:cNvPr id="134" name="Rechthoek 107">
                <a:extLst>
                  <a:ext uri="{FF2B5EF4-FFF2-40B4-BE49-F238E27FC236}">
                    <a16:creationId xmlns:a16="http://schemas.microsoft.com/office/drawing/2014/main" id="{E03BF2C4-9E69-CE50-71C0-91A7FD5DB6FF}"/>
                  </a:ext>
                </a:extLst>
              </p:cNvPr>
              <p:cNvSpPr/>
              <p:nvPr userDrawn="1"/>
            </p:nvSpPr>
            <p:spPr>
              <a:xfrm>
                <a:off x="-2559902" y="819562"/>
                <a:ext cx="102825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j-lt"/>
                    <a:ea typeface="Open Sans Light" panose="020B0606030504020204" pitchFamily="34" charset="0"/>
                    <a:cs typeface="Calibri" panose="020F0502020204030204" pitchFamily="34" charset="0"/>
                  </a:rPr>
                  <a:t>Decrease List Level</a:t>
                </a:r>
              </a:p>
            </p:txBody>
          </p:sp>
          <p:grpSp>
            <p:nvGrpSpPr>
              <p:cNvPr id="135" name="Groep 108">
                <a:extLst>
                  <a:ext uri="{FF2B5EF4-FFF2-40B4-BE49-F238E27FC236}">
                    <a16:creationId xmlns:a16="http://schemas.microsoft.com/office/drawing/2014/main" id="{FB28CB5B-14EB-76C9-41A2-B88E61CE776F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45" name="Rechthoek 118">
                  <a:extLst>
                    <a:ext uri="{FF2B5EF4-FFF2-40B4-BE49-F238E27FC236}">
                      <a16:creationId xmlns:a16="http://schemas.microsoft.com/office/drawing/2014/main" id="{9ECA78D5-7D56-C66F-E658-FFAAABC9A8F1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DADADA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+mj-lt"/>
                    <a:ea typeface="Open Sans Light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46" name="Groep 119">
                  <a:extLst>
                    <a:ext uri="{FF2B5EF4-FFF2-40B4-BE49-F238E27FC236}">
                      <a16:creationId xmlns:a16="http://schemas.microsoft.com/office/drawing/2014/main" id="{4F441EA7-E582-F95D-BF80-84614EC1E09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48" name="Rechte verbindingslijn 121">
                    <a:extLst>
                      <a:ext uri="{FF2B5EF4-FFF2-40B4-BE49-F238E27FC236}">
                        <a16:creationId xmlns:a16="http://schemas.microsoft.com/office/drawing/2014/main" id="{3808B4C9-F40B-8AFD-7370-3BBEABE5447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9" name="Rechte verbindingslijn 122">
                    <a:extLst>
                      <a:ext uri="{FF2B5EF4-FFF2-40B4-BE49-F238E27FC236}">
                        <a16:creationId xmlns:a16="http://schemas.microsoft.com/office/drawing/2014/main" id="{3D410E4B-9650-6A1E-18CF-C0273952425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0" name="Rechte verbindingslijn 123">
                    <a:extLst>
                      <a:ext uri="{FF2B5EF4-FFF2-40B4-BE49-F238E27FC236}">
                        <a16:creationId xmlns:a16="http://schemas.microsoft.com/office/drawing/2014/main" id="{1A34C019-E9C0-8B29-5DAF-44DD74240BF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1" name="Rechte verbindingslijn 124">
                    <a:extLst>
                      <a:ext uri="{FF2B5EF4-FFF2-40B4-BE49-F238E27FC236}">
                        <a16:creationId xmlns:a16="http://schemas.microsoft.com/office/drawing/2014/main" id="{A94DEFFE-7804-63EF-BAF1-DF920FC5891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2" name="Rechte verbindingslijn 125">
                    <a:extLst>
                      <a:ext uri="{FF2B5EF4-FFF2-40B4-BE49-F238E27FC236}">
                        <a16:creationId xmlns:a16="http://schemas.microsoft.com/office/drawing/2014/main" id="{292739E8-CBF9-74B4-5A7A-47EEA7ACBD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7" name="Pijl: rechts 115">
                  <a:extLst>
                    <a:ext uri="{FF2B5EF4-FFF2-40B4-BE49-F238E27FC236}">
                      <a16:creationId xmlns:a16="http://schemas.microsoft.com/office/drawing/2014/main" id="{307F6EDC-F451-9520-0CF4-9FF29D35042D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+mj-lt"/>
                    <a:ea typeface="Open Sans ExtraBold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6" name="Groep 109">
                <a:extLst>
                  <a:ext uri="{FF2B5EF4-FFF2-40B4-BE49-F238E27FC236}">
                    <a16:creationId xmlns:a16="http://schemas.microsoft.com/office/drawing/2014/main" id="{A60A6D0D-8796-F749-2A8E-FDFA6774C90F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37" name="Rechthoek 110">
                  <a:extLst>
                    <a:ext uri="{FF2B5EF4-FFF2-40B4-BE49-F238E27FC236}">
                      <a16:creationId xmlns:a16="http://schemas.microsoft.com/office/drawing/2014/main" id="{6BEA1D14-FD88-D24A-BFCD-49EA9CF3313A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DADADA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5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+mj-lt"/>
                    <a:ea typeface="Open Sans Light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38" name="Groep 111">
                  <a:extLst>
                    <a:ext uri="{FF2B5EF4-FFF2-40B4-BE49-F238E27FC236}">
                      <a16:creationId xmlns:a16="http://schemas.microsoft.com/office/drawing/2014/main" id="{663295D7-44F6-44B5-8856-09D0FD72480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0" name="Rechte verbindingslijn 113">
                    <a:extLst>
                      <a:ext uri="{FF2B5EF4-FFF2-40B4-BE49-F238E27FC236}">
                        <a16:creationId xmlns:a16="http://schemas.microsoft.com/office/drawing/2014/main" id="{488BED6C-EB65-76CA-A8F8-9F2A133F146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1" name="Rechte verbindingslijn 114">
                    <a:extLst>
                      <a:ext uri="{FF2B5EF4-FFF2-40B4-BE49-F238E27FC236}">
                        <a16:creationId xmlns:a16="http://schemas.microsoft.com/office/drawing/2014/main" id="{397BD072-1297-AD4F-DA01-C11CA10909E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2" name="Rechte verbindingslijn 115">
                    <a:extLst>
                      <a:ext uri="{FF2B5EF4-FFF2-40B4-BE49-F238E27FC236}">
                        <a16:creationId xmlns:a16="http://schemas.microsoft.com/office/drawing/2014/main" id="{30093996-54A5-5AD5-3917-DF734BF7340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3" name="Rechte verbindingslijn 116">
                    <a:extLst>
                      <a:ext uri="{FF2B5EF4-FFF2-40B4-BE49-F238E27FC236}">
                        <a16:creationId xmlns:a16="http://schemas.microsoft.com/office/drawing/2014/main" id="{A29FF110-A894-4F23-553E-9AEF352C4F0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4" name="Rechte verbindingslijn 117">
                    <a:extLst>
                      <a:ext uri="{FF2B5EF4-FFF2-40B4-BE49-F238E27FC236}">
                        <a16:creationId xmlns:a16="http://schemas.microsoft.com/office/drawing/2014/main" id="{DABBD79E-91E4-9C47-E6B0-A851EA10249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39" name="Pijl: rechts 107">
                  <a:extLst>
                    <a:ext uri="{FF2B5EF4-FFF2-40B4-BE49-F238E27FC236}">
                      <a16:creationId xmlns:a16="http://schemas.microsoft.com/office/drawing/2014/main" id="{2F2FDBF4-B3C1-0525-FE3A-F9B985CC1634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1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+mj-lt"/>
                    <a:ea typeface="Open Sans ExtraBold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125" name="Ovaal 98">
              <a:extLst>
                <a:ext uri="{FF2B5EF4-FFF2-40B4-BE49-F238E27FC236}">
                  <a16:creationId xmlns:a16="http://schemas.microsoft.com/office/drawing/2014/main" id="{5D03E198-3DA2-58BD-95EC-C713D3054B9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722822" y="4915719"/>
              <a:ext cx="144000" cy="144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DD4CF7F7-9EEB-F2B0-CAAF-2C3443FDF51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77184" b="75226"/>
            <a:stretch/>
          </p:blipFill>
          <p:spPr>
            <a:xfrm>
              <a:off x="-2578822" y="4485364"/>
              <a:ext cx="1312570" cy="574355"/>
            </a:xfrm>
            <a:prstGeom prst="rect">
              <a:avLst/>
            </a:prstGeom>
          </p:spPr>
        </p:pic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655A9439-A1A9-7461-11C0-F1436C03CBB3}"/>
              </a:ext>
            </a:extLst>
          </p:cNvPr>
          <p:cNvGrpSpPr/>
          <p:nvPr userDrawn="1"/>
        </p:nvGrpSpPr>
        <p:grpSpPr>
          <a:xfrm>
            <a:off x="3085505" y="276381"/>
            <a:ext cx="3228854" cy="4091409"/>
            <a:chOff x="376238" y="276381"/>
            <a:chExt cx="3228854" cy="4091409"/>
          </a:xfrm>
        </p:grpSpPr>
        <p:sp>
          <p:nvSpPr>
            <p:cNvPr id="216" name="Rechthoek 88">
              <a:extLst>
                <a:ext uri="{FF2B5EF4-FFF2-40B4-BE49-F238E27FC236}">
                  <a16:creationId xmlns:a16="http://schemas.microsoft.com/office/drawing/2014/main" id="{04E3739E-82D0-28D3-36EE-E6CAF155ADFA}"/>
                </a:ext>
              </a:extLst>
            </p:cNvPr>
            <p:cNvSpPr/>
            <p:nvPr userDrawn="1"/>
          </p:nvSpPr>
          <p:spPr>
            <a:xfrm>
              <a:off x="376238" y="276381"/>
              <a:ext cx="2697428" cy="389943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144000" rIns="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all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Insert/format PICTURE</a:t>
              </a:r>
            </a:p>
          </p:txBody>
        </p:sp>
        <p:sp>
          <p:nvSpPr>
            <p:cNvPr id="217" name="Ovaal 89">
              <a:extLst>
                <a:ext uri="{FF2B5EF4-FFF2-40B4-BE49-F238E27FC236}">
                  <a16:creationId xmlns:a16="http://schemas.microsoft.com/office/drawing/2014/main" id="{20AA1E72-6DA6-68FF-FAE2-7BF3AB2E9FC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76238" y="739091"/>
              <a:ext cx="144000" cy="144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1</a:t>
              </a:r>
            </a:p>
          </p:txBody>
        </p:sp>
        <p:sp>
          <p:nvSpPr>
            <p:cNvPr id="218" name="Rechthoek 90">
              <a:extLst>
                <a:ext uri="{FF2B5EF4-FFF2-40B4-BE49-F238E27FC236}">
                  <a16:creationId xmlns:a16="http://schemas.microsoft.com/office/drawing/2014/main" id="{5FFDF1B4-DB92-C979-6651-99F95FE544F8}"/>
                </a:ext>
              </a:extLst>
            </p:cNvPr>
            <p:cNvSpPr/>
            <p:nvPr userDrawn="1"/>
          </p:nvSpPr>
          <p:spPr>
            <a:xfrm>
              <a:off x="660410" y="739091"/>
              <a:ext cx="2413256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If necessary, delete the existing picture using the "</a:t>
              </a: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Backspace Key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“. Click on the icon to insert a new picture (</a:t>
              </a:r>
              <a:r>
                <a:rPr kumimoji="0" lang="en-GB" sz="900" b="0" i="1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see example below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) or go to Insert&gt; Pictures.</a:t>
              </a:r>
            </a:p>
          </p:txBody>
        </p:sp>
        <p:grpSp>
          <p:nvGrpSpPr>
            <p:cNvPr id="219" name="Groep 91">
              <a:extLst>
                <a:ext uri="{FF2B5EF4-FFF2-40B4-BE49-F238E27FC236}">
                  <a16:creationId xmlns:a16="http://schemas.microsoft.com/office/drawing/2014/main" id="{873E4044-28C8-2FE5-E4C6-4E113F6F29B1}"/>
                </a:ext>
              </a:extLst>
            </p:cNvPr>
            <p:cNvGrpSpPr/>
            <p:nvPr userDrawn="1"/>
          </p:nvGrpSpPr>
          <p:grpSpPr>
            <a:xfrm>
              <a:off x="1103920" y="1308896"/>
              <a:ext cx="213741" cy="231175"/>
              <a:chOff x="14466489" y="1001522"/>
              <a:chExt cx="290627" cy="314333"/>
            </a:xfrm>
          </p:grpSpPr>
          <p:sp>
            <p:nvSpPr>
              <p:cNvPr id="269" name="Rechthoek 92">
                <a:extLst>
                  <a:ext uri="{FF2B5EF4-FFF2-40B4-BE49-F238E27FC236}">
                    <a16:creationId xmlns:a16="http://schemas.microsoft.com/office/drawing/2014/main" id="{43F79C4A-5A7B-1CC0-2AD4-5747337F6EC2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818181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7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Medium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70" name="Ovaal 93">
                <a:extLst>
                  <a:ext uri="{FF2B5EF4-FFF2-40B4-BE49-F238E27FC236}">
                    <a16:creationId xmlns:a16="http://schemas.microsoft.com/office/drawing/2014/main" id="{417ACF34-4075-A785-8851-4ECAD364D2DF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Black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  <p:sp>
            <p:nvSpPr>
              <p:cNvPr id="271" name="Vrije vorm: vorm 101">
                <a:extLst>
                  <a:ext uri="{FF2B5EF4-FFF2-40B4-BE49-F238E27FC236}">
                    <a16:creationId xmlns:a16="http://schemas.microsoft.com/office/drawing/2014/main" id="{6E1F1B53-5023-0A62-B662-6F5AB4D08E03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Black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  <p:sp>
            <p:nvSpPr>
              <p:cNvPr id="272" name="Rechthoek: afgeronde hoeken 102">
                <a:extLst>
                  <a:ext uri="{FF2B5EF4-FFF2-40B4-BE49-F238E27FC236}">
                    <a16:creationId xmlns:a16="http://schemas.microsoft.com/office/drawing/2014/main" id="{89540CCC-99B2-3039-F28B-39B055CBF9E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8AADD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7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Medium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cxnSp>
            <p:nvCxnSpPr>
              <p:cNvPr id="273" name="Rechte verbindingslijn 96">
                <a:extLst>
                  <a:ext uri="{FF2B5EF4-FFF2-40B4-BE49-F238E27FC236}">
                    <a16:creationId xmlns:a16="http://schemas.microsoft.com/office/drawing/2014/main" id="{56346CCE-451F-2A4A-159F-2215F3C54D8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8AADD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74" name="Rechte verbindingslijn 97">
                <a:extLst>
                  <a:ext uri="{FF2B5EF4-FFF2-40B4-BE49-F238E27FC236}">
                    <a16:creationId xmlns:a16="http://schemas.microsoft.com/office/drawing/2014/main" id="{F023CFB4-82A4-F986-3B3A-F0D22E4EDBA2}"/>
                  </a:ext>
                </a:extLst>
              </p:cNvPr>
              <p:cNvCxnSpPr>
                <a:cxnSpLocks/>
                <a:stCxn id="272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8AADD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220" name="Ovaal 98">
              <a:extLst>
                <a:ext uri="{FF2B5EF4-FFF2-40B4-BE49-F238E27FC236}">
                  <a16:creationId xmlns:a16="http://schemas.microsoft.com/office/drawing/2014/main" id="{5AEE0052-1D22-0D99-1D16-9BC3F6A8388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76238" y="1700850"/>
              <a:ext cx="144000" cy="144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2</a:t>
              </a:r>
            </a:p>
          </p:txBody>
        </p:sp>
        <p:sp>
          <p:nvSpPr>
            <p:cNvPr id="221" name="Rechthoek 99">
              <a:extLst>
                <a:ext uri="{FF2B5EF4-FFF2-40B4-BE49-F238E27FC236}">
                  <a16:creationId xmlns:a16="http://schemas.microsoft.com/office/drawing/2014/main" id="{9249CE82-D267-2DF2-E1C4-4CEAB1A1D896}"/>
                </a:ext>
              </a:extLst>
            </p:cNvPr>
            <p:cNvSpPr/>
            <p:nvPr userDrawn="1"/>
          </p:nvSpPr>
          <p:spPr>
            <a:xfrm>
              <a:off x="660410" y="1700851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Select the desired picture and click "</a:t>
              </a: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Insert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".</a:t>
              </a:r>
            </a:p>
          </p:txBody>
        </p:sp>
        <p:grpSp>
          <p:nvGrpSpPr>
            <p:cNvPr id="222" name="Groep 100">
              <a:extLst>
                <a:ext uri="{FF2B5EF4-FFF2-40B4-BE49-F238E27FC236}">
                  <a16:creationId xmlns:a16="http://schemas.microsoft.com/office/drawing/2014/main" id="{C6681F0C-E466-1318-6B8B-3DA8EF339427}"/>
                </a:ext>
              </a:extLst>
            </p:cNvPr>
            <p:cNvGrpSpPr/>
            <p:nvPr userDrawn="1"/>
          </p:nvGrpSpPr>
          <p:grpSpPr>
            <a:xfrm>
              <a:off x="1099595" y="1931317"/>
              <a:ext cx="825500" cy="209550"/>
              <a:chOff x="13504624" y="2482850"/>
              <a:chExt cx="825500" cy="209550"/>
            </a:xfrm>
          </p:grpSpPr>
          <p:sp>
            <p:nvSpPr>
              <p:cNvPr id="266" name="Rechthoek 101">
                <a:extLst>
                  <a:ext uri="{FF2B5EF4-FFF2-40B4-BE49-F238E27FC236}">
                    <a16:creationId xmlns:a16="http://schemas.microsoft.com/office/drawing/2014/main" id="{257C1111-E839-BE2E-6A34-4AEB0F61E90C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 cap="flat" cmpd="sng" algn="ctr">
                <a:solidFill>
                  <a:srgbClr val="0B7ED9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Insert</a:t>
                </a:r>
              </a:p>
            </p:txBody>
          </p:sp>
          <p:cxnSp>
            <p:nvCxnSpPr>
              <p:cNvPr id="267" name="Rechte verbindingslijn 102">
                <a:extLst>
                  <a:ext uri="{FF2B5EF4-FFF2-40B4-BE49-F238E27FC236}">
                    <a16:creationId xmlns:a16="http://schemas.microsoft.com/office/drawing/2014/main" id="{6859FAC7-052D-C54C-C96E-0A8322246484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268" name="Gelijkbenige driehoek 98">
                <a:extLst>
                  <a:ext uri="{FF2B5EF4-FFF2-40B4-BE49-F238E27FC236}">
                    <a16:creationId xmlns:a16="http://schemas.microsoft.com/office/drawing/2014/main" id="{AF2680E5-9D76-8FFE-A7B2-0599C16C49B8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00" b="1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Black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</p:grpSp>
        <p:sp>
          <p:nvSpPr>
            <p:cNvPr id="223" name="Ovaal 104">
              <a:extLst>
                <a:ext uri="{FF2B5EF4-FFF2-40B4-BE49-F238E27FC236}">
                  <a16:creationId xmlns:a16="http://schemas.microsoft.com/office/drawing/2014/main" id="{4CB559EB-6B31-B462-565C-53C627C6817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76238" y="2330922"/>
              <a:ext cx="144000" cy="144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3</a:t>
              </a:r>
            </a:p>
          </p:txBody>
        </p:sp>
        <p:sp>
          <p:nvSpPr>
            <p:cNvPr id="224" name="Rechthoek 105">
              <a:extLst>
                <a:ext uri="{FF2B5EF4-FFF2-40B4-BE49-F238E27FC236}">
                  <a16:creationId xmlns:a16="http://schemas.microsoft.com/office/drawing/2014/main" id="{4DBA3CA6-7C26-C938-FE68-AB5226B089F7}"/>
                </a:ext>
              </a:extLst>
            </p:cNvPr>
            <p:cNvSpPr/>
            <p:nvPr userDrawn="1"/>
          </p:nvSpPr>
          <p:spPr>
            <a:xfrm>
              <a:off x="660409" y="2330923"/>
              <a:ext cx="2413257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If you deleted the used picture before, select "</a:t>
              </a: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Reset Slide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“ to make sure the layers are in its right order.</a:t>
              </a:r>
            </a:p>
          </p:txBody>
        </p:sp>
        <p:sp>
          <p:nvSpPr>
            <p:cNvPr id="225" name="Ovaal 106">
              <a:extLst>
                <a:ext uri="{FF2B5EF4-FFF2-40B4-BE49-F238E27FC236}">
                  <a16:creationId xmlns:a16="http://schemas.microsoft.com/office/drawing/2014/main" id="{40DAE28D-B6B4-5FAA-1878-ABFB8C207F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76238" y="3359997"/>
              <a:ext cx="144000" cy="144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4</a:t>
              </a:r>
            </a:p>
          </p:txBody>
        </p:sp>
        <p:sp>
          <p:nvSpPr>
            <p:cNvPr id="226" name="Rechthoek 107">
              <a:extLst>
                <a:ext uri="{FF2B5EF4-FFF2-40B4-BE49-F238E27FC236}">
                  <a16:creationId xmlns:a16="http://schemas.microsoft.com/office/drawing/2014/main" id="{FC2CBACD-CD8F-A5C5-AD16-82216BB9AE36}"/>
                </a:ext>
              </a:extLst>
            </p:cNvPr>
            <p:cNvSpPr/>
            <p:nvPr userDrawn="1"/>
          </p:nvSpPr>
          <p:spPr>
            <a:xfrm>
              <a:off x="660410" y="3359998"/>
              <a:ext cx="2413256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To resize or crop the picture, go to the "</a:t>
              </a: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Picture Format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" tab and click the "</a:t>
              </a: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Crop</a:t>
              </a: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" button. Resize the picture using the dots and the picture frame using the corner handles.</a:t>
              </a:r>
            </a:p>
          </p:txBody>
        </p:sp>
        <p:grpSp>
          <p:nvGrpSpPr>
            <p:cNvPr id="227" name="Groep 108">
              <a:extLst>
                <a:ext uri="{FF2B5EF4-FFF2-40B4-BE49-F238E27FC236}">
                  <a16:creationId xmlns:a16="http://schemas.microsoft.com/office/drawing/2014/main" id="{938F4925-67DA-9DA4-40DD-FF374D92F9F9}"/>
                </a:ext>
              </a:extLst>
            </p:cNvPr>
            <p:cNvGrpSpPr/>
            <p:nvPr userDrawn="1"/>
          </p:nvGrpSpPr>
          <p:grpSpPr>
            <a:xfrm>
              <a:off x="1022223" y="3928485"/>
              <a:ext cx="446016" cy="439305"/>
              <a:chOff x="12617641" y="3403239"/>
              <a:chExt cx="752963" cy="741634"/>
            </a:xfrm>
          </p:grpSpPr>
          <p:grpSp>
            <p:nvGrpSpPr>
              <p:cNvPr id="250" name="Groep 109">
                <a:extLst>
                  <a:ext uri="{FF2B5EF4-FFF2-40B4-BE49-F238E27FC236}">
                    <a16:creationId xmlns:a16="http://schemas.microsoft.com/office/drawing/2014/main" id="{3AFE70DA-890C-51E5-66D3-5009CA10F8D8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253" name="Groep 112">
                  <a:extLst>
                    <a:ext uri="{FF2B5EF4-FFF2-40B4-BE49-F238E27FC236}">
                      <a16:creationId xmlns:a16="http://schemas.microsoft.com/office/drawing/2014/main" id="{5AAE8130-EACF-50CD-782F-8EB16940EABA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260" name="Groep 119">
                    <a:extLst>
                      <a:ext uri="{FF2B5EF4-FFF2-40B4-BE49-F238E27FC236}">
                        <a16:creationId xmlns:a16="http://schemas.microsoft.com/office/drawing/2014/main" id="{DA92CA7B-8CE0-3B70-9828-85F6A73CE122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263" name="Rechthoek 122">
                      <a:extLst>
                        <a:ext uri="{FF2B5EF4-FFF2-40B4-BE49-F238E27FC236}">
                          <a16:creationId xmlns:a16="http://schemas.microsoft.com/office/drawing/2014/main" id="{1CD0ED44-EBC3-209D-8143-37A61CB0EB44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 cap="flat" cmpd="sng" algn="ctr">
                      <a:solidFill>
                        <a:srgbClr val="818181"/>
                      </a:solidFill>
                      <a:prstDash val="dash"/>
                      <a:miter lim="800000"/>
                    </a:ln>
                    <a:effectLst/>
                  </p:spPr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7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193E"/>
                        </a:solidFill>
                        <a:effectLst/>
                        <a:uLnTx/>
                        <a:uFillTx/>
                        <a:latin typeface="Overpass Medium"/>
                        <a:ea typeface="Open Sans Light" panose="020B0606030504020204" pitchFamily="34" charset="0"/>
                        <a:cs typeface="Open Sans Light" panose="020B0606030504020204" pitchFamily="34" charset="0"/>
                      </a:endParaRPr>
                    </a:p>
                  </p:txBody>
                </p:sp>
                <p:sp>
                  <p:nvSpPr>
                    <p:cNvPr id="264" name="Rechthoek 123">
                      <a:extLst>
                        <a:ext uri="{FF2B5EF4-FFF2-40B4-BE49-F238E27FC236}">
                          <a16:creationId xmlns:a16="http://schemas.microsoft.com/office/drawing/2014/main" id="{97073DF6-FE53-B6C2-5963-FEA37C3158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0" cap="flat" cmpd="sng" algn="ctr">
                      <a:solidFill>
                        <a:srgbClr val="818181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7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193E"/>
                        </a:solidFill>
                        <a:effectLst/>
                        <a:uLnTx/>
                        <a:uFillTx/>
                        <a:latin typeface="Overpass Medium"/>
                        <a:ea typeface="Open Sans Light" panose="020B0606030504020204" pitchFamily="34" charset="0"/>
                        <a:cs typeface="Open Sans Light" panose="020B0606030504020204" pitchFamily="34" charset="0"/>
                      </a:endParaRPr>
                    </a:p>
                  </p:txBody>
                </p:sp>
                <p:sp>
                  <p:nvSpPr>
                    <p:cNvPr id="265" name="Ovaal 124">
                      <a:extLst>
                        <a:ext uri="{FF2B5EF4-FFF2-40B4-BE49-F238E27FC236}">
                          <a16:creationId xmlns:a16="http://schemas.microsoft.com/office/drawing/2014/main" id="{C01D69C3-9721-52A6-1F21-785568E718A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9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193E"/>
                        </a:solidFill>
                        <a:effectLst/>
                        <a:uLnTx/>
                        <a:uFillTx/>
                        <a:latin typeface="Overpass Black"/>
                        <a:ea typeface="Open Sans ExtraBold" panose="020B0606030504020204" pitchFamily="34" charset="0"/>
                        <a:cs typeface="Open Sans ExtraBold" panose="020B0606030504020204" pitchFamily="34" charset="0"/>
                      </a:endParaRPr>
                    </a:p>
                  </p:txBody>
                </p:sp>
              </p:grpSp>
              <p:pic>
                <p:nvPicPr>
                  <p:cNvPr id="261" name="Afbeelding 120">
                    <a:extLst>
                      <a:ext uri="{FF2B5EF4-FFF2-40B4-BE49-F238E27FC236}">
                        <a16:creationId xmlns:a16="http://schemas.microsoft.com/office/drawing/2014/main" id="{3591FBD1-E34E-AE42-68DC-B6EBEC29057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 cstate="screen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262" name="Afbeelding 121">
                    <a:extLst>
                      <a:ext uri="{FF2B5EF4-FFF2-40B4-BE49-F238E27FC236}">
                        <a16:creationId xmlns:a16="http://schemas.microsoft.com/office/drawing/2014/main" id="{61D8D4B2-27CA-436D-4327-3E6FF0BB7A46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 cstate="screen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4" name="Groep 113">
                  <a:extLst>
                    <a:ext uri="{FF2B5EF4-FFF2-40B4-BE49-F238E27FC236}">
                      <a16:creationId xmlns:a16="http://schemas.microsoft.com/office/drawing/2014/main" id="{1293C6D2-6B71-EA23-7BFB-85DD56CD253A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58" name="Rechthoek 117">
                    <a:extLst>
                      <a:ext uri="{FF2B5EF4-FFF2-40B4-BE49-F238E27FC236}">
                        <a16:creationId xmlns:a16="http://schemas.microsoft.com/office/drawing/2014/main" id="{4830F371-12CC-87E1-83B6-0173CDD7BBA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259" name="Rechthoek 118">
                    <a:extLst>
                      <a:ext uri="{FF2B5EF4-FFF2-40B4-BE49-F238E27FC236}">
                        <a16:creationId xmlns:a16="http://schemas.microsoft.com/office/drawing/2014/main" id="{492895AF-B175-8954-751F-6C02389858E4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</p:grpSp>
            <p:grpSp>
              <p:nvGrpSpPr>
                <p:cNvPr id="255" name="Groep 114">
                  <a:extLst>
                    <a:ext uri="{FF2B5EF4-FFF2-40B4-BE49-F238E27FC236}">
                      <a16:creationId xmlns:a16="http://schemas.microsoft.com/office/drawing/2014/main" id="{120A17ED-4D14-178E-0350-7283F0A1B28D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56" name="Rechthoek 115">
                    <a:extLst>
                      <a:ext uri="{FF2B5EF4-FFF2-40B4-BE49-F238E27FC236}">
                        <a16:creationId xmlns:a16="http://schemas.microsoft.com/office/drawing/2014/main" id="{A39BAC4C-3413-F444-9F92-EC013CF4863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257" name="Rechthoek 116">
                    <a:extLst>
                      <a:ext uri="{FF2B5EF4-FFF2-40B4-BE49-F238E27FC236}">
                        <a16:creationId xmlns:a16="http://schemas.microsoft.com/office/drawing/2014/main" id="{CA833533-3B28-BF1E-504F-FE7936C6266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</p:grpSp>
          </p:grpSp>
          <p:sp>
            <p:nvSpPr>
              <p:cNvPr id="251" name="Rechthoek 110">
                <a:extLst>
                  <a:ext uri="{FF2B5EF4-FFF2-40B4-BE49-F238E27FC236}">
                    <a16:creationId xmlns:a16="http://schemas.microsoft.com/office/drawing/2014/main" id="{5262A37B-306D-8893-60B5-25E2334FF713}"/>
                  </a:ext>
                </a:extLst>
              </p:cNvPr>
              <p:cNvSpPr/>
              <p:nvPr userDrawn="1"/>
            </p:nvSpPr>
            <p:spPr>
              <a:xfrm>
                <a:off x="12617641" y="3861650"/>
                <a:ext cx="752963" cy="16117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Crop</a:t>
                </a:r>
              </a:p>
            </p:txBody>
          </p:sp>
          <p:sp>
            <p:nvSpPr>
              <p:cNvPr id="252" name="Gelijkbenige driehoek 78">
                <a:extLst>
                  <a:ext uri="{FF2B5EF4-FFF2-40B4-BE49-F238E27FC236}">
                    <a16:creationId xmlns:a16="http://schemas.microsoft.com/office/drawing/2014/main" id="{DEF93EDA-B39B-8390-855D-0331CDBA5658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Black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</p:grpSp>
        <p:grpSp>
          <p:nvGrpSpPr>
            <p:cNvPr id="228" name="Groep 126">
              <a:extLst>
                <a:ext uri="{FF2B5EF4-FFF2-40B4-BE49-F238E27FC236}">
                  <a16:creationId xmlns:a16="http://schemas.microsoft.com/office/drawing/2014/main" id="{B443A81A-2554-5727-FCC6-F4B9301484BC}"/>
                </a:ext>
              </a:extLst>
            </p:cNvPr>
            <p:cNvGrpSpPr/>
            <p:nvPr userDrawn="1"/>
          </p:nvGrpSpPr>
          <p:grpSpPr>
            <a:xfrm>
              <a:off x="1097685" y="2672714"/>
              <a:ext cx="1222990" cy="563933"/>
              <a:chOff x="-2485819" y="3399207"/>
              <a:chExt cx="1222990" cy="563933"/>
            </a:xfrm>
          </p:grpSpPr>
          <p:sp>
            <p:nvSpPr>
              <p:cNvPr id="229" name="Rechthoek 127">
                <a:extLst>
                  <a:ext uri="{FF2B5EF4-FFF2-40B4-BE49-F238E27FC236}">
                    <a16:creationId xmlns:a16="http://schemas.microsoft.com/office/drawing/2014/main" id="{DC095978-75EF-16A7-81B6-99015AC9D8F5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D1D1D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7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Medium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30" name="Rechthoek 128">
                <a:extLst>
                  <a:ext uri="{FF2B5EF4-FFF2-40B4-BE49-F238E27FC236}">
                    <a16:creationId xmlns:a16="http://schemas.microsoft.com/office/drawing/2014/main" id="{BC5CDFB5-5CDB-3E94-001C-CA52A9BF9F2D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Black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  <p:grpSp>
            <p:nvGrpSpPr>
              <p:cNvPr id="231" name="Groep 129">
                <a:extLst>
                  <a:ext uri="{FF2B5EF4-FFF2-40B4-BE49-F238E27FC236}">
                    <a16:creationId xmlns:a16="http://schemas.microsoft.com/office/drawing/2014/main" id="{4F224871-C549-1ABB-64A3-398968027022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244" name="Rechthoek: afgeronde hoeken 61">
                  <a:extLst>
                    <a:ext uri="{FF2B5EF4-FFF2-40B4-BE49-F238E27FC236}">
                      <a16:creationId xmlns:a16="http://schemas.microsoft.com/office/drawing/2014/main" id="{02ABD498-8BFB-C511-B493-7536A8199333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rgbClr val="FFFFFF"/>
                </a:solidFill>
                <a:ln w="12700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7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Overpass Medium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245" name="Rechthoek 143">
                  <a:extLst>
                    <a:ext uri="{FF2B5EF4-FFF2-40B4-BE49-F238E27FC236}">
                      <a16:creationId xmlns:a16="http://schemas.microsoft.com/office/drawing/2014/main" id="{61E06ABE-7ABE-8AD0-3067-BBC12E2E63E8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Overpass Black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  <p:sp>
              <p:nvSpPr>
                <p:cNvPr id="246" name="Rechthoek 144">
                  <a:extLst>
                    <a:ext uri="{FF2B5EF4-FFF2-40B4-BE49-F238E27FC236}">
                      <a16:creationId xmlns:a16="http://schemas.microsoft.com/office/drawing/2014/main" id="{365224EA-28E8-A90F-72A4-F835E06C93A4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Overpass Black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  <p:sp>
              <p:nvSpPr>
                <p:cNvPr id="247" name="Rechthoek 145">
                  <a:extLst>
                    <a:ext uri="{FF2B5EF4-FFF2-40B4-BE49-F238E27FC236}">
                      <a16:creationId xmlns:a16="http://schemas.microsoft.com/office/drawing/2014/main" id="{C8921531-5C79-1090-D374-694CC5895FA8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Overpass Black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  <p:sp>
              <p:nvSpPr>
                <p:cNvPr id="248" name="Rechthoek 146">
                  <a:extLst>
                    <a:ext uri="{FF2B5EF4-FFF2-40B4-BE49-F238E27FC236}">
                      <a16:creationId xmlns:a16="http://schemas.microsoft.com/office/drawing/2014/main" id="{8DFA1FC9-B5DF-E8BE-95D8-027D9CFC4D5A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Overpass Black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  <p:sp>
              <p:nvSpPr>
                <p:cNvPr id="249" name="Rechthoek 147">
                  <a:extLst>
                    <a:ext uri="{FF2B5EF4-FFF2-40B4-BE49-F238E27FC236}">
                      <a16:creationId xmlns:a16="http://schemas.microsoft.com/office/drawing/2014/main" id="{E6F32774-A72C-444E-B102-DA8EBF348C75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900" b="1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Overpass Black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</p:grpSp>
          <p:grpSp>
            <p:nvGrpSpPr>
              <p:cNvPr id="232" name="Groep 130">
                <a:extLst>
                  <a:ext uri="{FF2B5EF4-FFF2-40B4-BE49-F238E27FC236}">
                    <a16:creationId xmlns:a16="http://schemas.microsoft.com/office/drawing/2014/main" id="{B21F04BB-C7E6-2377-8245-ACAD9BA4AC08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236" name="Groep 134">
                  <a:extLst>
                    <a:ext uri="{FF2B5EF4-FFF2-40B4-BE49-F238E27FC236}">
                      <a16:creationId xmlns:a16="http://schemas.microsoft.com/office/drawing/2014/main" id="{9C67CAC8-7229-1C2E-19CA-9DF485531030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238" name="Rechthoek: afgeronde hoeken 55">
                    <a:extLst>
                      <a:ext uri="{FF2B5EF4-FFF2-40B4-BE49-F238E27FC236}">
                        <a16:creationId xmlns:a16="http://schemas.microsoft.com/office/drawing/2014/main" id="{DE9E1D1D-3113-FD88-033C-27ABF9A6413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rgbClr val="FFFFFF"/>
                  </a:solidFill>
                  <a:ln w="12700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7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Medium"/>
                      <a:ea typeface="Open Sans Light" panose="020B0606030504020204" pitchFamily="34" charset="0"/>
                      <a:cs typeface="Open Sans Light" panose="020B0606030504020204" pitchFamily="34" charset="0"/>
                    </a:endParaRPr>
                  </a:p>
                </p:txBody>
              </p:sp>
              <p:sp>
                <p:nvSpPr>
                  <p:cNvPr id="239" name="Rechthoek 137">
                    <a:extLst>
                      <a:ext uri="{FF2B5EF4-FFF2-40B4-BE49-F238E27FC236}">
                        <a16:creationId xmlns:a16="http://schemas.microsoft.com/office/drawing/2014/main" id="{604A67E9-2CD0-5AB9-2092-392F6495152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240" name="Rechthoek 138">
                    <a:extLst>
                      <a:ext uri="{FF2B5EF4-FFF2-40B4-BE49-F238E27FC236}">
                        <a16:creationId xmlns:a16="http://schemas.microsoft.com/office/drawing/2014/main" id="{35DEF24F-0507-05F8-6D8C-69068865067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241" name="Rechthoek 139">
                    <a:extLst>
                      <a:ext uri="{FF2B5EF4-FFF2-40B4-BE49-F238E27FC236}">
                        <a16:creationId xmlns:a16="http://schemas.microsoft.com/office/drawing/2014/main" id="{6A28F34D-53FE-4432-D66A-49607819F34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242" name="Rechthoek 140">
                    <a:extLst>
                      <a:ext uri="{FF2B5EF4-FFF2-40B4-BE49-F238E27FC236}">
                        <a16:creationId xmlns:a16="http://schemas.microsoft.com/office/drawing/2014/main" id="{CEEA1668-9A23-D252-7384-B7DBA04BDEB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243" name="Rechthoek 141">
                    <a:extLst>
                      <a:ext uri="{FF2B5EF4-FFF2-40B4-BE49-F238E27FC236}">
                        <a16:creationId xmlns:a16="http://schemas.microsoft.com/office/drawing/2014/main" id="{0B22A774-9C7A-B7FD-4FE1-DB016C55301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</p:grpSp>
            <p:sp>
              <p:nvSpPr>
                <p:cNvPr id="237" name="Boog 135">
                  <a:extLst>
                    <a:ext uri="{FF2B5EF4-FFF2-40B4-BE49-F238E27FC236}">
                      <a16:creationId xmlns:a16="http://schemas.microsoft.com/office/drawing/2014/main" id="{379ED8EF-BBAA-B02A-7C81-EE8CDD2356E2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  <p:sp>
            <p:nvSpPr>
              <p:cNvPr id="233" name="Tekstvak 131">
                <a:extLst>
                  <a:ext uri="{FF2B5EF4-FFF2-40B4-BE49-F238E27FC236}">
                    <a16:creationId xmlns:a16="http://schemas.microsoft.com/office/drawing/2014/main" id="{30A9AD1C-FB39-305A-76B1-D83102FF89A0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defTabSz="1217512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Layout</a:t>
                </a:r>
              </a:p>
            </p:txBody>
          </p:sp>
          <p:sp>
            <p:nvSpPr>
              <p:cNvPr id="234" name="Tekstvak 132">
                <a:extLst>
                  <a:ext uri="{FF2B5EF4-FFF2-40B4-BE49-F238E27FC236}">
                    <a16:creationId xmlns:a16="http://schemas.microsoft.com/office/drawing/2014/main" id="{CA2F8084-9A29-D870-BDA3-007D36EED709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defTabSz="1217512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Reset Slide</a:t>
                </a:r>
              </a:p>
            </p:txBody>
          </p:sp>
          <p:sp>
            <p:nvSpPr>
              <p:cNvPr id="235" name="Vrije vorm: vorm 52">
                <a:extLst>
                  <a:ext uri="{FF2B5EF4-FFF2-40B4-BE49-F238E27FC236}">
                    <a16:creationId xmlns:a16="http://schemas.microsoft.com/office/drawing/2014/main" id="{9594BDB2-0DA6-96C2-9E49-3DC88C93F774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400" b="0" i="0" u="none" strike="noStrike" kern="0" cap="all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Medium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F75F7DDD-D1E3-9F9C-A281-6EBC57B89E5D}"/>
              </a:ext>
            </a:extLst>
          </p:cNvPr>
          <p:cNvGrpSpPr/>
          <p:nvPr userDrawn="1"/>
        </p:nvGrpSpPr>
        <p:grpSpPr>
          <a:xfrm>
            <a:off x="6283968" y="280704"/>
            <a:ext cx="2766420" cy="3285170"/>
            <a:chOff x="3574701" y="280704"/>
            <a:chExt cx="2766420" cy="3285170"/>
          </a:xfrm>
        </p:grpSpPr>
        <p:sp>
          <p:nvSpPr>
            <p:cNvPr id="276" name="Rechthoek 42">
              <a:extLst>
                <a:ext uri="{FF2B5EF4-FFF2-40B4-BE49-F238E27FC236}">
                  <a16:creationId xmlns:a16="http://schemas.microsoft.com/office/drawing/2014/main" id="{1BA9AFC0-8B5B-BF15-7440-4E10EA9F660F}"/>
                </a:ext>
              </a:extLst>
            </p:cNvPr>
            <p:cNvSpPr/>
            <p:nvPr userDrawn="1"/>
          </p:nvSpPr>
          <p:spPr>
            <a:xfrm>
              <a:off x="3574701" y="280704"/>
              <a:ext cx="2405284" cy="380623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144000" rIns="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all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   Insert/format LOGO</a:t>
              </a:r>
            </a:p>
          </p:txBody>
        </p:sp>
        <p:sp>
          <p:nvSpPr>
            <p:cNvPr id="277" name="Rechthoek 44">
              <a:extLst>
                <a:ext uri="{FF2B5EF4-FFF2-40B4-BE49-F238E27FC236}">
                  <a16:creationId xmlns:a16="http://schemas.microsoft.com/office/drawing/2014/main" id="{7E700FFD-3595-7819-B11B-2C78DBCFB7FE}"/>
                </a:ext>
              </a:extLst>
            </p:cNvPr>
            <p:cNvSpPr/>
            <p:nvPr userDrawn="1"/>
          </p:nvSpPr>
          <p:spPr>
            <a:xfrm>
              <a:off x="3984328" y="775005"/>
              <a:ext cx="1919547" cy="60767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If necessary, delete the existing logo using the "Backspace Key“. Click on the icon to insert a new logo (see example below) or go to Insert&gt; Pictures.</a:t>
              </a:r>
            </a:p>
          </p:txBody>
        </p:sp>
        <p:sp>
          <p:nvSpPr>
            <p:cNvPr id="278" name="Rechthoek 47">
              <a:extLst>
                <a:ext uri="{FF2B5EF4-FFF2-40B4-BE49-F238E27FC236}">
                  <a16:creationId xmlns:a16="http://schemas.microsoft.com/office/drawing/2014/main" id="{6F169DFE-86C3-B98F-217B-1505EC9EE06E}"/>
                </a:ext>
              </a:extLst>
            </p:cNvPr>
            <p:cNvSpPr/>
            <p:nvPr userDrawn="1"/>
          </p:nvSpPr>
          <p:spPr>
            <a:xfrm>
              <a:off x="3984329" y="1707869"/>
              <a:ext cx="2356792" cy="30136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Select the desired Logo and click "Insert".</a:t>
              </a:r>
            </a:p>
          </p:txBody>
        </p:sp>
        <p:sp>
          <p:nvSpPr>
            <p:cNvPr id="279" name="Rechthoek 52">
              <a:extLst>
                <a:ext uri="{FF2B5EF4-FFF2-40B4-BE49-F238E27FC236}">
                  <a16:creationId xmlns:a16="http://schemas.microsoft.com/office/drawing/2014/main" id="{D4B7EA4A-F508-9795-5343-AFAFADE49B60}"/>
                </a:ext>
              </a:extLst>
            </p:cNvPr>
            <p:cNvSpPr/>
            <p:nvPr userDrawn="1"/>
          </p:nvSpPr>
          <p:spPr>
            <a:xfrm>
              <a:off x="3984328" y="2241073"/>
              <a:ext cx="1919547" cy="90482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To resize or crop the logos, go to the "Picture Tools - Format" tab and click the "Crop" button. Fit the logo using the button “Fit”:</a:t>
              </a:r>
            </a:p>
          </p:txBody>
        </p:sp>
        <p:pic>
          <p:nvPicPr>
            <p:cNvPr id="280" name="Afbeelding 56">
              <a:extLst>
                <a:ext uri="{FF2B5EF4-FFF2-40B4-BE49-F238E27FC236}">
                  <a16:creationId xmlns:a16="http://schemas.microsoft.com/office/drawing/2014/main" id="{B150AE0B-A3F9-2ADF-D873-E64432C990C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732351" y="2818010"/>
              <a:ext cx="637912" cy="747864"/>
            </a:xfrm>
            <a:prstGeom prst="rect">
              <a:avLst/>
            </a:prstGeom>
            <a:effectLst>
              <a:outerShdw blurRad="63500" algn="ctr" rotWithShape="0">
                <a:prstClr val="black">
                  <a:alpha val="20000"/>
                </a:prstClr>
              </a:outerShdw>
            </a:effectLst>
          </p:spPr>
        </p:pic>
        <p:grpSp>
          <p:nvGrpSpPr>
            <p:cNvPr id="281" name="Groep 91">
              <a:extLst>
                <a:ext uri="{FF2B5EF4-FFF2-40B4-BE49-F238E27FC236}">
                  <a16:creationId xmlns:a16="http://schemas.microsoft.com/office/drawing/2014/main" id="{68E25A06-C06B-D924-F99A-F1DEC8AA1E51}"/>
                </a:ext>
              </a:extLst>
            </p:cNvPr>
            <p:cNvGrpSpPr/>
            <p:nvPr userDrawn="1"/>
          </p:nvGrpSpPr>
          <p:grpSpPr>
            <a:xfrm>
              <a:off x="4222102" y="1329084"/>
              <a:ext cx="213741" cy="231175"/>
              <a:chOff x="14466489" y="1001522"/>
              <a:chExt cx="290627" cy="314333"/>
            </a:xfrm>
          </p:grpSpPr>
          <p:sp>
            <p:nvSpPr>
              <p:cNvPr id="306" name="Rechthoek 92">
                <a:extLst>
                  <a:ext uri="{FF2B5EF4-FFF2-40B4-BE49-F238E27FC236}">
                    <a16:creationId xmlns:a16="http://schemas.microsoft.com/office/drawing/2014/main" id="{D9289835-FAC6-9B73-54A4-9094FDFCE3F3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solidFill>
                  <a:srgbClr val="818181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7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Medium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307" name="Ovaal 93">
                <a:extLst>
                  <a:ext uri="{FF2B5EF4-FFF2-40B4-BE49-F238E27FC236}">
                    <a16:creationId xmlns:a16="http://schemas.microsoft.com/office/drawing/2014/main" id="{8E876BDA-422D-C141-AB7E-A7879B9AC007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Black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  <p:sp>
            <p:nvSpPr>
              <p:cNvPr id="308" name="Vrije vorm: vorm 101">
                <a:extLst>
                  <a:ext uri="{FF2B5EF4-FFF2-40B4-BE49-F238E27FC236}">
                    <a16:creationId xmlns:a16="http://schemas.microsoft.com/office/drawing/2014/main" id="{E3F64D0F-BF53-636B-DE8D-58C1773A0BD6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Black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  <p:sp>
            <p:nvSpPr>
              <p:cNvPr id="309" name="Rechthoek: afgeronde hoeken 102">
                <a:extLst>
                  <a:ext uri="{FF2B5EF4-FFF2-40B4-BE49-F238E27FC236}">
                    <a16:creationId xmlns:a16="http://schemas.microsoft.com/office/drawing/2014/main" id="{78099CBA-A015-94F9-241B-C543D9ECB11A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8AADD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7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Medium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cxnSp>
            <p:nvCxnSpPr>
              <p:cNvPr id="310" name="Rechte verbindingslijn 96">
                <a:extLst>
                  <a:ext uri="{FF2B5EF4-FFF2-40B4-BE49-F238E27FC236}">
                    <a16:creationId xmlns:a16="http://schemas.microsoft.com/office/drawing/2014/main" id="{8E03BE2F-C1F8-5AA4-BB75-B7EB19E2D69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8AADD0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11" name="Rechte verbindingslijn 97">
                <a:extLst>
                  <a:ext uri="{FF2B5EF4-FFF2-40B4-BE49-F238E27FC236}">
                    <a16:creationId xmlns:a16="http://schemas.microsoft.com/office/drawing/2014/main" id="{43A79848-8349-09ED-A0F9-4603FD9CB6F5}"/>
                  </a:ext>
                </a:extLst>
              </p:cNvPr>
              <p:cNvCxnSpPr>
                <a:cxnSpLocks/>
                <a:stCxn id="309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8AADD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282" name="Groep 100">
              <a:extLst>
                <a:ext uri="{FF2B5EF4-FFF2-40B4-BE49-F238E27FC236}">
                  <a16:creationId xmlns:a16="http://schemas.microsoft.com/office/drawing/2014/main" id="{3EB74186-0E63-160E-6E9A-31392687AE86}"/>
                </a:ext>
              </a:extLst>
            </p:cNvPr>
            <p:cNvGrpSpPr/>
            <p:nvPr userDrawn="1"/>
          </p:nvGrpSpPr>
          <p:grpSpPr>
            <a:xfrm>
              <a:off x="4217777" y="1892682"/>
              <a:ext cx="825500" cy="209550"/>
              <a:chOff x="13504624" y="2482850"/>
              <a:chExt cx="825500" cy="209550"/>
            </a:xfrm>
          </p:grpSpPr>
          <p:sp>
            <p:nvSpPr>
              <p:cNvPr id="303" name="Rechthoek 101">
                <a:extLst>
                  <a:ext uri="{FF2B5EF4-FFF2-40B4-BE49-F238E27FC236}">
                    <a16:creationId xmlns:a16="http://schemas.microsoft.com/office/drawing/2014/main" id="{6B3400C1-0AAA-2F03-3316-61902EF0402F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 cap="flat" cmpd="sng" algn="ctr">
                <a:solidFill>
                  <a:srgbClr val="0B7ED9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Insert</a:t>
                </a:r>
              </a:p>
            </p:txBody>
          </p:sp>
          <p:cxnSp>
            <p:nvCxnSpPr>
              <p:cNvPr id="304" name="Rechte verbindingslijn 102">
                <a:extLst>
                  <a:ext uri="{FF2B5EF4-FFF2-40B4-BE49-F238E27FC236}">
                    <a16:creationId xmlns:a16="http://schemas.microsoft.com/office/drawing/2014/main" id="{0124620A-8ECC-8B1D-1B18-0C96875EB1AB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305" name="Gelijkbenige driehoek 98">
                <a:extLst>
                  <a:ext uri="{FF2B5EF4-FFF2-40B4-BE49-F238E27FC236}">
                    <a16:creationId xmlns:a16="http://schemas.microsoft.com/office/drawing/2014/main" id="{A2B630FB-0BCC-8E11-B00E-178F2B683C1A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00" b="1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Black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</p:grpSp>
        <p:grpSp>
          <p:nvGrpSpPr>
            <p:cNvPr id="283" name="Groep 108">
              <a:extLst>
                <a:ext uri="{FF2B5EF4-FFF2-40B4-BE49-F238E27FC236}">
                  <a16:creationId xmlns:a16="http://schemas.microsoft.com/office/drawing/2014/main" id="{DEB6681E-9CC6-883B-A7DE-CB727F9B2737}"/>
                </a:ext>
              </a:extLst>
            </p:cNvPr>
            <p:cNvGrpSpPr/>
            <p:nvPr userDrawn="1"/>
          </p:nvGrpSpPr>
          <p:grpSpPr>
            <a:xfrm>
              <a:off x="4138505" y="2832204"/>
              <a:ext cx="446016" cy="439305"/>
              <a:chOff x="12617641" y="3403239"/>
              <a:chExt cx="752963" cy="741634"/>
            </a:xfrm>
          </p:grpSpPr>
          <p:grpSp>
            <p:nvGrpSpPr>
              <p:cNvPr id="287" name="Groep 109">
                <a:extLst>
                  <a:ext uri="{FF2B5EF4-FFF2-40B4-BE49-F238E27FC236}">
                    <a16:creationId xmlns:a16="http://schemas.microsoft.com/office/drawing/2014/main" id="{69E61E28-7B5C-7C80-01A6-9C227F744646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290" name="Groep 112">
                  <a:extLst>
                    <a:ext uri="{FF2B5EF4-FFF2-40B4-BE49-F238E27FC236}">
                      <a16:creationId xmlns:a16="http://schemas.microsoft.com/office/drawing/2014/main" id="{46719341-3F1E-E86D-09AD-7DDF404C3504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297" name="Groep 119">
                    <a:extLst>
                      <a:ext uri="{FF2B5EF4-FFF2-40B4-BE49-F238E27FC236}">
                        <a16:creationId xmlns:a16="http://schemas.microsoft.com/office/drawing/2014/main" id="{E2A9CD8E-3E72-5200-3980-8B3094FFF3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300" name="Rechthoek 122">
                      <a:extLst>
                        <a:ext uri="{FF2B5EF4-FFF2-40B4-BE49-F238E27FC236}">
                          <a16:creationId xmlns:a16="http://schemas.microsoft.com/office/drawing/2014/main" id="{84D49832-72CD-9E8B-7C36-3C5496BBC46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 cap="flat" cmpd="sng" algn="ctr">
                      <a:solidFill>
                        <a:srgbClr val="818181"/>
                      </a:solidFill>
                      <a:prstDash val="dash"/>
                      <a:miter lim="800000"/>
                    </a:ln>
                    <a:effectLst/>
                  </p:spPr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7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193E"/>
                        </a:solidFill>
                        <a:effectLst/>
                        <a:uLnTx/>
                        <a:uFillTx/>
                        <a:latin typeface="Overpass Medium"/>
                        <a:ea typeface="Open Sans Light" panose="020B0606030504020204" pitchFamily="34" charset="0"/>
                        <a:cs typeface="Open Sans Light" panose="020B0606030504020204" pitchFamily="34" charset="0"/>
                      </a:endParaRPr>
                    </a:p>
                  </p:txBody>
                </p:sp>
                <p:sp>
                  <p:nvSpPr>
                    <p:cNvPr id="301" name="Rechthoek 123">
                      <a:extLst>
                        <a:ext uri="{FF2B5EF4-FFF2-40B4-BE49-F238E27FC236}">
                          <a16:creationId xmlns:a16="http://schemas.microsoft.com/office/drawing/2014/main" id="{CD330E88-CA92-693E-D2AC-182ABED0F05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12700" cap="flat" cmpd="sng" algn="ctr">
                      <a:solidFill>
                        <a:srgbClr val="818181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7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193E"/>
                        </a:solidFill>
                        <a:effectLst/>
                        <a:uLnTx/>
                        <a:uFillTx/>
                        <a:latin typeface="Overpass Medium"/>
                        <a:ea typeface="Open Sans Light" panose="020B0606030504020204" pitchFamily="34" charset="0"/>
                        <a:cs typeface="Open Sans Light" panose="020B0606030504020204" pitchFamily="34" charset="0"/>
                      </a:endParaRPr>
                    </a:p>
                  </p:txBody>
                </p:sp>
                <p:sp>
                  <p:nvSpPr>
                    <p:cNvPr id="302" name="Ovaal 124">
                      <a:extLst>
                        <a:ext uri="{FF2B5EF4-FFF2-40B4-BE49-F238E27FC236}">
                          <a16:creationId xmlns:a16="http://schemas.microsoft.com/office/drawing/2014/main" id="{9E675585-FFE0-7833-35FD-BF1FE3481BC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9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193E"/>
                        </a:solidFill>
                        <a:effectLst/>
                        <a:uLnTx/>
                        <a:uFillTx/>
                        <a:latin typeface="Overpass Black"/>
                        <a:ea typeface="Open Sans ExtraBold" panose="020B0606030504020204" pitchFamily="34" charset="0"/>
                        <a:cs typeface="Open Sans ExtraBold" panose="020B0606030504020204" pitchFamily="34" charset="0"/>
                      </a:endParaRPr>
                    </a:p>
                  </p:txBody>
                </p:sp>
              </p:grpSp>
              <p:pic>
                <p:nvPicPr>
                  <p:cNvPr id="298" name="Afbeelding 120">
                    <a:extLst>
                      <a:ext uri="{FF2B5EF4-FFF2-40B4-BE49-F238E27FC236}">
                        <a16:creationId xmlns:a16="http://schemas.microsoft.com/office/drawing/2014/main" id="{50036932-01C9-278F-1578-FA6F7A6785DE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 cstate="screen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299" name="Afbeelding 121">
                    <a:extLst>
                      <a:ext uri="{FF2B5EF4-FFF2-40B4-BE49-F238E27FC236}">
                        <a16:creationId xmlns:a16="http://schemas.microsoft.com/office/drawing/2014/main" id="{EA1803A7-E36A-88C4-CB16-16A5536B05AB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 cstate="screen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91" name="Groep 113">
                  <a:extLst>
                    <a:ext uri="{FF2B5EF4-FFF2-40B4-BE49-F238E27FC236}">
                      <a16:creationId xmlns:a16="http://schemas.microsoft.com/office/drawing/2014/main" id="{4D47B9EE-3D23-5D7C-EFB1-2A9A8FC598D3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95" name="Rechthoek 117">
                    <a:extLst>
                      <a:ext uri="{FF2B5EF4-FFF2-40B4-BE49-F238E27FC236}">
                        <a16:creationId xmlns:a16="http://schemas.microsoft.com/office/drawing/2014/main" id="{1336BB80-4B43-F8D1-A5A4-90765638898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296" name="Rechthoek 118">
                    <a:extLst>
                      <a:ext uri="{FF2B5EF4-FFF2-40B4-BE49-F238E27FC236}">
                        <a16:creationId xmlns:a16="http://schemas.microsoft.com/office/drawing/2014/main" id="{74A8FFCC-BE86-092D-1465-0445113F03AF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</p:grpSp>
            <p:grpSp>
              <p:nvGrpSpPr>
                <p:cNvPr id="292" name="Groep 114">
                  <a:extLst>
                    <a:ext uri="{FF2B5EF4-FFF2-40B4-BE49-F238E27FC236}">
                      <a16:creationId xmlns:a16="http://schemas.microsoft.com/office/drawing/2014/main" id="{3CF7ED4C-AC6E-E451-17E8-22D4E7868461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93" name="Rechthoek 115">
                    <a:extLst>
                      <a:ext uri="{FF2B5EF4-FFF2-40B4-BE49-F238E27FC236}">
                        <a16:creationId xmlns:a16="http://schemas.microsoft.com/office/drawing/2014/main" id="{B99E6174-4D76-10C4-F2CA-700B5E2D475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294" name="Rechthoek 116">
                    <a:extLst>
                      <a:ext uri="{FF2B5EF4-FFF2-40B4-BE49-F238E27FC236}">
                        <a16:creationId xmlns:a16="http://schemas.microsoft.com/office/drawing/2014/main" id="{C89B9C77-BAB7-9204-5C93-528C65383EE0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9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193E"/>
                      </a:solidFill>
                      <a:effectLst/>
                      <a:uLnTx/>
                      <a:uFillTx/>
                      <a:latin typeface="Overpass Black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</p:grpSp>
          </p:grpSp>
          <p:sp>
            <p:nvSpPr>
              <p:cNvPr id="288" name="Rechthoek 110">
                <a:extLst>
                  <a:ext uri="{FF2B5EF4-FFF2-40B4-BE49-F238E27FC236}">
                    <a16:creationId xmlns:a16="http://schemas.microsoft.com/office/drawing/2014/main" id="{E508DFB4-9E7B-F5DC-6043-AD14F969A79E}"/>
                  </a:ext>
                </a:extLst>
              </p:cNvPr>
              <p:cNvSpPr/>
              <p:nvPr userDrawn="1"/>
            </p:nvSpPr>
            <p:spPr>
              <a:xfrm>
                <a:off x="12617641" y="3861650"/>
                <a:ext cx="752963" cy="161170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Crop</a:t>
                </a:r>
              </a:p>
            </p:txBody>
          </p:sp>
          <p:sp>
            <p:nvSpPr>
              <p:cNvPr id="289" name="Gelijkbenige driehoek 78">
                <a:extLst>
                  <a:ext uri="{FF2B5EF4-FFF2-40B4-BE49-F238E27FC236}">
                    <a16:creationId xmlns:a16="http://schemas.microsoft.com/office/drawing/2014/main" id="{4697A8B4-B5AB-3D68-A495-FF5C4FD1E87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Black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</p:grpSp>
        <p:sp>
          <p:nvSpPr>
            <p:cNvPr id="284" name="Ovaal 89">
              <a:extLst>
                <a:ext uri="{FF2B5EF4-FFF2-40B4-BE49-F238E27FC236}">
                  <a16:creationId xmlns:a16="http://schemas.microsoft.com/office/drawing/2014/main" id="{E01D0764-F1E2-7E37-9501-20D71308D10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666009" y="740672"/>
              <a:ext cx="144000" cy="144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1</a:t>
              </a:r>
            </a:p>
          </p:txBody>
        </p:sp>
        <p:sp>
          <p:nvSpPr>
            <p:cNvPr id="285" name="Ovaal 98">
              <a:extLst>
                <a:ext uri="{FF2B5EF4-FFF2-40B4-BE49-F238E27FC236}">
                  <a16:creationId xmlns:a16="http://schemas.microsoft.com/office/drawing/2014/main" id="{2B9758A8-C2A9-0801-A577-E1AE494F597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666009" y="1702620"/>
              <a:ext cx="144000" cy="144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2</a:t>
              </a:r>
            </a:p>
          </p:txBody>
        </p:sp>
        <p:sp>
          <p:nvSpPr>
            <p:cNvPr id="286" name="Ovaal 104">
              <a:extLst>
                <a:ext uri="{FF2B5EF4-FFF2-40B4-BE49-F238E27FC236}">
                  <a16:creationId xmlns:a16="http://schemas.microsoft.com/office/drawing/2014/main" id="{494BE342-543A-9679-83E5-2EC2EA9F39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666009" y="2246709"/>
              <a:ext cx="144000" cy="144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7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2469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structions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hthoek 14">
            <a:extLst>
              <a:ext uri="{FF2B5EF4-FFF2-40B4-BE49-F238E27FC236}">
                <a16:creationId xmlns:a16="http://schemas.microsoft.com/office/drawing/2014/main" id="{FEB80A47-DF7C-E8E0-EB5C-927B86F7A73D}"/>
              </a:ext>
            </a:extLst>
          </p:cNvPr>
          <p:cNvSpPr/>
          <p:nvPr userDrawn="1"/>
        </p:nvSpPr>
        <p:spPr>
          <a:xfrm>
            <a:off x="296709" y="2990273"/>
            <a:ext cx="3593091" cy="175260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all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EDIT CHART data</a:t>
            </a:r>
          </a:p>
        </p:txBody>
      </p:sp>
      <p:sp>
        <p:nvSpPr>
          <p:cNvPr id="169" name="Ovaal 15">
            <a:extLst>
              <a:ext uri="{FF2B5EF4-FFF2-40B4-BE49-F238E27FC236}">
                <a16:creationId xmlns:a16="http://schemas.microsoft.com/office/drawing/2014/main" id="{62EF4F4F-F43E-09C8-21DB-38B6A6A3305A}"/>
              </a:ext>
            </a:extLst>
          </p:cNvPr>
          <p:cNvSpPr>
            <a:spLocks noChangeAspect="1"/>
          </p:cNvSpPr>
          <p:nvPr userDrawn="1"/>
        </p:nvSpPr>
        <p:spPr>
          <a:xfrm>
            <a:off x="479287" y="3454871"/>
            <a:ext cx="144000" cy="14400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1</a:t>
            </a:r>
          </a:p>
        </p:txBody>
      </p:sp>
      <p:sp>
        <p:nvSpPr>
          <p:cNvPr id="170" name="Rechthoek 16">
            <a:extLst>
              <a:ext uri="{FF2B5EF4-FFF2-40B4-BE49-F238E27FC236}">
                <a16:creationId xmlns:a16="http://schemas.microsoft.com/office/drawing/2014/main" id="{4928C7BD-CE30-DF76-F2AF-D6B0C26314C8}"/>
              </a:ext>
            </a:extLst>
          </p:cNvPr>
          <p:cNvSpPr/>
          <p:nvPr userDrawn="1"/>
        </p:nvSpPr>
        <p:spPr>
          <a:xfrm>
            <a:off x="763459" y="3454872"/>
            <a:ext cx="2944682" cy="32768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Right click on the chart and select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Edit Data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".</a:t>
            </a:r>
          </a:p>
        </p:txBody>
      </p:sp>
      <p:grpSp>
        <p:nvGrpSpPr>
          <p:cNvPr id="171" name="Groep 17">
            <a:extLst>
              <a:ext uri="{FF2B5EF4-FFF2-40B4-BE49-F238E27FC236}">
                <a16:creationId xmlns:a16="http://schemas.microsoft.com/office/drawing/2014/main" id="{A259A9BE-B659-0697-B618-A8E206DE9003}"/>
              </a:ext>
            </a:extLst>
          </p:cNvPr>
          <p:cNvGrpSpPr/>
          <p:nvPr userDrawn="1"/>
        </p:nvGrpSpPr>
        <p:grpSpPr>
          <a:xfrm>
            <a:off x="768053" y="3704660"/>
            <a:ext cx="1495189" cy="563933"/>
            <a:chOff x="-3314821" y="3310415"/>
            <a:chExt cx="1495189" cy="563933"/>
          </a:xfrm>
        </p:grpSpPr>
        <p:sp>
          <p:nvSpPr>
            <p:cNvPr id="187" name="Rechthoek 33">
              <a:extLst>
                <a:ext uri="{FF2B5EF4-FFF2-40B4-BE49-F238E27FC236}">
                  <a16:creationId xmlns:a16="http://schemas.microsoft.com/office/drawing/2014/main" id="{59805433-35BC-203A-2A34-2AE8422683B9}"/>
                </a:ext>
              </a:extLst>
            </p:cNvPr>
            <p:cNvSpPr/>
            <p:nvPr userDrawn="1"/>
          </p:nvSpPr>
          <p:spPr>
            <a:xfrm>
              <a:off x="-3314821" y="3310415"/>
              <a:ext cx="1403797" cy="50485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D1D1D1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latin typeface="Overpass Medium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88" name="Rechthoek 34">
              <a:extLst>
                <a:ext uri="{FF2B5EF4-FFF2-40B4-BE49-F238E27FC236}">
                  <a16:creationId xmlns:a16="http://schemas.microsoft.com/office/drawing/2014/main" id="{9310D7E1-B41B-F192-7854-65DEB6A69657}"/>
                </a:ext>
              </a:extLst>
            </p:cNvPr>
            <p:cNvSpPr/>
            <p:nvPr userDrawn="1"/>
          </p:nvSpPr>
          <p:spPr>
            <a:xfrm>
              <a:off x="-3304719" y="3564140"/>
              <a:ext cx="1387813" cy="246608"/>
            </a:xfrm>
            <a:prstGeom prst="rect">
              <a:avLst/>
            </a:prstGeom>
            <a:solidFill>
              <a:srgbClr val="FCE4D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1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latin typeface="Overpass Black"/>
                <a:ea typeface="Open Sans ExtraBold" panose="020B0606030504020204" pitchFamily="34" charset="0"/>
                <a:cs typeface="Open Sans ExtraBold" panose="020B0606030504020204" pitchFamily="34" charset="0"/>
              </a:endParaRPr>
            </a:p>
          </p:txBody>
        </p:sp>
        <p:sp>
          <p:nvSpPr>
            <p:cNvPr id="189" name="Tekstvak 35">
              <a:extLst>
                <a:ext uri="{FF2B5EF4-FFF2-40B4-BE49-F238E27FC236}">
                  <a16:creationId xmlns:a16="http://schemas.microsoft.com/office/drawing/2014/main" id="{A39B6549-41F0-00C8-D871-AA54B990CE2B}"/>
                </a:ext>
              </a:extLst>
            </p:cNvPr>
            <p:cNvSpPr txBox="1"/>
            <p:nvPr userDrawn="1"/>
          </p:nvSpPr>
          <p:spPr>
            <a:xfrm>
              <a:off x="-3122115" y="3369117"/>
              <a:ext cx="1258624" cy="13749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defTabSz="1217512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Change Chart Type</a:t>
              </a:r>
            </a:p>
          </p:txBody>
        </p:sp>
        <p:sp>
          <p:nvSpPr>
            <p:cNvPr id="190" name="Tekstvak 36">
              <a:extLst>
                <a:ext uri="{FF2B5EF4-FFF2-40B4-BE49-F238E27FC236}">
                  <a16:creationId xmlns:a16="http://schemas.microsoft.com/office/drawing/2014/main" id="{E5524D3A-6456-C553-1D5B-A9F57EA7041B}"/>
                </a:ext>
              </a:extLst>
            </p:cNvPr>
            <p:cNvSpPr txBox="1"/>
            <p:nvPr userDrawn="1"/>
          </p:nvSpPr>
          <p:spPr>
            <a:xfrm>
              <a:off x="-3115840" y="3624236"/>
              <a:ext cx="1296208" cy="126416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defTabSz="1217512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ea typeface="Open Sans Light" panose="020B0606030504020204" pitchFamily="34" charset="0"/>
                  <a:cs typeface="Open Sans Light" panose="020B0606030504020204" pitchFamily="34" charset="0"/>
                </a:rPr>
                <a:t>Edit Data</a:t>
              </a:r>
            </a:p>
          </p:txBody>
        </p:sp>
        <p:sp>
          <p:nvSpPr>
            <p:cNvPr id="191" name="Vrije vorm: vorm 61">
              <a:extLst>
                <a:ext uri="{FF2B5EF4-FFF2-40B4-BE49-F238E27FC236}">
                  <a16:creationId xmlns:a16="http://schemas.microsoft.com/office/drawing/2014/main" id="{C3E3FE87-886A-8AFB-CF5F-430B1C360F50}"/>
                </a:ext>
              </a:extLst>
            </p:cNvPr>
            <p:cNvSpPr/>
            <p:nvPr userDrawn="1"/>
          </p:nvSpPr>
          <p:spPr>
            <a:xfrm>
              <a:off x="-1959834" y="3694348"/>
              <a:ext cx="97562" cy="180000"/>
            </a:xfrm>
            <a:custGeom>
              <a:avLst/>
              <a:gdLst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41194 w 880280"/>
                <a:gd name="connsiteY2" fmla="*/ 96899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27546 w 880280"/>
                <a:gd name="connsiteY2" fmla="*/ 975815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00250 w 880280"/>
                <a:gd name="connsiteY2" fmla="*/ 100311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11791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498144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280" h="1624084">
                  <a:moveTo>
                    <a:pt x="0" y="0"/>
                  </a:moveTo>
                  <a:lnTo>
                    <a:pt x="0" y="1262418"/>
                  </a:lnTo>
                  <a:lnTo>
                    <a:pt x="313898" y="996287"/>
                  </a:lnTo>
                  <a:lnTo>
                    <a:pt x="620973" y="1624084"/>
                  </a:lnTo>
                  <a:lnTo>
                    <a:pt x="839337" y="1480782"/>
                  </a:lnTo>
                  <a:lnTo>
                    <a:pt x="498144" y="900753"/>
                  </a:lnTo>
                  <a:lnTo>
                    <a:pt x="880280" y="893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600" b="0" i="0" u="none" strike="noStrike" kern="0" cap="all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latin typeface="Overpass Medium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grpSp>
          <p:nvGrpSpPr>
            <p:cNvPr id="192" name="Groep 38">
              <a:extLst>
                <a:ext uri="{FF2B5EF4-FFF2-40B4-BE49-F238E27FC236}">
                  <a16:creationId xmlns:a16="http://schemas.microsoft.com/office/drawing/2014/main" id="{E71B7D4A-EA03-B7D2-D354-401AB4E07494}"/>
                </a:ext>
              </a:extLst>
            </p:cNvPr>
            <p:cNvGrpSpPr/>
            <p:nvPr userDrawn="1"/>
          </p:nvGrpSpPr>
          <p:grpSpPr>
            <a:xfrm>
              <a:off x="-3261976" y="3361742"/>
              <a:ext cx="139861" cy="152244"/>
              <a:chOff x="12574450" y="6053892"/>
              <a:chExt cx="169232" cy="184215"/>
            </a:xfrm>
          </p:grpSpPr>
          <p:sp>
            <p:nvSpPr>
              <p:cNvPr id="212" name="Rechthoek 58">
                <a:extLst>
                  <a:ext uri="{FF2B5EF4-FFF2-40B4-BE49-F238E27FC236}">
                    <a16:creationId xmlns:a16="http://schemas.microsoft.com/office/drawing/2014/main" id="{50622067-EBB2-7FE6-A46A-919DE22F9E22}"/>
                  </a:ext>
                </a:extLst>
              </p:cNvPr>
              <p:cNvSpPr/>
              <p:nvPr userDrawn="1"/>
            </p:nvSpPr>
            <p:spPr>
              <a:xfrm>
                <a:off x="12574450" y="6111529"/>
                <a:ext cx="46293" cy="126577"/>
              </a:xfrm>
              <a:prstGeom prst="rect">
                <a:avLst/>
              </a:prstGeom>
              <a:solidFill>
                <a:srgbClr val="4D82B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0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Medium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13" name="Rechthoek 59">
                <a:extLst>
                  <a:ext uri="{FF2B5EF4-FFF2-40B4-BE49-F238E27FC236}">
                    <a16:creationId xmlns:a16="http://schemas.microsoft.com/office/drawing/2014/main" id="{D6CB66BB-BF43-CFA9-C3F3-0C598D80515E}"/>
                  </a:ext>
                </a:extLst>
              </p:cNvPr>
              <p:cNvSpPr/>
              <p:nvPr userDrawn="1"/>
            </p:nvSpPr>
            <p:spPr>
              <a:xfrm>
                <a:off x="12635427" y="6053892"/>
                <a:ext cx="46293" cy="184215"/>
              </a:xfrm>
              <a:prstGeom prst="rect">
                <a:avLst/>
              </a:prstGeom>
              <a:solidFill>
                <a:srgbClr val="EDC87E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0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Medium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14" name="Rechthoek 60">
                <a:extLst>
                  <a:ext uri="{FF2B5EF4-FFF2-40B4-BE49-F238E27FC236}">
                    <a16:creationId xmlns:a16="http://schemas.microsoft.com/office/drawing/2014/main" id="{ACCFF340-F642-6D29-C3FE-FCF85D96FCAB}"/>
                  </a:ext>
                </a:extLst>
              </p:cNvPr>
              <p:cNvSpPr/>
              <p:nvPr userDrawn="1"/>
            </p:nvSpPr>
            <p:spPr>
              <a:xfrm>
                <a:off x="12697389" y="6094907"/>
                <a:ext cx="46293" cy="143200"/>
              </a:xfrm>
              <a:prstGeom prst="rect">
                <a:avLst/>
              </a:prstGeom>
              <a:solidFill>
                <a:srgbClr val="80808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0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Medium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grpSp>
          <p:nvGrpSpPr>
            <p:cNvPr id="193" name="Groep 39">
              <a:extLst>
                <a:ext uri="{FF2B5EF4-FFF2-40B4-BE49-F238E27FC236}">
                  <a16:creationId xmlns:a16="http://schemas.microsoft.com/office/drawing/2014/main" id="{05E05B7C-B8AF-0953-F457-EE7966947412}"/>
                </a:ext>
              </a:extLst>
            </p:cNvPr>
            <p:cNvGrpSpPr/>
            <p:nvPr userDrawn="1"/>
          </p:nvGrpSpPr>
          <p:grpSpPr>
            <a:xfrm>
              <a:off x="-3261070" y="3635199"/>
              <a:ext cx="168905" cy="104490"/>
              <a:chOff x="-3261070" y="3620931"/>
              <a:chExt cx="193920" cy="119965"/>
            </a:xfrm>
          </p:grpSpPr>
          <p:sp>
            <p:nvSpPr>
              <p:cNvPr id="194" name="Rechthoek 40">
                <a:extLst>
                  <a:ext uri="{FF2B5EF4-FFF2-40B4-BE49-F238E27FC236}">
                    <a16:creationId xmlns:a16="http://schemas.microsoft.com/office/drawing/2014/main" id="{B267FD0E-50B3-ED1E-BDA7-851A59B4203D}"/>
                  </a:ext>
                </a:extLst>
              </p:cNvPr>
              <p:cNvSpPr/>
              <p:nvPr userDrawn="1"/>
            </p:nvSpPr>
            <p:spPr>
              <a:xfrm>
                <a:off x="-3261070" y="3643881"/>
                <a:ext cx="142985" cy="95206"/>
              </a:xfrm>
              <a:prstGeom prst="rect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Medium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grpSp>
            <p:nvGrpSpPr>
              <p:cNvPr id="195" name="Groep 41">
                <a:extLst>
                  <a:ext uri="{FF2B5EF4-FFF2-40B4-BE49-F238E27FC236}">
                    <a16:creationId xmlns:a16="http://schemas.microsoft.com/office/drawing/2014/main" id="{F30074D2-34A3-8D6E-DCAB-3722DD0FD7CB}"/>
                  </a:ext>
                </a:extLst>
              </p:cNvPr>
              <p:cNvGrpSpPr/>
              <p:nvPr userDrawn="1"/>
            </p:nvGrpSpPr>
            <p:grpSpPr>
              <a:xfrm>
                <a:off x="-3261070" y="3622063"/>
                <a:ext cx="141113" cy="117345"/>
                <a:chOff x="1094874" y="-878306"/>
                <a:chExt cx="867364" cy="613611"/>
              </a:xfrm>
            </p:grpSpPr>
            <p:cxnSp>
              <p:nvCxnSpPr>
                <p:cNvPr id="205" name="Rechte verbindingslijn 51">
                  <a:extLst>
                    <a:ext uri="{FF2B5EF4-FFF2-40B4-BE49-F238E27FC236}">
                      <a16:creationId xmlns:a16="http://schemas.microsoft.com/office/drawing/2014/main" id="{C3CD25A7-1CC4-B557-EDCE-25D0BDC7D5BF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094874" y="-878305"/>
                  <a:ext cx="0" cy="61361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206" name="Rechte verbindingslijn 52">
                  <a:extLst>
                    <a:ext uri="{FF2B5EF4-FFF2-40B4-BE49-F238E27FC236}">
                      <a16:creationId xmlns:a16="http://schemas.microsoft.com/office/drawing/2014/main" id="{A46D0408-63B8-08B0-A323-B019E6DF1DB0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962238" y="-878306"/>
                  <a:ext cx="0" cy="613611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</p:cxnSp>
            <p:grpSp>
              <p:nvGrpSpPr>
                <p:cNvPr id="207" name="Groep 53">
                  <a:extLst>
                    <a:ext uri="{FF2B5EF4-FFF2-40B4-BE49-F238E27FC236}">
                      <a16:creationId xmlns:a16="http://schemas.microsoft.com/office/drawing/2014/main" id="{2BACB573-036D-E6C9-0B7F-E33446B9358C}"/>
                    </a:ext>
                  </a:extLst>
                </p:cNvPr>
                <p:cNvGrpSpPr/>
                <p:nvPr userDrawn="1"/>
              </p:nvGrpSpPr>
              <p:grpSpPr>
                <a:xfrm>
                  <a:off x="1270535" y="-878306"/>
                  <a:ext cx="526983" cy="613611"/>
                  <a:chOff x="1270535" y="-745959"/>
                  <a:chExt cx="526983" cy="481264"/>
                </a:xfrm>
              </p:grpSpPr>
              <p:cxnSp>
                <p:nvCxnSpPr>
                  <p:cNvPr id="208" name="Rechte verbindingslijn 54">
                    <a:extLst>
                      <a:ext uri="{FF2B5EF4-FFF2-40B4-BE49-F238E27FC236}">
                        <a16:creationId xmlns:a16="http://schemas.microsoft.com/office/drawing/2014/main" id="{3CDD1ACD-FCFB-E2CD-461B-88D6233A355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446196" y="-745959"/>
                    <a:ext cx="0" cy="48126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209" name="Rechte verbindingslijn 55">
                    <a:extLst>
                      <a:ext uri="{FF2B5EF4-FFF2-40B4-BE49-F238E27FC236}">
                        <a16:creationId xmlns:a16="http://schemas.microsoft.com/office/drawing/2014/main" id="{357CF4B3-FD8E-87BB-4FAC-AE23E63E2310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270535" y="-745959"/>
                    <a:ext cx="0" cy="48126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210" name="Rechte verbindingslijn 56">
                    <a:extLst>
                      <a:ext uri="{FF2B5EF4-FFF2-40B4-BE49-F238E27FC236}">
                        <a16:creationId xmlns:a16="http://schemas.microsoft.com/office/drawing/2014/main" id="{41188420-A669-A264-D84A-3A30CA837EDE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621857" y="-745959"/>
                    <a:ext cx="0" cy="48126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211" name="Rechte verbindingslijn 57">
                    <a:extLst>
                      <a:ext uri="{FF2B5EF4-FFF2-40B4-BE49-F238E27FC236}">
                        <a16:creationId xmlns:a16="http://schemas.microsoft.com/office/drawing/2014/main" id="{919D1B41-F2A4-530A-4EB3-8C8E10C7B579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797518" y="-745959"/>
                    <a:ext cx="0" cy="481264"/>
                  </a:xfrm>
                  <a:prstGeom prst="line">
                    <a:avLst/>
                  </a:prstGeom>
                  <a:noFill/>
                  <a:ln w="3175" cap="flat" cmpd="sng" algn="ctr">
                    <a:solidFill>
                      <a:srgbClr val="818181"/>
                    </a:solidFill>
                    <a:prstDash val="solid"/>
                    <a:miter lim="800000"/>
                  </a:ln>
                  <a:effectLst/>
                </p:spPr>
              </p:cxnSp>
            </p:grpSp>
          </p:grpSp>
          <p:cxnSp>
            <p:nvCxnSpPr>
              <p:cNvPr id="196" name="Rechte verbindingslijn 42">
                <a:extLst>
                  <a:ext uri="{FF2B5EF4-FFF2-40B4-BE49-F238E27FC236}">
                    <a16:creationId xmlns:a16="http://schemas.microsoft.com/office/drawing/2014/main" id="{EB9A4926-4027-258C-2D51-E3CDE42D755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3260471" y="3739408"/>
                <a:ext cx="143329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81818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97" name="Rechte verbindingslijn 43">
                <a:extLst>
                  <a:ext uri="{FF2B5EF4-FFF2-40B4-BE49-F238E27FC236}">
                    <a16:creationId xmlns:a16="http://schemas.microsoft.com/office/drawing/2014/main" id="{B3110E7A-3705-6CCA-F305-30918B33D5F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3261070" y="3713352"/>
                <a:ext cx="142893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81818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98" name="Rechte verbindingslijn 44">
                <a:extLst>
                  <a:ext uri="{FF2B5EF4-FFF2-40B4-BE49-F238E27FC236}">
                    <a16:creationId xmlns:a16="http://schemas.microsoft.com/office/drawing/2014/main" id="{B6157E8B-B0DA-C994-54F6-583E4578045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3261070" y="3689677"/>
                <a:ext cx="142893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81818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99" name="Rechte verbindingslijn 45">
                <a:extLst>
                  <a:ext uri="{FF2B5EF4-FFF2-40B4-BE49-F238E27FC236}">
                    <a16:creationId xmlns:a16="http://schemas.microsoft.com/office/drawing/2014/main" id="{D05728E1-779A-2BE0-740F-4C3EDA104B9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3261070" y="3663621"/>
                <a:ext cx="142893" cy="0"/>
              </a:xfrm>
              <a:prstGeom prst="line">
                <a:avLst/>
              </a:prstGeom>
              <a:noFill/>
              <a:ln w="3175" cap="flat" cmpd="sng" algn="ctr">
                <a:solidFill>
                  <a:srgbClr val="818181"/>
                </a:solidFill>
                <a:prstDash val="solid"/>
                <a:miter lim="800000"/>
              </a:ln>
              <a:effectLst/>
            </p:spPr>
          </p:cxnSp>
          <p:sp>
            <p:nvSpPr>
              <p:cNvPr id="200" name="Rechthoek 46">
                <a:extLst>
                  <a:ext uri="{FF2B5EF4-FFF2-40B4-BE49-F238E27FC236}">
                    <a16:creationId xmlns:a16="http://schemas.microsoft.com/office/drawing/2014/main" id="{BE5DEF34-FE72-B4EC-F222-A1E00CA10C6D}"/>
                  </a:ext>
                </a:extLst>
              </p:cNvPr>
              <p:cNvSpPr/>
              <p:nvPr userDrawn="1"/>
            </p:nvSpPr>
            <p:spPr>
              <a:xfrm>
                <a:off x="-3261070" y="3620931"/>
                <a:ext cx="142893" cy="24910"/>
              </a:xfrm>
              <a:prstGeom prst="rect">
                <a:avLst/>
              </a:prstGeom>
              <a:solidFill>
                <a:srgbClr val="81818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Overpass Medium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grpSp>
            <p:nvGrpSpPr>
              <p:cNvPr id="201" name="Groep 47">
                <a:extLst>
                  <a:ext uri="{FF2B5EF4-FFF2-40B4-BE49-F238E27FC236}">
                    <a16:creationId xmlns:a16="http://schemas.microsoft.com/office/drawing/2014/main" id="{111A070B-8061-694E-97BB-82E64EC5CFA4}"/>
                  </a:ext>
                </a:extLst>
              </p:cNvPr>
              <p:cNvGrpSpPr/>
              <p:nvPr userDrawn="1"/>
            </p:nvGrpSpPr>
            <p:grpSpPr>
              <a:xfrm rot="2700000">
                <a:off x="-3158000" y="3650045"/>
                <a:ext cx="34350" cy="147351"/>
                <a:chOff x="3148392" y="-836646"/>
                <a:chExt cx="132124" cy="596095"/>
              </a:xfrm>
              <a:solidFill>
                <a:srgbClr val="3399FF"/>
              </a:solidFill>
            </p:grpSpPr>
            <p:sp>
              <p:nvSpPr>
                <p:cNvPr id="202" name="Rechthoek 48">
                  <a:extLst>
                    <a:ext uri="{FF2B5EF4-FFF2-40B4-BE49-F238E27FC236}">
                      <a16:creationId xmlns:a16="http://schemas.microsoft.com/office/drawing/2014/main" id="{A9FFD7EE-D47D-D6D6-2864-C3CB9C3C481D}"/>
                    </a:ext>
                  </a:extLst>
                </p:cNvPr>
                <p:cNvSpPr/>
                <p:nvPr userDrawn="1"/>
              </p:nvSpPr>
              <p:spPr>
                <a:xfrm>
                  <a:off x="3148632" y="-725510"/>
                  <a:ext cx="131884" cy="281356"/>
                </a:xfrm>
                <a:prstGeom prst="rect">
                  <a:avLst/>
                </a:prstGeom>
                <a:solidFill>
                  <a:srgbClr val="4D82B8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Overpass Medium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203" name="Rechthoek: afgeronde bovenhoeken 74">
                  <a:extLst>
                    <a:ext uri="{FF2B5EF4-FFF2-40B4-BE49-F238E27FC236}">
                      <a16:creationId xmlns:a16="http://schemas.microsoft.com/office/drawing/2014/main" id="{B187B7B4-0FE1-8F6C-9C03-672F092D2569}"/>
                    </a:ext>
                  </a:extLst>
                </p:cNvPr>
                <p:cNvSpPr/>
                <p:nvPr userDrawn="1"/>
              </p:nvSpPr>
              <p:spPr>
                <a:xfrm>
                  <a:off x="3148556" y="-836646"/>
                  <a:ext cx="131882" cy="8761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4D82B8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Overpass Medium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204" name="Gelijkbenige driehoek 75">
                  <a:extLst>
                    <a:ext uri="{FF2B5EF4-FFF2-40B4-BE49-F238E27FC236}">
                      <a16:creationId xmlns:a16="http://schemas.microsoft.com/office/drawing/2014/main" id="{4EDCA3EF-0EC3-90A2-7136-3E1CB9878785}"/>
                    </a:ext>
                  </a:extLst>
                </p:cNvPr>
                <p:cNvSpPr/>
                <p:nvPr userDrawn="1"/>
              </p:nvSpPr>
              <p:spPr>
                <a:xfrm rot="10800000">
                  <a:off x="3148392" y="-420304"/>
                  <a:ext cx="131887" cy="179753"/>
                </a:xfrm>
                <a:prstGeom prst="triangle">
                  <a:avLst/>
                </a:prstGeom>
                <a:solidFill>
                  <a:srgbClr val="4D82B8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193E"/>
                    </a:solidFill>
                    <a:effectLst/>
                    <a:uLnTx/>
                    <a:uFillTx/>
                    <a:latin typeface="Overpass Medium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</p:grpSp>
      </p:grpSp>
      <p:sp>
        <p:nvSpPr>
          <p:cNvPr id="172" name="Rechthoek 18">
            <a:extLst>
              <a:ext uri="{FF2B5EF4-FFF2-40B4-BE49-F238E27FC236}">
                <a16:creationId xmlns:a16="http://schemas.microsoft.com/office/drawing/2014/main" id="{6B56951A-0298-1650-4D22-B7F1289EBA93}"/>
              </a:ext>
            </a:extLst>
          </p:cNvPr>
          <p:cNvSpPr/>
          <p:nvPr userDrawn="1"/>
        </p:nvSpPr>
        <p:spPr>
          <a:xfrm>
            <a:off x="296709" y="276508"/>
            <a:ext cx="3593091" cy="3394057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all" spc="0" normalizeH="0" baseline="0" noProof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</a:t>
            </a:r>
            <a:r>
              <a:rPr kumimoji="0" lang="en-GB" sz="1050" b="1" i="0" u="none" strike="noStrike" kern="0" cap="all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/FORMAT CHART</a:t>
            </a:r>
          </a:p>
        </p:txBody>
      </p:sp>
      <p:sp>
        <p:nvSpPr>
          <p:cNvPr id="173" name="Ovaal 19">
            <a:extLst>
              <a:ext uri="{FF2B5EF4-FFF2-40B4-BE49-F238E27FC236}">
                <a16:creationId xmlns:a16="http://schemas.microsoft.com/office/drawing/2014/main" id="{780890C1-7F86-0C72-6393-432D2BF6F1C2}"/>
              </a:ext>
            </a:extLst>
          </p:cNvPr>
          <p:cNvSpPr>
            <a:spLocks noChangeAspect="1"/>
          </p:cNvSpPr>
          <p:nvPr userDrawn="1"/>
        </p:nvSpPr>
        <p:spPr>
          <a:xfrm>
            <a:off x="479287" y="741831"/>
            <a:ext cx="144000" cy="14400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1</a:t>
            </a:r>
          </a:p>
        </p:txBody>
      </p:sp>
      <p:sp>
        <p:nvSpPr>
          <p:cNvPr id="174" name="Rechthoek 20">
            <a:extLst>
              <a:ext uri="{FF2B5EF4-FFF2-40B4-BE49-F238E27FC236}">
                <a16:creationId xmlns:a16="http://schemas.microsoft.com/office/drawing/2014/main" id="{0C0894F3-E42E-0B2C-B3E0-4E8D654AB9C0}"/>
              </a:ext>
            </a:extLst>
          </p:cNvPr>
          <p:cNvSpPr/>
          <p:nvPr userDrawn="1"/>
        </p:nvSpPr>
        <p:spPr>
          <a:xfrm>
            <a:off x="763459" y="741831"/>
            <a:ext cx="2944682" cy="65802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If necessary, delete the existing chart using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Backspace Key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". Click on the icon to insert a new chart.</a:t>
            </a:r>
          </a:p>
        </p:txBody>
      </p:sp>
      <p:sp>
        <p:nvSpPr>
          <p:cNvPr id="175" name="Ovaal 21">
            <a:extLst>
              <a:ext uri="{FF2B5EF4-FFF2-40B4-BE49-F238E27FC236}">
                <a16:creationId xmlns:a16="http://schemas.microsoft.com/office/drawing/2014/main" id="{FA7555D4-E308-D211-9CA0-C19EE2E9BC6B}"/>
              </a:ext>
            </a:extLst>
          </p:cNvPr>
          <p:cNvSpPr>
            <a:spLocks noChangeAspect="1"/>
          </p:cNvSpPr>
          <p:nvPr userDrawn="1"/>
        </p:nvSpPr>
        <p:spPr>
          <a:xfrm>
            <a:off x="479287" y="1712346"/>
            <a:ext cx="144000" cy="14400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2</a:t>
            </a:r>
          </a:p>
        </p:txBody>
      </p:sp>
      <p:sp>
        <p:nvSpPr>
          <p:cNvPr id="176" name="Rechthoek 22">
            <a:extLst>
              <a:ext uri="{FF2B5EF4-FFF2-40B4-BE49-F238E27FC236}">
                <a16:creationId xmlns:a16="http://schemas.microsoft.com/office/drawing/2014/main" id="{9EB161A9-7248-5D69-8027-3A40AA7EAF59}"/>
              </a:ext>
            </a:extLst>
          </p:cNvPr>
          <p:cNvSpPr/>
          <p:nvPr userDrawn="1"/>
        </p:nvSpPr>
        <p:spPr>
          <a:xfrm>
            <a:off x="763459" y="1712347"/>
            <a:ext cx="2944682" cy="32633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Select the desired chart and click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Insert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".</a:t>
            </a:r>
          </a:p>
        </p:txBody>
      </p:sp>
      <p:grpSp>
        <p:nvGrpSpPr>
          <p:cNvPr id="177" name="Groep 23">
            <a:extLst>
              <a:ext uri="{FF2B5EF4-FFF2-40B4-BE49-F238E27FC236}">
                <a16:creationId xmlns:a16="http://schemas.microsoft.com/office/drawing/2014/main" id="{D0EACB7B-48BC-BEB4-F1FA-48A4C516CDBC}"/>
              </a:ext>
            </a:extLst>
          </p:cNvPr>
          <p:cNvGrpSpPr/>
          <p:nvPr userDrawn="1"/>
        </p:nvGrpSpPr>
        <p:grpSpPr>
          <a:xfrm>
            <a:off x="771555" y="1989998"/>
            <a:ext cx="825500" cy="209550"/>
            <a:chOff x="13504624" y="2482850"/>
            <a:chExt cx="825500" cy="209550"/>
          </a:xfrm>
        </p:grpSpPr>
        <p:sp>
          <p:nvSpPr>
            <p:cNvPr id="184" name="Rechthoek 30">
              <a:extLst>
                <a:ext uri="{FF2B5EF4-FFF2-40B4-BE49-F238E27FC236}">
                  <a16:creationId xmlns:a16="http://schemas.microsoft.com/office/drawing/2014/main" id="{3DE154AC-7825-406D-542D-F39561C8ACDF}"/>
                </a:ext>
              </a:extLst>
            </p:cNvPr>
            <p:cNvSpPr/>
            <p:nvPr userDrawn="1"/>
          </p:nvSpPr>
          <p:spPr>
            <a:xfrm>
              <a:off x="13504624" y="2482850"/>
              <a:ext cx="825500" cy="209550"/>
            </a:xfrm>
            <a:prstGeom prst="rect">
              <a:avLst/>
            </a:prstGeom>
            <a:solidFill>
              <a:srgbClr val="E5F1FB"/>
            </a:solidFill>
            <a:ln w="12700" cap="flat" cmpd="sng" algn="ctr">
              <a:solidFill>
                <a:srgbClr val="0B7ED9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Insert</a:t>
              </a:r>
            </a:p>
          </p:txBody>
        </p:sp>
        <p:cxnSp>
          <p:nvCxnSpPr>
            <p:cNvPr id="185" name="Rechte verbindingslijn 31">
              <a:extLst>
                <a:ext uri="{FF2B5EF4-FFF2-40B4-BE49-F238E27FC236}">
                  <a16:creationId xmlns:a16="http://schemas.microsoft.com/office/drawing/2014/main" id="{C66E004E-8332-FA2D-43F0-E3520F9DF140}"/>
                </a:ext>
              </a:extLst>
            </p:cNvPr>
            <p:cNvCxnSpPr/>
            <p:nvPr userDrawn="1"/>
          </p:nvCxnSpPr>
          <p:spPr>
            <a:xfrm>
              <a:off x="14155269" y="2515250"/>
              <a:ext cx="0" cy="142717"/>
            </a:xfrm>
            <a:prstGeom prst="line">
              <a:avLst/>
            </a:prstGeom>
            <a:noFill/>
            <a:ln w="3175" cap="flat" cmpd="sng" algn="ctr">
              <a:solidFill>
                <a:srgbClr val="44546A"/>
              </a:solidFill>
              <a:prstDash val="solid"/>
            </a:ln>
            <a:effectLst/>
          </p:spPr>
        </p:cxnSp>
        <p:sp>
          <p:nvSpPr>
            <p:cNvPr id="186" name="Gelijkbenige driehoek 56">
              <a:extLst>
                <a:ext uri="{FF2B5EF4-FFF2-40B4-BE49-F238E27FC236}">
                  <a16:creationId xmlns:a16="http://schemas.microsoft.com/office/drawing/2014/main" id="{CD9A4964-7436-B743-62D1-6DE57B7D2136}"/>
                </a:ext>
              </a:extLst>
            </p:cNvPr>
            <p:cNvSpPr/>
            <p:nvPr userDrawn="1"/>
          </p:nvSpPr>
          <p:spPr>
            <a:xfrm rot="10800000">
              <a:off x="14196089" y="2566904"/>
              <a:ext cx="86866" cy="51147"/>
            </a:xfrm>
            <a:prstGeom prst="triangle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900" b="1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latin typeface="Overpass Black"/>
                <a:ea typeface="Open Sans ExtraBold" panose="020B0606030504020204" pitchFamily="34" charset="0"/>
                <a:cs typeface="Open Sans ExtraBold" panose="020B0606030504020204" pitchFamily="34" charset="0"/>
              </a:endParaRPr>
            </a:p>
          </p:txBody>
        </p:sp>
      </p:grpSp>
      <p:grpSp>
        <p:nvGrpSpPr>
          <p:cNvPr id="178" name="Groep 24">
            <a:extLst>
              <a:ext uri="{FF2B5EF4-FFF2-40B4-BE49-F238E27FC236}">
                <a16:creationId xmlns:a16="http://schemas.microsoft.com/office/drawing/2014/main" id="{DD28576A-C29D-4EB8-C425-9DAADEDE287A}"/>
              </a:ext>
            </a:extLst>
          </p:cNvPr>
          <p:cNvGrpSpPr/>
          <p:nvPr userDrawn="1"/>
        </p:nvGrpSpPr>
        <p:grpSpPr>
          <a:xfrm>
            <a:off x="766275" y="1186932"/>
            <a:ext cx="289372" cy="314992"/>
            <a:chOff x="7322769" y="-310267"/>
            <a:chExt cx="289372" cy="314992"/>
          </a:xfrm>
        </p:grpSpPr>
        <p:sp>
          <p:nvSpPr>
            <p:cNvPr id="181" name="Rechthoek 27">
              <a:extLst>
                <a:ext uri="{FF2B5EF4-FFF2-40B4-BE49-F238E27FC236}">
                  <a16:creationId xmlns:a16="http://schemas.microsoft.com/office/drawing/2014/main" id="{6BE5BF03-777C-FF2D-9033-06468B8CCF4D}"/>
                </a:ext>
              </a:extLst>
            </p:cNvPr>
            <p:cNvSpPr/>
            <p:nvPr userDrawn="1"/>
          </p:nvSpPr>
          <p:spPr>
            <a:xfrm>
              <a:off x="7322769" y="-211712"/>
              <a:ext cx="79156" cy="216437"/>
            </a:xfrm>
            <a:prstGeom prst="rect">
              <a:avLst/>
            </a:prstGeom>
            <a:solidFill>
              <a:srgbClr val="4D82B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60000"/>
                  </a:srgbClr>
                </a:solidFill>
                <a:effectLst/>
                <a:uLnTx/>
                <a:uFillTx/>
                <a:latin typeface="Overpass Medium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82" name="Rechthoek 28">
              <a:extLst>
                <a:ext uri="{FF2B5EF4-FFF2-40B4-BE49-F238E27FC236}">
                  <a16:creationId xmlns:a16="http://schemas.microsoft.com/office/drawing/2014/main" id="{CA8AD5EE-AD66-C6B2-E874-20BC9AF657BE}"/>
                </a:ext>
              </a:extLst>
            </p:cNvPr>
            <p:cNvSpPr/>
            <p:nvPr userDrawn="1"/>
          </p:nvSpPr>
          <p:spPr>
            <a:xfrm>
              <a:off x="7427035" y="-310267"/>
              <a:ext cx="79156" cy="314992"/>
            </a:xfrm>
            <a:prstGeom prst="rect">
              <a:avLst/>
            </a:prstGeom>
            <a:solidFill>
              <a:srgbClr val="FFCC6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60000"/>
                  </a:srgbClr>
                </a:solidFill>
                <a:effectLst/>
                <a:uLnTx/>
                <a:uFillTx/>
                <a:latin typeface="Overpass Medium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83" name="Rechthoek 29">
              <a:extLst>
                <a:ext uri="{FF2B5EF4-FFF2-40B4-BE49-F238E27FC236}">
                  <a16:creationId xmlns:a16="http://schemas.microsoft.com/office/drawing/2014/main" id="{076A311A-32CA-056F-2384-94CD95F54C64}"/>
                </a:ext>
              </a:extLst>
            </p:cNvPr>
            <p:cNvSpPr/>
            <p:nvPr userDrawn="1"/>
          </p:nvSpPr>
          <p:spPr>
            <a:xfrm>
              <a:off x="7532985" y="-240134"/>
              <a:ext cx="79156" cy="244859"/>
            </a:xfrm>
            <a:prstGeom prst="rect">
              <a:avLst/>
            </a:prstGeom>
            <a:solidFill>
              <a:srgbClr val="80808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60000"/>
                  </a:srgbClr>
                </a:solidFill>
                <a:effectLst/>
                <a:uLnTx/>
                <a:uFillTx/>
                <a:latin typeface="Overpass Medium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179" name="Ovaal 25">
            <a:extLst>
              <a:ext uri="{FF2B5EF4-FFF2-40B4-BE49-F238E27FC236}">
                <a16:creationId xmlns:a16="http://schemas.microsoft.com/office/drawing/2014/main" id="{A6D402AE-37C9-6B75-F67C-9C0BD5B0E03F}"/>
              </a:ext>
            </a:extLst>
          </p:cNvPr>
          <p:cNvSpPr>
            <a:spLocks noChangeAspect="1"/>
          </p:cNvSpPr>
          <p:nvPr userDrawn="1"/>
        </p:nvSpPr>
        <p:spPr>
          <a:xfrm>
            <a:off x="479287" y="2470707"/>
            <a:ext cx="144000" cy="14400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3</a:t>
            </a:r>
          </a:p>
        </p:txBody>
      </p:sp>
      <p:sp>
        <p:nvSpPr>
          <p:cNvPr id="180" name="Rechthoek 26">
            <a:extLst>
              <a:ext uri="{FF2B5EF4-FFF2-40B4-BE49-F238E27FC236}">
                <a16:creationId xmlns:a16="http://schemas.microsoft.com/office/drawing/2014/main" id="{0E869F7A-EA3E-B09D-91B7-1584E680CE92}"/>
              </a:ext>
            </a:extLst>
          </p:cNvPr>
          <p:cNvSpPr/>
          <p:nvPr userDrawn="1"/>
        </p:nvSpPr>
        <p:spPr>
          <a:xfrm>
            <a:off x="763459" y="2470708"/>
            <a:ext cx="2944682" cy="65393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Change the chart format by clicking on the chart elements that you wish to format and navigating to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Chart Tools - Format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" tab.</a:t>
            </a:r>
          </a:p>
        </p:txBody>
      </p:sp>
      <p:sp>
        <p:nvSpPr>
          <p:cNvPr id="286" name="Rechthoek 13">
            <a:extLst>
              <a:ext uri="{FF2B5EF4-FFF2-40B4-BE49-F238E27FC236}">
                <a16:creationId xmlns:a16="http://schemas.microsoft.com/office/drawing/2014/main" id="{F85C857C-F9C2-C845-A714-3046B43D5062}"/>
              </a:ext>
            </a:extLst>
          </p:cNvPr>
          <p:cNvSpPr/>
          <p:nvPr userDrawn="1"/>
        </p:nvSpPr>
        <p:spPr>
          <a:xfrm>
            <a:off x="4486558" y="276508"/>
            <a:ext cx="3593091" cy="2891583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all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INSERT/FORMAT </a:t>
            </a:r>
            <a:r>
              <a:rPr kumimoji="0" lang="en-GB" sz="1050" b="1" i="0" u="none" strike="noStrike" kern="0" cap="all" spc="0" normalizeH="0" baseline="0" noProof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TABLe</a:t>
            </a:r>
            <a:endParaRPr kumimoji="0" lang="en-GB" sz="1050" b="1" i="0" u="none" strike="noStrike" kern="0" cap="all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287" name="Ovaal 14">
            <a:extLst>
              <a:ext uri="{FF2B5EF4-FFF2-40B4-BE49-F238E27FC236}">
                <a16:creationId xmlns:a16="http://schemas.microsoft.com/office/drawing/2014/main" id="{12D9EADA-E3F4-BF2D-EB0D-4CFBE9844388}"/>
              </a:ext>
            </a:extLst>
          </p:cNvPr>
          <p:cNvSpPr>
            <a:spLocks noChangeAspect="1"/>
          </p:cNvSpPr>
          <p:nvPr userDrawn="1"/>
        </p:nvSpPr>
        <p:spPr>
          <a:xfrm>
            <a:off x="4669136" y="741831"/>
            <a:ext cx="144000" cy="14400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1</a:t>
            </a:r>
          </a:p>
        </p:txBody>
      </p:sp>
      <p:sp>
        <p:nvSpPr>
          <p:cNvPr id="288" name="Rechthoek 15">
            <a:extLst>
              <a:ext uri="{FF2B5EF4-FFF2-40B4-BE49-F238E27FC236}">
                <a16:creationId xmlns:a16="http://schemas.microsoft.com/office/drawing/2014/main" id="{033F3ACE-9E32-0CF8-FA25-F45651208072}"/>
              </a:ext>
            </a:extLst>
          </p:cNvPr>
          <p:cNvSpPr/>
          <p:nvPr userDrawn="1"/>
        </p:nvSpPr>
        <p:spPr>
          <a:xfrm>
            <a:off x="4953307" y="741831"/>
            <a:ext cx="3126329" cy="65802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If necessary, delete the existing table using the "</a:t>
            </a:r>
            <a:r>
              <a:rPr kumimoji="0" lang="en-GB" sz="1050" b="1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Backspace Key</a:t>
            </a:r>
            <a:r>
              <a: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". Click on the icon to insert a new table</a:t>
            </a:r>
          </a:p>
        </p:txBody>
      </p:sp>
      <p:sp>
        <p:nvSpPr>
          <p:cNvPr id="289" name="Ovaal 16">
            <a:extLst>
              <a:ext uri="{FF2B5EF4-FFF2-40B4-BE49-F238E27FC236}">
                <a16:creationId xmlns:a16="http://schemas.microsoft.com/office/drawing/2014/main" id="{B015E5BF-35C9-2440-BD95-D161CBF45946}"/>
              </a:ext>
            </a:extLst>
          </p:cNvPr>
          <p:cNvSpPr>
            <a:spLocks noChangeAspect="1"/>
          </p:cNvSpPr>
          <p:nvPr userDrawn="1"/>
        </p:nvSpPr>
        <p:spPr>
          <a:xfrm>
            <a:off x="4669136" y="1707933"/>
            <a:ext cx="144000" cy="14400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2</a:t>
            </a:r>
          </a:p>
        </p:txBody>
      </p:sp>
      <p:sp>
        <p:nvSpPr>
          <p:cNvPr id="290" name="Rechthoek 17">
            <a:extLst>
              <a:ext uri="{FF2B5EF4-FFF2-40B4-BE49-F238E27FC236}">
                <a16:creationId xmlns:a16="http://schemas.microsoft.com/office/drawing/2014/main" id="{765C0E79-FFFD-8853-50C2-7BC32237E329}"/>
              </a:ext>
            </a:extLst>
          </p:cNvPr>
          <p:cNvSpPr/>
          <p:nvPr userDrawn="1"/>
        </p:nvSpPr>
        <p:spPr>
          <a:xfrm>
            <a:off x="4953308" y="1707934"/>
            <a:ext cx="2944682" cy="32633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Select the desired table and click "</a:t>
            </a:r>
            <a:r>
              <a:rPr kumimoji="0" lang="en-GB" sz="1050" b="1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Insert</a:t>
            </a:r>
            <a:r>
              <a: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".</a:t>
            </a:r>
          </a:p>
        </p:txBody>
      </p:sp>
      <p:grpSp>
        <p:nvGrpSpPr>
          <p:cNvPr id="291" name="Groep 18">
            <a:extLst>
              <a:ext uri="{FF2B5EF4-FFF2-40B4-BE49-F238E27FC236}">
                <a16:creationId xmlns:a16="http://schemas.microsoft.com/office/drawing/2014/main" id="{C0637165-3A4B-9C58-51D8-AE35479F0972}"/>
              </a:ext>
            </a:extLst>
          </p:cNvPr>
          <p:cNvGrpSpPr/>
          <p:nvPr userDrawn="1"/>
        </p:nvGrpSpPr>
        <p:grpSpPr>
          <a:xfrm>
            <a:off x="5075278" y="1989481"/>
            <a:ext cx="825500" cy="209550"/>
            <a:chOff x="13504624" y="2482850"/>
            <a:chExt cx="825500" cy="209550"/>
          </a:xfrm>
        </p:grpSpPr>
        <p:sp>
          <p:nvSpPr>
            <p:cNvPr id="309" name="Rechthoek 36">
              <a:extLst>
                <a:ext uri="{FF2B5EF4-FFF2-40B4-BE49-F238E27FC236}">
                  <a16:creationId xmlns:a16="http://schemas.microsoft.com/office/drawing/2014/main" id="{7BD67F4A-88B8-1123-1F12-BCEE50128934}"/>
                </a:ext>
              </a:extLst>
            </p:cNvPr>
            <p:cNvSpPr/>
            <p:nvPr userDrawn="1"/>
          </p:nvSpPr>
          <p:spPr>
            <a:xfrm>
              <a:off x="13504624" y="2482850"/>
              <a:ext cx="825500" cy="209550"/>
            </a:xfrm>
            <a:prstGeom prst="rect">
              <a:avLst/>
            </a:prstGeom>
            <a:solidFill>
              <a:srgbClr val="E5F1FB"/>
            </a:solidFill>
            <a:ln w="12700" cap="flat" cmpd="sng" algn="ctr">
              <a:solidFill>
                <a:srgbClr val="0B7ED9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0" cap="none" spc="0" normalizeH="0" baseline="0" noProof="0">
                  <a:ln>
                    <a:noFill/>
                  </a:ln>
                  <a:solidFill>
                    <a:srgbClr val="00193E"/>
                  </a:solidFill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Insert</a:t>
              </a:r>
            </a:p>
          </p:txBody>
        </p:sp>
        <p:cxnSp>
          <p:nvCxnSpPr>
            <p:cNvPr id="310" name="Rechte verbindingslijn 37">
              <a:extLst>
                <a:ext uri="{FF2B5EF4-FFF2-40B4-BE49-F238E27FC236}">
                  <a16:creationId xmlns:a16="http://schemas.microsoft.com/office/drawing/2014/main" id="{3450B5BD-06A7-9371-A16D-582AFECF027B}"/>
                </a:ext>
              </a:extLst>
            </p:cNvPr>
            <p:cNvCxnSpPr/>
            <p:nvPr userDrawn="1"/>
          </p:nvCxnSpPr>
          <p:spPr>
            <a:xfrm>
              <a:off x="14155269" y="2515250"/>
              <a:ext cx="0" cy="142717"/>
            </a:xfrm>
            <a:prstGeom prst="line">
              <a:avLst/>
            </a:prstGeom>
            <a:noFill/>
            <a:ln w="3175" cap="flat" cmpd="sng" algn="ctr">
              <a:solidFill>
                <a:srgbClr val="44546A"/>
              </a:solidFill>
              <a:prstDash val="solid"/>
            </a:ln>
            <a:effectLst/>
          </p:spPr>
        </p:cxnSp>
        <p:sp>
          <p:nvSpPr>
            <p:cNvPr id="311" name="Gelijkbenige driehoek 56">
              <a:extLst>
                <a:ext uri="{FF2B5EF4-FFF2-40B4-BE49-F238E27FC236}">
                  <a16:creationId xmlns:a16="http://schemas.microsoft.com/office/drawing/2014/main" id="{D938BB97-F9CC-1432-7CDE-C141847C6EDE}"/>
                </a:ext>
              </a:extLst>
            </p:cNvPr>
            <p:cNvSpPr/>
            <p:nvPr userDrawn="1"/>
          </p:nvSpPr>
          <p:spPr>
            <a:xfrm rot="10800000">
              <a:off x="14196089" y="2566904"/>
              <a:ext cx="86866" cy="51147"/>
            </a:xfrm>
            <a:prstGeom prst="triangle">
              <a:avLst/>
            </a:prstGeom>
            <a:solidFill>
              <a:srgbClr val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900" b="1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latin typeface="Overpass Black"/>
                <a:ea typeface="Open Sans ExtraBold" panose="020B0606030504020204" pitchFamily="34" charset="0"/>
                <a:cs typeface="Open Sans ExtraBold" panose="020B0606030504020204" pitchFamily="34" charset="0"/>
              </a:endParaRPr>
            </a:p>
          </p:txBody>
        </p:sp>
      </p:grpSp>
      <p:sp>
        <p:nvSpPr>
          <p:cNvPr id="292" name="Ovaal 19">
            <a:extLst>
              <a:ext uri="{FF2B5EF4-FFF2-40B4-BE49-F238E27FC236}">
                <a16:creationId xmlns:a16="http://schemas.microsoft.com/office/drawing/2014/main" id="{8B36C639-B14B-4A2C-E571-6AFB915DA282}"/>
              </a:ext>
            </a:extLst>
          </p:cNvPr>
          <p:cNvSpPr>
            <a:spLocks noChangeAspect="1"/>
          </p:cNvSpPr>
          <p:nvPr userDrawn="1"/>
        </p:nvSpPr>
        <p:spPr>
          <a:xfrm>
            <a:off x="4669136" y="2418671"/>
            <a:ext cx="144000" cy="144000"/>
          </a:xfrm>
          <a:prstGeom prst="ellipse">
            <a:avLst/>
          </a:prstGeom>
          <a:solidFill>
            <a:schemeClr val="tx1"/>
          </a:soli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3</a:t>
            </a:r>
          </a:p>
        </p:txBody>
      </p:sp>
      <p:sp>
        <p:nvSpPr>
          <p:cNvPr id="293" name="Rechthoek 20">
            <a:extLst>
              <a:ext uri="{FF2B5EF4-FFF2-40B4-BE49-F238E27FC236}">
                <a16:creationId xmlns:a16="http://schemas.microsoft.com/office/drawing/2014/main" id="{65750195-68C7-230F-9374-FDFF9ED5FCBA}"/>
              </a:ext>
            </a:extLst>
          </p:cNvPr>
          <p:cNvSpPr/>
          <p:nvPr/>
        </p:nvSpPr>
        <p:spPr>
          <a:xfrm>
            <a:off x="4959284" y="2418672"/>
            <a:ext cx="2944682" cy="65393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Change the table layout by clicking on the table elements that you wish to change and navigating to the "</a:t>
            </a:r>
            <a:r>
              <a:rPr kumimoji="0" lang="en-GB" sz="1050" b="1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Table Layout </a:t>
            </a:r>
            <a:r>
              <a: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or </a:t>
            </a:r>
            <a:r>
              <a:rPr kumimoji="0" lang="en-GB" sz="1050" b="1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ea typeface="Open Sans ExtraBold" panose="020B0606030504020204" pitchFamily="34" charset="0"/>
                <a:cs typeface="Open Sans ExtraBold" panose="020B0606030504020204" pitchFamily="34" charset="0"/>
              </a:rPr>
              <a:t>Table Design</a:t>
            </a:r>
            <a:r>
              <a: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00193E"/>
                </a:solidFill>
                <a:effectLst/>
                <a:uLnTx/>
                <a:uFillTx/>
                <a:ea typeface="Open Sans Light" panose="020B0606030504020204" pitchFamily="34" charset="0"/>
                <a:cs typeface="Open Sans Light" panose="020B0606030504020204" pitchFamily="34" charset="0"/>
              </a:rPr>
              <a:t>" tab.</a:t>
            </a:r>
          </a:p>
        </p:txBody>
      </p:sp>
      <p:grpSp>
        <p:nvGrpSpPr>
          <p:cNvPr id="294" name="Groep 21">
            <a:extLst>
              <a:ext uri="{FF2B5EF4-FFF2-40B4-BE49-F238E27FC236}">
                <a16:creationId xmlns:a16="http://schemas.microsoft.com/office/drawing/2014/main" id="{5608A36D-68CA-DD0A-3F49-BBBCD4C9391B}"/>
              </a:ext>
            </a:extLst>
          </p:cNvPr>
          <p:cNvGrpSpPr/>
          <p:nvPr userDrawn="1"/>
        </p:nvGrpSpPr>
        <p:grpSpPr>
          <a:xfrm>
            <a:off x="5075278" y="1176993"/>
            <a:ext cx="426684" cy="356478"/>
            <a:chOff x="-3261070" y="3620931"/>
            <a:chExt cx="143928" cy="118477"/>
          </a:xfrm>
        </p:grpSpPr>
        <p:sp>
          <p:nvSpPr>
            <p:cNvPr id="295" name="Rechthoek 22">
              <a:extLst>
                <a:ext uri="{FF2B5EF4-FFF2-40B4-BE49-F238E27FC236}">
                  <a16:creationId xmlns:a16="http://schemas.microsoft.com/office/drawing/2014/main" id="{9263406C-C409-0907-262B-C3DA85184AC6}"/>
                </a:ext>
              </a:extLst>
            </p:cNvPr>
            <p:cNvSpPr/>
            <p:nvPr userDrawn="1"/>
          </p:nvSpPr>
          <p:spPr>
            <a:xfrm>
              <a:off x="-3261070" y="3643881"/>
              <a:ext cx="142985" cy="95206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60000"/>
                  </a:srgbClr>
                </a:solidFill>
                <a:effectLst/>
                <a:uLnTx/>
                <a:uFillTx/>
                <a:latin typeface="Overpass Medium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grpSp>
          <p:nvGrpSpPr>
            <p:cNvPr id="296" name="Groep 23">
              <a:extLst>
                <a:ext uri="{FF2B5EF4-FFF2-40B4-BE49-F238E27FC236}">
                  <a16:creationId xmlns:a16="http://schemas.microsoft.com/office/drawing/2014/main" id="{69D54989-8D51-3E1B-FC86-D02560A40A80}"/>
                </a:ext>
              </a:extLst>
            </p:cNvPr>
            <p:cNvGrpSpPr/>
            <p:nvPr userDrawn="1"/>
          </p:nvGrpSpPr>
          <p:grpSpPr>
            <a:xfrm>
              <a:off x="-3261070" y="3622063"/>
              <a:ext cx="141113" cy="117345"/>
              <a:chOff x="1094874" y="-878306"/>
              <a:chExt cx="867364" cy="613611"/>
            </a:xfrm>
          </p:grpSpPr>
          <p:cxnSp>
            <p:nvCxnSpPr>
              <p:cNvPr id="302" name="Rechte verbindingslijn 29">
                <a:extLst>
                  <a:ext uri="{FF2B5EF4-FFF2-40B4-BE49-F238E27FC236}">
                    <a16:creationId xmlns:a16="http://schemas.microsoft.com/office/drawing/2014/main" id="{4765BB12-259E-257B-06D4-4C8DEFA0690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094874" y="-878305"/>
                <a:ext cx="0" cy="613610"/>
              </a:xfrm>
              <a:prstGeom prst="line">
                <a:avLst/>
              </a:prstGeom>
              <a:noFill/>
              <a:ln w="6350" cap="flat" cmpd="sng" algn="ctr">
                <a:solidFill>
                  <a:srgbClr val="81818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03" name="Rechte verbindingslijn 30">
                <a:extLst>
                  <a:ext uri="{FF2B5EF4-FFF2-40B4-BE49-F238E27FC236}">
                    <a16:creationId xmlns:a16="http://schemas.microsoft.com/office/drawing/2014/main" id="{B04EC621-BB4F-9C11-C9B2-40609ADE9D6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962238" y="-878306"/>
                <a:ext cx="0" cy="613611"/>
              </a:xfrm>
              <a:prstGeom prst="line">
                <a:avLst/>
              </a:prstGeom>
              <a:noFill/>
              <a:ln w="6350" cap="flat" cmpd="sng" algn="ctr">
                <a:solidFill>
                  <a:srgbClr val="818181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304" name="Groep 31">
                <a:extLst>
                  <a:ext uri="{FF2B5EF4-FFF2-40B4-BE49-F238E27FC236}">
                    <a16:creationId xmlns:a16="http://schemas.microsoft.com/office/drawing/2014/main" id="{0CCEFFCA-F30C-EECB-4AAD-CDA0CB826ED7}"/>
                  </a:ext>
                </a:extLst>
              </p:cNvPr>
              <p:cNvGrpSpPr/>
              <p:nvPr userDrawn="1"/>
            </p:nvGrpSpPr>
            <p:grpSpPr>
              <a:xfrm>
                <a:off x="1270535" y="-878306"/>
                <a:ext cx="526983" cy="613611"/>
                <a:chOff x="1270535" y="-745959"/>
                <a:chExt cx="526983" cy="481264"/>
              </a:xfrm>
            </p:grpSpPr>
            <p:cxnSp>
              <p:nvCxnSpPr>
                <p:cNvPr id="305" name="Rechte verbindingslijn 32">
                  <a:extLst>
                    <a:ext uri="{FF2B5EF4-FFF2-40B4-BE49-F238E27FC236}">
                      <a16:creationId xmlns:a16="http://schemas.microsoft.com/office/drawing/2014/main" id="{19098955-2AFC-7A02-0831-B4C627A0355C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46196" y="-745959"/>
                  <a:ext cx="0" cy="48126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06" name="Rechte verbindingslijn 33">
                  <a:extLst>
                    <a:ext uri="{FF2B5EF4-FFF2-40B4-BE49-F238E27FC236}">
                      <a16:creationId xmlns:a16="http://schemas.microsoft.com/office/drawing/2014/main" id="{A57AE1AF-6F75-45CE-5E9D-BA23D3F42E6F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270535" y="-745959"/>
                  <a:ext cx="0" cy="48126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07" name="Rechte verbindingslijn 34">
                  <a:extLst>
                    <a:ext uri="{FF2B5EF4-FFF2-40B4-BE49-F238E27FC236}">
                      <a16:creationId xmlns:a16="http://schemas.microsoft.com/office/drawing/2014/main" id="{30DD54DA-0BC3-320D-816A-9FA4AA74341C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621857" y="-745959"/>
                  <a:ext cx="0" cy="48126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308" name="Rechte verbindingslijn 35">
                  <a:extLst>
                    <a:ext uri="{FF2B5EF4-FFF2-40B4-BE49-F238E27FC236}">
                      <a16:creationId xmlns:a16="http://schemas.microsoft.com/office/drawing/2014/main" id="{5282402D-259F-E1EE-12AD-7435AF69F47F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797518" y="-745959"/>
                  <a:ext cx="0" cy="481264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</p:cxnSp>
          </p:grpSp>
        </p:grpSp>
        <p:cxnSp>
          <p:nvCxnSpPr>
            <p:cNvPr id="297" name="Rechte verbindingslijn 24">
              <a:extLst>
                <a:ext uri="{FF2B5EF4-FFF2-40B4-BE49-F238E27FC236}">
                  <a16:creationId xmlns:a16="http://schemas.microsoft.com/office/drawing/2014/main" id="{DE6B81DB-3B02-6CB2-0555-F10F30A17B9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260471" y="3739408"/>
              <a:ext cx="143329" cy="0"/>
            </a:xfrm>
            <a:prstGeom prst="line">
              <a:avLst/>
            </a:prstGeom>
            <a:noFill/>
            <a:ln w="6350" cap="flat" cmpd="sng" algn="ctr">
              <a:solidFill>
                <a:srgbClr val="818181"/>
              </a:solidFill>
              <a:prstDash val="solid"/>
              <a:miter lim="800000"/>
            </a:ln>
            <a:effectLst/>
          </p:spPr>
        </p:cxnSp>
        <p:cxnSp>
          <p:nvCxnSpPr>
            <p:cNvPr id="298" name="Rechte verbindingslijn 25">
              <a:extLst>
                <a:ext uri="{FF2B5EF4-FFF2-40B4-BE49-F238E27FC236}">
                  <a16:creationId xmlns:a16="http://schemas.microsoft.com/office/drawing/2014/main" id="{4C331459-4CD2-19F6-5692-93E040F43AC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261070" y="3713352"/>
              <a:ext cx="142893" cy="0"/>
            </a:xfrm>
            <a:prstGeom prst="line">
              <a:avLst/>
            </a:prstGeom>
            <a:noFill/>
            <a:ln w="3175" cap="flat" cmpd="sng" algn="ctr">
              <a:solidFill>
                <a:srgbClr val="818181"/>
              </a:solidFill>
              <a:prstDash val="solid"/>
              <a:miter lim="800000"/>
            </a:ln>
            <a:effectLst/>
          </p:spPr>
        </p:cxnSp>
        <p:cxnSp>
          <p:nvCxnSpPr>
            <p:cNvPr id="299" name="Rechte verbindingslijn 26">
              <a:extLst>
                <a:ext uri="{FF2B5EF4-FFF2-40B4-BE49-F238E27FC236}">
                  <a16:creationId xmlns:a16="http://schemas.microsoft.com/office/drawing/2014/main" id="{181C0C87-CA72-4AFF-22E3-2A882F0CFDF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261070" y="3689677"/>
              <a:ext cx="142893" cy="0"/>
            </a:xfrm>
            <a:prstGeom prst="line">
              <a:avLst/>
            </a:prstGeom>
            <a:noFill/>
            <a:ln w="3175" cap="flat" cmpd="sng" algn="ctr">
              <a:solidFill>
                <a:srgbClr val="818181"/>
              </a:solidFill>
              <a:prstDash val="solid"/>
              <a:miter lim="800000"/>
            </a:ln>
            <a:effectLst/>
          </p:spPr>
        </p:cxnSp>
        <p:cxnSp>
          <p:nvCxnSpPr>
            <p:cNvPr id="300" name="Rechte verbindingslijn 27">
              <a:extLst>
                <a:ext uri="{FF2B5EF4-FFF2-40B4-BE49-F238E27FC236}">
                  <a16:creationId xmlns:a16="http://schemas.microsoft.com/office/drawing/2014/main" id="{A332E581-FF20-6D3C-8E3F-DD42A0A9B3E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261070" y="3663621"/>
              <a:ext cx="142893" cy="0"/>
            </a:xfrm>
            <a:prstGeom prst="line">
              <a:avLst/>
            </a:prstGeom>
            <a:noFill/>
            <a:ln w="3175" cap="flat" cmpd="sng" algn="ctr">
              <a:solidFill>
                <a:srgbClr val="818181"/>
              </a:solidFill>
              <a:prstDash val="solid"/>
              <a:miter lim="800000"/>
            </a:ln>
            <a:effectLst/>
          </p:spPr>
        </p:cxnSp>
        <p:sp>
          <p:nvSpPr>
            <p:cNvPr id="301" name="Rechthoek 28">
              <a:extLst>
                <a:ext uri="{FF2B5EF4-FFF2-40B4-BE49-F238E27FC236}">
                  <a16:creationId xmlns:a16="http://schemas.microsoft.com/office/drawing/2014/main" id="{B6C9702C-4278-CC9B-624F-FB5782EDDA56}"/>
                </a:ext>
              </a:extLst>
            </p:cNvPr>
            <p:cNvSpPr/>
            <p:nvPr userDrawn="1"/>
          </p:nvSpPr>
          <p:spPr>
            <a:xfrm>
              <a:off x="-3261070" y="3620931"/>
              <a:ext cx="142893" cy="24910"/>
            </a:xfrm>
            <a:prstGeom prst="rect">
              <a:avLst/>
            </a:prstGeom>
            <a:solidFill>
              <a:srgbClr val="81818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60000"/>
                  </a:srgbClr>
                </a:solidFill>
                <a:effectLst/>
                <a:uLnTx/>
                <a:uFillTx/>
                <a:latin typeface="Overpass Medium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5815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/ End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21E33E2F-E419-7389-FF78-E0DF0ACF8C94}"/>
              </a:ext>
            </a:extLst>
          </p:cNvPr>
          <p:cNvSpPr>
            <a:spLocks noChangeAspect="1"/>
          </p:cNvSpPr>
          <p:nvPr/>
        </p:nvSpPr>
        <p:spPr>
          <a:xfrm>
            <a:off x="2422343" y="1779750"/>
            <a:ext cx="4299314" cy="1584000"/>
          </a:xfrm>
          <a:custGeom>
            <a:avLst/>
            <a:gdLst>
              <a:gd name="connsiteX0" fmla="*/ 597353 w 4724486"/>
              <a:gd name="connsiteY0" fmla="*/ 1113841 h 1740646"/>
              <a:gd name="connsiteX1" fmla="*/ 378581 w 4724486"/>
              <a:gd name="connsiteY1" fmla="*/ 1113946 h 1740646"/>
              <a:gd name="connsiteX2" fmla="*/ 206640 w 4724486"/>
              <a:gd name="connsiteY2" fmla="*/ 1191593 h 1740646"/>
              <a:gd name="connsiteX3" fmla="*/ 146511 w 4724486"/>
              <a:gd name="connsiteY3" fmla="*/ 1389723 h 1740646"/>
              <a:gd name="connsiteX4" fmla="*/ 235035 w 4724486"/>
              <a:gd name="connsiteY4" fmla="*/ 1544775 h 1740646"/>
              <a:gd name="connsiteX5" fmla="*/ 405864 w 4724486"/>
              <a:gd name="connsiteY5" fmla="*/ 1593730 h 1740646"/>
              <a:gd name="connsiteX6" fmla="*/ 556511 w 4724486"/>
              <a:gd name="connsiteY6" fmla="*/ 1510608 h 1740646"/>
              <a:gd name="connsiteX7" fmla="*/ 608756 w 4724486"/>
              <a:gd name="connsiteY7" fmla="*/ 1399500 h 1740646"/>
              <a:gd name="connsiteX8" fmla="*/ 613071 w 4724486"/>
              <a:gd name="connsiteY8" fmla="*/ 1317458 h 1740646"/>
              <a:gd name="connsiteX9" fmla="*/ 613071 w 4724486"/>
              <a:gd name="connsiteY9" fmla="*/ 1113841 h 1740646"/>
              <a:gd name="connsiteX10" fmla="*/ 597353 w 4724486"/>
              <a:gd name="connsiteY10" fmla="*/ 1113841 h 1740646"/>
              <a:gd name="connsiteX11" fmla="*/ 4418711 w 4724486"/>
              <a:gd name="connsiteY11" fmla="*/ 926909 h 1740646"/>
              <a:gd name="connsiteX12" fmla="*/ 4370143 w 4724486"/>
              <a:gd name="connsiteY12" fmla="*/ 929900 h 1740646"/>
              <a:gd name="connsiteX13" fmla="*/ 4218669 w 4724486"/>
              <a:gd name="connsiteY13" fmla="*/ 1135161 h 1740646"/>
              <a:gd name="connsiteX14" fmla="*/ 4287665 w 4724486"/>
              <a:gd name="connsiteY14" fmla="*/ 1265767 h 1740646"/>
              <a:gd name="connsiteX15" fmla="*/ 4404475 w 4724486"/>
              <a:gd name="connsiteY15" fmla="*/ 1307896 h 1740646"/>
              <a:gd name="connsiteX16" fmla="*/ 4459178 w 4724486"/>
              <a:gd name="connsiteY16" fmla="*/ 1299088 h 1740646"/>
              <a:gd name="connsiteX17" fmla="*/ 4544324 w 4724486"/>
              <a:gd name="connsiteY17" fmla="*/ 1240513 h 1740646"/>
              <a:gd name="connsiteX18" fmla="*/ 4539858 w 4724486"/>
              <a:gd name="connsiteY18" fmla="*/ 988741 h 1740646"/>
              <a:gd name="connsiteX19" fmla="*/ 4418711 w 4724486"/>
              <a:gd name="connsiteY19" fmla="*/ 926909 h 1740646"/>
              <a:gd name="connsiteX20" fmla="*/ 2683861 w 4724486"/>
              <a:gd name="connsiteY20" fmla="*/ 924990 h 1740646"/>
              <a:gd name="connsiteX21" fmla="*/ 2608075 w 4724486"/>
              <a:gd name="connsiteY21" fmla="*/ 945027 h 1740646"/>
              <a:gd name="connsiteX22" fmla="*/ 2535407 w 4724486"/>
              <a:gd name="connsiteY22" fmla="*/ 1024137 h 1740646"/>
              <a:gd name="connsiteX23" fmla="*/ 2527353 w 4724486"/>
              <a:gd name="connsiteY23" fmla="*/ 1042381 h 1740646"/>
              <a:gd name="connsiteX24" fmla="*/ 2839513 w 4724486"/>
              <a:gd name="connsiteY24" fmla="*/ 1042381 h 1740646"/>
              <a:gd name="connsiteX25" fmla="*/ 2837292 w 4724486"/>
              <a:gd name="connsiteY25" fmla="*/ 1035545 h 1740646"/>
              <a:gd name="connsiteX26" fmla="*/ 2759326 w 4724486"/>
              <a:gd name="connsiteY26" fmla="*/ 945165 h 1740646"/>
              <a:gd name="connsiteX27" fmla="*/ 2683861 w 4724486"/>
              <a:gd name="connsiteY27" fmla="*/ 924990 h 1740646"/>
              <a:gd name="connsiteX28" fmla="*/ 3127337 w 4724486"/>
              <a:gd name="connsiteY28" fmla="*/ 798911 h 1740646"/>
              <a:gd name="connsiteX29" fmla="*/ 3145803 w 4724486"/>
              <a:gd name="connsiteY29" fmla="*/ 809756 h 1740646"/>
              <a:gd name="connsiteX30" fmla="*/ 3255684 w 4724486"/>
              <a:gd name="connsiteY30" fmla="*/ 986328 h 1740646"/>
              <a:gd name="connsiteX31" fmla="*/ 3262810 w 4724486"/>
              <a:gd name="connsiteY31" fmla="*/ 996430 h 1740646"/>
              <a:gd name="connsiteX32" fmla="*/ 3340046 w 4724486"/>
              <a:gd name="connsiteY32" fmla="*/ 873982 h 1740646"/>
              <a:gd name="connsiteX33" fmla="*/ 3381882 w 4724486"/>
              <a:gd name="connsiteY33" fmla="*/ 807579 h 1740646"/>
              <a:gd name="connsiteX34" fmla="*/ 3395021 w 4724486"/>
              <a:gd name="connsiteY34" fmla="*/ 799025 h 1740646"/>
              <a:gd name="connsiteX35" fmla="*/ 3553578 w 4724486"/>
              <a:gd name="connsiteY35" fmla="*/ 799308 h 1740646"/>
              <a:gd name="connsiteX36" fmla="*/ 3558079 w 4724486"/>
              <a:gd name="connsiteY36" fmla="*/ 800291 h 1740646"/>
              <a:gd name="connsiteX37" fmla="*/ 3350127 w 4724486"/>
              <a:gd name="connsiteY37" fmla="*/ 1108574 h 1740646"/>
              <a:gd name="connsiteX38" fmla="*/ 3568626 w 4724486"/>
              <a:gd name="connsiteY38" fmla="*/ 1435383 h 1740646"/>
              <a:gd name="connsiteX39" fmla="*/ 3558553 w 4724486"/>
              <a:gd name="connsiteY39" fmla="*/ 1436297 h 1740646"/>
              <a:gd name="connsiteX40" fmla="*/ 3402615 w 4724486"/>
              <a:gd name="connsiteY40" fmla="*/ 1436495 h 1740646"/>
              <a:gd name="connsiteX41" fmla="*/ 3387020 w 4724486"/>
              <a:gd name="connsiteY41" fmla="*/ 1427816 h 1740646"/>
              <a:gd name="connsiteX42" fmla="*/ 3321894 w 4724486"/>
              <a:gd name="connsiteY42" fmla="*/ 1323947 h 1740646"/>
              <a:gd name="connsiteX43" fmla="*/ 3258976 w 4724486"/>
              <a:gd name="connsiteY43" fmla="*/ 1224287 h 1740646"/>
              <a:gd name="connsiteX44" fmla="*/ 3233702 w 4724486"/>
              <a:gd name="connsiteY44" fmla="*/ 1263863 h 1740646"/>
              <a:gd name="connsiteX45" fmla="*/ 3130661 w 4724486"/>
              <a:gd name="connsiteY45" fmla="*/ 1427756 h 1740646"/>
              <a:gd name="connsiteX46" fmla="*/ 3116483 w 4724486"/>
              <a:gd name="connsiteY46" fmla="*/ 1436562 h 1740646"/>
              <a:gd name="connsiteX47" fmla="*/ 2961857 w 4724486"/>
              <a:gd name="connsiteY47" fmla="*/ 1436290 h 1740646"/>
              <a:gd name="connsiteX48" fmla="*/ 2956004 w 4724486"/>
              <a:gd name="connsiteY48" fmla="*/ 1435624 h 1740646"/>
              <a:gd name="connsiteX49" fmla="*/ 2998269 w 4724486"/>
              <a:gd name="connsiteY49" fmla="*/ 1371311 h 1740646"/>
              <a:gd name="connsiteX50" fmla="*/ 3041046 w 4724486"/>
              <a:gd name="connsiteY50" fmla="*/ 1307001 h 1740646"/>
              <a:gd name="connsiteX51" fmla="*/ 3084801 w 4724486"/>
              <a:gd name="connsiteY51" fmla="*/ 1241779 h 1740646"/>
              <a:gd name="connsiteX52" fmla="*/ 3127718 w 4724486"/>
              <a:gd name="connsiteY52" fmla="*/ 1177569 h 1740646"/>
              <a:gd name="connsiteX53" fmla="*/ 3171176 w 4724486"/>
              <a:gd name="connsiteY53" fmla="*/ 1112300 h 1740646"/>
              <a:gd name="connsiteX54" fmla="*/ 2962984 w 4724486"/>
              <a:gd name="connsiteY54" fmla="*/ 799833 h 1740646"/>
              <a:gd name="connsiteX55" fmla="*/ 2976643 w 4724486"/>
              <a:gd name="connsiteY55" fmla="*/ 799229 h 1740646"/>
              <a:gd name="connsiteX56" fmla="*/ 3127337 w 4724486"/>
              <a:gd name="connsiteY56" fmla="*/ 798911 h 1740646"/>
              <a:gd name="connsiteX57" fmla="*/ 2689939 w 4724486"/>
              <a:gd name="connsiteY57" fmla="*/ 789946 h 1740646"/>
              <a:gd name="connsiteX58" fmla="*/ 2870173 w 4724486"/>
              <a:gd name="connsiteY58" fmla="*/ 860074 h 1740646"/>
              <a:gd name="connsiteX59" fmla="*/ 2981596 w 4724486"/>
              <a:gd name="connsiteY59" fmla="*/ 1065683 h 1740646"/>
              <a:gd name="connsiteX60" fmla="*/ 2983145 w 4724486"/>
              <a:gd name="connsiteY60" fmla="*/ 1154031 h 1740646"/>
              <a:gd name="connsiteX61" fmla="*/ 2980588 w 4724486"/>
              <a:gd name="connsiteY61" fmla="*/ 1166318 h 1740646"/>
              <a:gd name="connsiteX62" fmla="*/ 2516508 w 4724486"/>
              <a:gd name="connsiteY62" fmla="*/ 1166318 h 1740646"/>
              <a:gd name="connsiteX63" fmla="*/ 2632969 w 4724486"/>
              <a:gd name="connsiteY63" fmla="*/ 1298523 h 1740646"/>
              <a:gd name="connsiteX64" fmla="*/ 2830476 w 4724486"/>
              <a:gd name="connsiteY64" fmla="*/ 1229706 h 1740646"/>
              <a:gd name="connsiteX65" fmla="*/ 2947605 w 4724486"/>
              <a:gd name="connsiteY65" fmla="*/ 1285142 h 1740646"/>
              <a:gd name="connsiteX66" fmla="*/ 2922346 w 4724486"/>
              <a:gd name="connsiteY66" fmla="*/ 1322404 h 1740646"/>
              <a:gd name="connsiteX67" fmla="*/ 2732809 w 4724486"/>
              <a:gd name="connsiteY67" fmla="*/ 1438449 h 1740646"/>
              <a:gd name="connsiteX68" fmla="*/ 2513858 w 4724486"/>
              <a:gd name="connsiteY68" fmla="*/ 1386886 h 1740646"/>
              <a:gd name="connsiteX69" fmla="*/ 2385613 w 4724486"/>
              <a:gd name="connsiteY69" fmla="*/ 1178390 h 1740646"/>
              <a:gd name="connsiteX70" fmla="*/ 2417528 w 4724486"/>
              <a:gd name="connsiteY70" fmla="*/ 958815 h 1740646"/>
              <a:gd name="connsiteX71" fmla="*/ 2575616 w 4724486"/>
              <a:gd name="connsiteY71" fmla="*/ 811110 h 1740646"/>
              <a:gd name="connsiteX72" fmla="*/ 2630415 w 4724486"/>
              <a:gd name="connsiteY72" fmla="*/ 794772 h 1740646"/>
              <a:gd name="connsiteX73" fmla="*/ 2689939 w 4724486"/>
              <a:gd name="connsiteY73" fmla="*/ 789946 h 1740646"/>
              <a:gd name="connsiteX74" fmla="*/ 3832688 w 4724486"/>
              <a:gd name="connsiteY74" fmla="*/ 789847 h 1740646"/>
              <a:gd name="connsiteX75" fmla="*/ 4035855 w 4724486"/>
              <a:gd name="connsiteY75" fmla="*/ 854670 h 1740646"/>
              <a:gd name="connsiteX76" fmla="*/ 4040161 w 4724486"/>
              <a:gd name="connsiteY76" fmla="*/ 857649 h 1740646"/>
              <a:gd name="connsiteX77" fmla="*/ 4042221 w 4724486"/>
              <a:gd name="connsiteY77" fmla="*/ 860378 h 1740646"/>
              <a:gd name="connsiteX78" fmla="*/ 3982443 w 4724486"/>
              <a:gd name="connsiteY78" fmla="*/ 971459 h 1740646"/>
              <a:gd name="connsiteX79" fmla="*/ 3969873 w 4724486"/>
              <a:gd name="connsiteY79" fmla="*/ 964963 h 1740646"/>
              <a:gd name="connsiteX80" fmla="*/ 3852321 w 4724486"/>
              <a:gd name="connsiteY80" fmla="*/ 918617 h 1740646"/>
              <a:gd name="connsiteX81" fmla="*/ 3782345 w 4724486"/>
              <a:gd name="connsiteY81" fmla="*/ 917777 h 1740646"/>
              <a:gd name="connsiteX82" fmla="*/ 3747345 w 4724486"/>
              <a:gd name="connsiteY82" fmla="*/ 939248 h 1740646"/>
              <a:gd name="connsiteX83" fmla="*/ 3750615 w 4724486"/>
              <a:gd name="connsiteY83" fmla="*/ 1001047 h 1740646"/>
              <a:gd name="connsiteX84" fmla="*/ 3810039 w 4724486"/>
              <a:gd name="connsiteY84" fmla="*/ 1035488 h 1740646"/>
              <a:gd name="connsiteX85" fmla="*/ 3904733 w 4724486"/>
              <a:gd name="connsiteY85" fmla="*/ 1069507 h 1740646"/>
              <a:gd name="connsiteX86" fmla="*/ 3996105 w 4724486"/>
              <a:gd name="connsiteY86" fmla="*/ 1116968 h 1740646"/>
              <a:gd name="connsiteX87" fmla="*/ 4057336 w 4724486"/>
              <a:gd name="connsiteY87" fmla="*/ 1215187 h 1740646"/>
              <a:gd name="connsiteX88" fmla="*/ 4010128 w 4724486"/>
              <a:gd name="connsiteY88" fmla="*/ 1384473 h 1740646"/>
              <a:gd name="connsiteX89" fmla="*/ 3935254 w 4724486"/>
              <a:gd name="connsiteY89" fmla="*/ 1430980 h 1740646"/>
              <a:gd name="connsiteX90" fmla="*/ 3843165 w 4724486"/>
              <a:gd name="connsiteY90" fmla="*/ 1447924 h 1740646"/>
              <a:gd name="connsiteX91" fmla="*/ 3633984 w 4724486"/>
              <a:gd name="connsiteY91" fmla="*/ 1402311 h 1740646"/>
              <a:gd name="connsiteX92" fmla="*/ 3562807 w 4724486"/>
              <a:gd name="connsiteY92" fmla="*/ 1356696 h 1740646"/>
              <a:gd name="connsiteX93" fmla="*/ 3619199 w 4724486"/>
              <a:gd name="connsiteY93" fmla="*/ 1267444 h 1740646"/>
              <a:gd name="connsiteX94" fmla="*/ 3629640 w 4724486"/>
              <a:gd name="connsiteY94" fmla="*/ 1251363 h 1740646"/>
              <a:gd name="connsiteX95" fmla="*/ 3702295 w 4724486"/>
              <a:gd name="connsiteY95" fmla="*/ 1291512 h 1740646"/>
              <a:gd name="connsiteX96" fmla="*/ 3821096 w 4724486"/>
              <a:gd name="connsiteY96" fmla="*/ 1324212 h 1740646"/>
              <a:gd name="connsiteX97" fmla="*/ 3880100 w 4724486"/>
              <a:gd name="connsiteY97" fmla="*/ 1315615 h 1740646"/>
              <a:gd name="connsiteX98" fmla="*/ 3892045 w 4724486"/>
              <a:gd name="connsiteY98" fmla="*/ 1224502 h 1740646"/>
              <a:gd name="connsiteX99" fmla="*/ 3844290 w 4724486"/>
              <a:gd name="connsiteY99" fmla="*/ 1200813 h 1740646"/>
              <a:gd name="connsiteX100" fmla="*/ 3762158 w 4724486"/>
              <a:gd name="connsiteY100" fmla="*/ 1174610 h 1740646"/>
              <a:gd name="connsiteX101" fmla="*/ 3662693 w 4724486"/>
              <a:gd name="connsiteY101" fmla="*/ 1128962 h 1740646"/>
              <a:gd name="connsiteX102" fmla="*/ 3592186 w 4724486"/>
              <a:gd name="connsiteY102" fmla="*/ 996115 h 1740646"/>
              <a:gd name="connsiteX103" fmla="*/ 3609898 w 4724486"/>
              <a:gd name="connsiteY103" fmla="*/ 903309 h 1740646"/>
              <a:gd name="connsiteX104" fmla="*/ 3710024 w 4724486"/>
              <a:gd name="connsiteY104" fmla="*/ 810188 h 1740646"/>
              <a:gd name="connsiteX105" fmla="*/ 3832688 w 4724486"/>
              <a:gd name="connsiteY105" fmla="*/ 789847 h 1740646"/>
              <a:gd name="connsiteX106" fmla="*/ 4428448 w 4724486"/>
              <a:gd name="connsiteY106" fmla="*/ 787235 h 1740646"/>
              <a:gd name="connsiteX107" fmla="*/ 4618566 w 4724486"/>
              <a:gd name="connsiteY107" fmla="*/ 871367 h 1740646"/>
              <a:gd name="connsiteX108" fmla="*/ 4720826 w 4724486"/>
              <a:gd name="connsiteY108" fmla="*/ 1059679 h 1740646"/>
              <a:gd name="connsiteX109" fmla="*/ 4723508 w 4724486"/>
              <a:gd name="connsiteY109" fmla="*/ 1079689 h 1740646"/>
              <a:gd name="connsiteX110" fmla="*/ 4724486 w 4724486"/>
              <a:gd name="connsiteY110" fmla="*/ 1154989 h 1740646"/>
              <a:gd name="connsiteX111" fmla="*/ 4722024 w 4724486"/>
              <a:gd name="connsiteY111" fmla="*/ 1160184 h 1740646"/>
              <a:gd name="connsiteX112" fmla="*/ 4643279 w 4724486"/>
              <a:gd name="connsiteY112" fmla="*/ 1337670 h 1740646"/>
              <a:gd name="connsiteX113" fmla="*/ 4485200 w 4724486"/>
              <a:gd name="connsiteY113" fmla="*/ 1436981 h 1740646"/>
              <a:gd name="connsiteX114" fmla="*/ 4266450 w 4724486"/>
              <a:gd name="connsiteY114" fmla="*/ 1416389 h 1740646"/>
              <a:gd name="connsiteX115" fmla="*/ 4105885 w 4724486"/>
              <a:gd name="connsiteY115" fmla="*/ 1243177 h 1740646"/>
              <a:gd name="connsiteX116" fmla="*/ 4163434 w 4724486"/>
              <a:gd name="connsiteY116" fmla="*/ 896755 h 1740646"/>
              <a:gd name="connsiteX117" fmla="*/ 4355797 w 4724486"/>
              <a:gd name="connsiteY117" fmla="*/ 790074 h 1740646"/>
              <a:gd name="connsiteX118" fmla="*/ 4428448 w 4724486"/>
              <a:gd name="connsiteY118" fmla="*/ 787235 h 1740646"/>
              <a:gd name="connsiteX119" fmla="*/ 1602345 w 4724486"/>
              <a:gd name="connsiteY119" fmla="*/ 635595 h 1740646"/>
              <a:gd name="connsiteX120" fmla="*/ 2114698 w 4724486"/>
              <a:gd name="connsiteY120" fmla="*/ 635595 h 1740646"/>
              <a:gd name="connsiteX121" fmla="*/ 2114698 w 4724486"/>
              <a:gd name="connsiteY121" fmla="*/ 770944 h 1740646"/>
              <a:gd name="connsiteX122" fmla="*/ 2113869 w 4724486"/>
              <a:gd name="connsiteY122" fmla="*/ 771763 h 1740646"/>
              <a:gd name="connsiteX123" fmla="*/ 2112858 w 4724486"/>
              <a:gd name="connsiteY123" fmla="*/ 772509 h 1740646"/>
              <a:gd name="connsiteX124" fmla="*/ 2108971 w 4724486"/>
              <a:gd name="connsiteY124" fmla="*/ 772973 h 1740646"/>
              <a:gd name="connsiteX125" fmla="*/ 1759060 w 4724486"/>
              <a:gd name="connsiteY125" fmla="*/ 773287 h 1740646"/>
              <a:gd name="connsiteX126" fmla="*/ 1757049 w 4724486"/>
              <a:gd name="connsiteY126" fmla="*/ 774104 h 1740646"/>
              <a:gd name="connsiteX127" fmla="*/ 1757049 w 4724486"/>
              <a:gd name="connsiteY127" fmla="*/ 969635 h 1740646"/>
              <a:gd name="connsiteX128" fmla="*/ 2041343 w 4724486"/>
              <a:gd name="connsiteY128" fmla="*/ 969635 h 1740646"/>
              <a:gd name="connsiteX129" fmla="*/ 2041343 w 4724486"/>
              <a:gd name="connsiteY129" fmla="*/ 1106507 h 1740646"/>
              <a:gd name="connsiteX130" fmla="*/ 1756727 w 4724486"/>
              <a:gd name="connsiteY130" fmla="*/ 1106507 h 1740646"/>
              <a:gd name="connsiteX131" fmla="*/ 1756214 w 4724486"/>
              <a:gd name="connsiteY131" fmla="*/ 1216934 h 1740646"/>
              <a:gd name="connsiteX132" fmla="*/ 1756182 w 4724486"/>
              <a:gd name="connsiteY132" fmla="*/ 1325711 h 1740646"/>
              <a:gd name="connsiteX133" fmla="*/ 1756182 w 4724486"/>
              <a:gd name="connsiteY133" fmla="*/ 1436362 h 1740646"/>
              <a:gd name="connsiteX134" fmla="*/ 1602345 w 4724486"/>
              <a:gd name="connsiteY134" fmla="*/ 1436362 h 1740646"/>
              <a:gd name="connsiteX135" fmla="*/ 1602345 w 4724486"/>
              <a:gd name="connsiteY135" fmla="*/ 1048722 h 1740646"/>
              <a:gd name="connsiteX136" fmla="*/ 1602345 w 4724486"/>
              <a:gd name="connsiteY136" fmla="*/ 635595 h 1740646"/>
              <a:gd name="connsiteX137" fmla="*/ 2172257 w 4724486"/>
              <a:gd name="connsiteY137" fmla="*/ 634916 h 1740646"/>
              <a:gd name="connsiteX138" fmla="*/ 2309868 w 4724486"/>
              <a:gd name="connsiteY138" fmla="*/ 634919 h 1740646"/>
              <a:gd name="connsiteX139" fmla="*/ 2315905 w 4724486"/>
              <a:gd name="connsiteY139" fmla="*/ 636298 h 1740646"/>
              <a:gd name="connsiteX140" fmla="*/ 2317231 w 4724486"/>
              <a:gd name="connsiteY140" fmla="*/ 651542 h 1740646"/>
              <a:gd name="connsiteX141" fmla="*/ 2317251 w 4724486"/>
              <a:gd name="connsiteY141" fmla="*/ 1419539 h 1740646"/>
              <a:gd name="connsiteX142" fmla="*/ 2317251 w 4724486"/>
              <a:gd name="connsiteY142" fmla="*/ 1435617 h 1740646"/>
              <a:gd name="connsiteX143" fmla="*/ 2164095 w 4724486"/>
              <a:gd name="connsiteY143" fmla="*/ 1435617 h 1740646"/>
              <a:gd name="connsiteX144" fmla="*/ 2164095 w 4724486"/>
              <a:gd name="connsiteY144" fmla="*/ 635491 h 1740646"/>
              <a:gd name="connsiteX145" fmla="*/ 2172257 w 4724486"/>
              <a:gd name="connsiteY145" fmla="*/ 634916 h 1740646"/>
              <a:gd name="connsiteX146" fmla="*/ 1015006 w 4724486"/>
              <a:gd name="connsiteY146" fmla="*/ 147647 h 1740646"/>
              <a:gd name="connsiteX147" fmla="*/ 812706 w 4724486"/>
              <a:gd name="connsiteY147" fmla="*/ 229904 h 1740646"/>
              <a:gd name="connsiteX148" fmla="*/ 762506 w 4724486"/>
              <a:gd name="connsiteY148" fmla="*/ 328835 h 1740646"/>
              <a:gd name="connsiteX149" fmla="*/ 755824 w 4724486"/>
              <a:gd name="connsiteY149" fmla="*/ 375160 h 1740646"/>
              <a:gd name="connsiteX150" fmla="*/ 755538 w 4724486"/>
              <a:gd name="connsiteY150" fmla="*/ 617620 h 1740646"/>
              <a:gd name="connsiteX151" fmla="*/ 756262 w 4724486"/>
              <a:gd name="connsiteY151" fmla="*/ 628239 h 1740646"/>
              <a:gd name="connsiteX152" fmla="*/ 764637 w 4724486"/>
              <a:gd name="connsiteY152" fmla="*/ 628774 h 1740646"/>
              <a:gd name="connsiteX153" fmla="*/ 986127 w 4724486"/>
              <a:gd name="connsiteY153" fmla="*/ 628510 h 1740646"/>
              <a:gd name="connsiteX154" fmla="*/ 1039097 w 4724486"/>
              <a:gd name="connsiteY154" fmla="*/ 622281 h 1740646"/>
              <a:gd name="connsiteX155" fmla="*/ 1168099 w 4724486"/>
              <a:gd name="connsiteY155" fmla="*/ 543067 h 1740646"/>
              <a:gd name="connsiteX156" fmla="*/ 1223415 w 4724486"/>
              <a:gd name="connsiteY156" fmla="*/ 363016 h 1740646"/>
              <a:gd name="connsiteX157" fmla="*/ 1146617 w 4724486"/>
              <a:gd name="connsiteY157" fmla="*/ 208579 h 1740646"/>
              <a:gd name="connsiteX158" fmla="*/ 1015006 w 4724486"/>
              <a:gd name="connsiteY158" fmla="*/ 147647 h 1740646"/>
              <a:gd name="connsiteX159" fmla="*/ 949092 w 4724486"/>
              <a:gd name="connsiteY159" fmla="*/ 0 h 1740646"/>
              <a:gd name="connsiteX160" fmla="*/ 1031761 w 4724486"/>
              <a:gd name="connsiteY160" fmla="*/ 0 h 1740646"/>
              <a:gd name="connsiteX161" fmla="*/ 1048255 w 4724486"/>
              <a:gd name="connsiteY161" fmla="*/ 4689 h 1740646"/>
              <a:gd name="connsiteX162" fmla="*/ 1241432 w 4724486"/>
              <a:gd name="connsiteY162" fmla="*/ 99069 h 1740646"/>
              <a:gd name="connsiteX163" fmla="*/ 1363651 w 4724486"/>
              <a:gd name="connsiteY163" fmla="*/ 339553 h 1740646"/>
              <a:gd name="connsiteX164" fmla="*/ 1271390 w 4724486"/>
              <a:gd name="connsiteY164" fmla="*/ 644255 h 1740646"/>
              <a:gd name="connsiteX165" fmla="*/ 1046817 w 4724486"/>
              <a:gd name="connsiteY165" fmla="*/ 769993 h 1740646"/>
              <a:gd name="connsiteX166" fmla="*/ 1000013 w 4724486"/>
              <a:gd name="connsiteY166" fmla="*/ 773707 h 1740646"/>
              <a:gd name="connsiteX167" fmla="*/ 771960 w 4724486"/>
              <a:gd name="connsiteY167" fmla="*/ 773875 h 1740646"/>
              <a:gd name="connsiteX168" fmla="*/ 757812 w 4724486"/>
              <a:gd name="connsiteY168" fmla="*/ 773875 h 1740646"/>
              <a:gd name="connsiteX169" fmla="*/ 756684 w 4724486"/>
              <a:gd name="connsiteY169" fmla="*/ 967592 h 1740646"/>
              <a:gd name="connsiteX170" fmla="*/ 976689 w 4724486"/>
              <a:gd name="connsiteY170" fmla="*/ 967592 h 1740646"/>
              <a:gd name="connsiteX171" fmla="*/ 976689 w 4724486"/>
              <a:gd name="connsiteY171" fmla="*/ 1113704 h 1740646"/>
              <a:gd name="connsiteX172" fmla="*/ 755512 w 4724486"/>
              <a:gd name="connsiteY172" fmla="*/ 1113704 h 1740646"/>
              <a:gd name="connsiteX173" fmla="*/ 755512 w 4724486"/>
              <a:gd name="connsiteY173" fmla="*/ 1129104 h 1740646"/>
              <a:gd name="connsiteX174" fmla="*/ 755489 w 4724486"/>
              <a:gd name="connsiteY174" fmla="*/ 1351915 h 1740646"/>
              <a:gd name="connsiteX175" fmla="*/ 734237 w 4724486"/>
              <a:gd name="connsiteY175" fmla="*/ 1482777 h 1740646"/>
              <a:gd name="connsiteX176" fmla="*/ 654434 w 4724486"/>
              <a:gd name="connsiteY176" fmla="*/ 1618107 h 1740646"/>
              <a:gd name="connsiteX177" fmla="*/ 451637 w 4724486"/>
              <a:gd name="connsiteY177" fmla="*/ 1734675 h 1740646"/>
              <a:gd name="connsiteX178" fmla="*/ 420064 w 4724486"/>
              <a:gd name="connsiteY178" fmla="*/ 1739985 h 1740646"/>
              <a:gd name="connsiteX179" fmla="*/ 328587 w 4724486"/>
              <a:gd name="connsiteY179" fmla="*/ 1739905 h 1740646"/>
              <a:gd name="connsiteX180" fmla="*/ 217693 w 4724486"/>
              <a:gd name="connsiteY180" fmla="*/ 1705180 h 1740646"/>
              <a:gd name="connsiteX181" fmla="*/ 99704 w 4724486"/>
              <a:gd name="connsiteY181" fmla="*/ 1615714 h 1740646"/>
              <a:gd name="connsiteX182" fmla="*/ 40357 w 4724486"/>
              <a:gd name="connsiteY182" fmla="*/ 1526835 h 1740646"/>
              <a:gd name="connsiteX183" fmla="*/ 4564 w 4724486"/>
              <a:gd name="connsiteY183" fmla="*/ 1404665 h 1740646"/>
              <a:gd name="connsiteX184" fmla="*/ 0 w 4724486"/>
              <a:gd name="connsiteY184" fmla="*/ 1400045 h 1740646"/>
              <a:gd name="connsiteX185" fmla="*/ 1059 w 4724486"/>
              <a:gd name="connsiteY185" fmla="*/ 1309477 h 1740646"/>
              <a:gd name="connsiteX186" fmla="*/ 4798 w 4724486"/>
              <a:gd name="connsiteY186" fmla="*/ 1301547 h 1740646"/>
              <a:gd name="connsiteX187" fmla="*/ 128927 w 4724486"/>
              <a:gd name="connsiteY187" fmla="*/ 1064591 h 1740646"/>
              <a:gd name="connsiteX188" fmla="*/ 248536 w 4724486"/>
              <a:gd name="connsiteY188" fmla="*/ 991152 h 1740646"/>
              <a:gd name="connsiteX189" fmla="*/ 376296 w 4724486"/>
              <a:gd name="connsiteY189" fmla="*/ 967813 h 1740646"/>
              <a:gd name="connsiteX190" fmla="*/ 597833 w 4724486"/>
              <a:gd name="connsiteY190" fmla="*/ 967871 h 1740646"/>
              <a:gd name="connsiteX191" fmla="*/ 612123 w 4724486"/>
              <a:gd name="connsiteY191" fmla="*/ 967871 h 1740646"/>
              <a:gd name="connsiteX192" fmla="*/ 612123 w 4724486"/>
              <a:gd name="connsiteY192" fmla="*/ 773905 h 1740646"/>
              <a:gd name="connsiteX193" fmla="*/ 391909 w 4724486"/>
              <a:gd name="connsiteY193" fmla="*/ 773826 h 1740646"/>
              <a:gd name="connsiteX194" fmla="*/ 391909 w 4724486"/>
              <a:gd name="connsiteY194" fmla="*/ 628286 h 1740646"/>
              <a:gd name="connsiteX195" fmla="*/ 613068 w 4724486"/>
              <a:gd name="connsiteY195" fmla="*/ 628286 h 1740646"/>
              <a:gd name="connsiteX196" fmla="*/ 613068 w 4724486"/>
              <a:gd name="connsiteY196" fmla="*/ 612677 h 1740646"/>
              <a:gd name="connsiteX197" fmla="*/ 612979 w 4724486"/>
              <a:gd name="connsiteY197" fmla="*/ 397695 h 1740646"/>
              <a:gd name="connsiteX198" fmla="*/ 618845 w 4724486"/>
              <a:gd name="connsiteY198" fmla="*/ 318329 h 1740646"/>
              <a:gd name="connsiteX199" fmla="*/ 657075 w 4724486"/>
              <a:gd name="connsiteY199" fmla="*/ 204865 h 1740646"/>
              <a:gd name="connsiteX200" fmla="*/ 733032 w 4724486"/>
              <a:gd name="connsiteY200" fmla="*/ 103874 h 1740646"/>
              <a:gd name="connsiteX201" fmla="*/ 929701 w 4724486"/>
              <a:gd name="connsiteY201" fmla="*/ 4828 h 1740646"/>
              <a:gd name="connsiteX202" fmla="*/ 949092 w 4724486"/>
              <a:gd name="connsiteY202" fmla="*/ 0 h 1740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</a:cxnLst>
            <a:rect l="l" t="t" r="r" b="b"/>
            <a:pathLst>
              <a:path w="4724486" h="1740646">
                <a:moveTo>
                  <a:pt x="597353" y="1113841"/>
                </a:moveTo>
                <a:cubicBezTo>
                  <a:pt x="524429" y="1113841"/>
                  <a:pt x="451502" y="1113483"/>
                  <a:pt x="378581" y="1113946"/>
                </a:cubicBezTo>
                <a:cubicBezTo>
                  <a:pt x="309961" y="1114381"/>
                  <a:pt x="252404" y="1140539"/>
                  <a:pt x="206640" y="1191593"/>
                </a:cubicBezTo>
                <a:cubicBezTo>
                  <a:pt x="155931" y="1248165"/>
                  <a:pt x="136144" y="1314664"/>
                  <a:pt x="146511" y="1389723"/>
                </a:cubicBezTo>
                <a:cubicBezTo>
                  <a:pt x="155254" y="1453019"/>
                  <a:pt x="185285" y="1505013"/>
                  <a:pt x="235035" y="1544775"/>
                </a:cubicBezTo>
                <a:cubicBezTo>
                  <a:pt x="284892" y="1584623"/>
                  <a:pt x="342143" y="1601635"/>
                  <a:pt x="405864" y="1593730"/>
                </a:cubicBezTo>
                <a:cubicBezTo>
                  <a:pt x="467006" y="1586145"/>
                  <a:pt x="517046" y="1557628"/>
                  <a:pt x="556511" y="1510608"/>
                </a:cubicBezTo>
                <a:cubicBezTo>
                  <a:pt x="583672" y="1478248"/>
                  <a:pt x="600769" y="1441071"/>
                  <a:pt x="608756" y="1399500"/>
                </a:cubicBezTo>
                <a:cubicBezTo>
                  <a:pt x="613819" y="1373148"/>
                  <a:pt x="612961" y="1346621"/>
                  <a:pt x="613071" y="1317458"/>
                </a:cubicBezTo>
                <a:cubicBezTo>
                  <a:pt x="613071" y="1249921"/>
                  <a:pt x="613071" y="1182383"/>
                  <a:pt x="613071" y="1113841"/>
                </a:cubicBezTo>
                <a:cubicBezTo>
                  <a:pt x="606810" y="1113841"/>
                  <a:pt x="602082" y="1113841"/>
                  <a:pt x="597353" y="1113841"/>
                </a:cubicBezTo>
                <a:close/>
                <a:moveTo>
                  <a:pt x="4418711" y="926909"/>
                </a:moveTo>
                <a:cubicBezTo>
                  <a:pt x="4403166" y="925875"/>
                  <a:pt x="4386964" y="926851"/>
                  <a:pt x="4370143" y="929900"/>
                </a:cubicBezTo>
                <a:cubicBezTo>
                  <a:pt x="4277750" y="946647"/>
                  <a:pt x="4209150" y="1034904"/>
                  <a:pt x="4218669" y="1135161"/>
                </a:cubicBezTo>
                <a:cubicBezTo>
                  <a:pt x="4223685" y="1188003"/>
                  <a:pt x="4246860" y="1231843"/>
                  <a:pt x="4287665" y="1265767"/>
                </a:cubicBezTo>
                <a:cubicBezTo>
                  <a:pt x="4321358" y="1293779"/>
                  <a:pt x="4360509" y="1307673"/>
                  <a:pt x="4404475" y="1307896"/>
                </a:cubicBezTo>
                <a:cubicBezTo>
                  <a:pt x="4422522" y="1307987"/>
                  <a:pt x="4439908" y="1304367"/>
                  <a:pt x="4459178" y="1299088"/>
                </a:cubicBezTo>
                <a:cubicBezTo>
                  <a:pt x="4493044" y="1287535"/>
                  <a:pt x="4521602" y="1268114"/>
                  <a:pt x="4544324" y="1240513"/>
                </a:cubicBezTo>
                <a:cubicBezTo>
                  <a:pt x="4605520" y="1166176"/>
                  <a:pt x="4604592" y="1060667"/>
                  <a:pt x="4539858" y="988741"/>
                </a:cubicBezTo>
                <a:cubicBezTo>
                  <a:pt x="4506068" y="951197"/>
                  <a:pt x="4465346" y="930010"/>
                  <a:pt x="4418711" y="926909"/>
                </a:cubicBezTo>
                <a:close/>
                <a:moveTo>
                  <a:pt x="2683861" y="924990"/>
                </a:moveTo>
                <a:cubicBezTo>
                  <a:pt x="2658578" y="924935"/>
                  <a:pt x="2633242" y="931581"/>
                  <a:pt x="2608075" y="945027"/>
                </a:cubicBezTo>
                <a:cubicBezTo>
                  <a:pt x="2575356" y="962506"/>
                  <a:pt x="2552598" y="989529"/>
                  <a:pt x="2535407" y="1024137"/>
                </a:cubicBezTo>
                <a:cubicBezTo>
                  <a:pt x="2532827" y="1029981"/>
                  <a:pt x="2530247" y="1035825"/>
                  <a:pt x="2527353" y="1042381"/>
                </a:cubicBezTo>
                <a:cubicBezTo>
                  <a:pt x="2632088" y="1042381"/>
                  <a:pt x="2735318" y="1042381"/>
                  <a:pt x="2839513" y="1042381"/>
                </a:cubicBezTo>
                <a:cubicBezTo>
                  <a:pt x="2838587" y="1039503"/>
                  <a:pt x="2838085" y="1037464"/>
                  <a:pt x="2837292" y="1035545"/>
                </a:cubicBezTo>
                <a:cubicBezTo>
                  <a:pt x="2821277" y="996813"/>
                  <a:pt x="2796447" y="965043"/>
                  <a:pt x="2759326" y="945165"/>
                </a:cubicBezTo>
                <a:cubicBezTo>
                  <a:pt x="2734373" y="931803"/>
                  <a:pt x="2709144" y="925045"/>
                  <a:pt x="2683861" y="924990"/>
                </a:cubicBezTo>
                <a:close/>
                <a:moveTo>
                  <a:pt x="3127337" y="798911"/>
                </a:moveTo>
                <a:cubicBezTo>
                  <a:pt x="3136787" y="798792"/>
                  <a:pt x="3141385" y="802625"/>
                  <a:pt x="3145803" y="809756"/>
                </a:cubicBezTo>
                <a:cubicBezTo>
                  <a:pt x="3182311" y="868687"/>
                  <a:pt x="3219005" y="927503"/>
                  <a:pt x="3255684" y="986328"/>
                </a:cubicBezTo>
                <a:cubicBezTo>
                  <a:pt x="3257722" y="989597"/>
                  <a:pt x="3260123" y="992639"/>
                  <a:pt x="3262810" y="996430"/>
                </a:cubicBezTo>
                <a:cubicBezTo>
                  <a:pt x="3288875" y="955107"/>
                  <a:pt x="3314460" y="914545"/>
                  <a:pt x="3340046" y="873982"/>
                </a:cubicBezTo>
                <a:cubicBezTo>
                  <a:pt x="3354003" y="851855"/>
                  <a:pt x="3368017" y="829764"/>
                  <a:pt x="3381882" y="807579"/>
                </a:cubicBezTo>
                <a:cubicBezTo>
                  <a:pt x="3385005" y="802581"/>
                  <a:pt x="3387969" y="798977"/>
                  <a:pt x="3395021" y="799025"/>
                </a:cubicBezTo>
                <a:cubicBezTo>
                  <a:pt x="3447871" y="799386"/>
                  <a:pt x="3500725" y="799256"/>
                  <a:pt x="3553578" y="799308"/>
                </a:cubicBezTo>
                <a:cubicBezTo>
                  <a:pt x="3554416" y="799309"/>
                  <a:pt x="3555255" y="799660"/>
                  <a:pt x="3558079" y="800291"/>
                </a:cubicBezTo>
                <a:cubicBezTo>
                  <a:pt x="3489037" y="903219"/>
                  <a:pt x="3419728" y="1005078"/>
                  <a:pt x="3350127" y="1108574"/>
                </a:cubicBezTo>
                <a:cubicBezTo>
                  <a:pt x="3422426" y="1216711"/>
                  <a:pt x="3495031" y="1325306"/>
                  <a:pt x="3568626" y="1435383"/>
                </a:cubicBezTo>
                <a:cubicBezTo>
                  <a:pt x="3564174" y="1435802"/>
                  <a:pt x="3561364" y="1436294"/>
                  <a:pt x="3558553" y="1436297"/>
                </a:cubicBezTo>
                <a:cubicBezTo>
                  <a:pt x="3506573" y="1436343"/>
                  <a:pt x="3454592" y="1436184"/>
                  <a:pt x="3402615" y="1436495"/>
                </a:cubicBezTo>
                <a:cubicBezTo>
                  <a:pt x="3395170" y="1436540"/>
                  <a:pt x="3390995" y="1434287"/>
                  <a:pt x="3387020" y="1427816"/>
                </a:cubicBezTo>
                <a:cubicBezTo>
                  <a:pt x="3365795" y="1393266"/>
                  <a:pt x="3343967" y="1359087"/>
                  <a:pt x="3321894" y="1323947"/>
                </a:cubicBezTo>
                <a:cubicBezTo>
                  <a:pt x="3301009" y="1290787"/>
                  <a:pt x="3280576" y="1258461"/>
                  <a:pt x="3258976" y="1224287"/>
                </a:cubicBezTo>
                <a:cubicBezTo>
                  <a:pt x="3249884" y="1238515"/>
                  <a:pt x="3241717" y="1251141"/>
                  <a:pt x="3233702" y="1263863"/>
                </a:cubicBezTo>
                <a:cubicBezTo>
                  <a:pt x="3199307" y="1318463"/>
                  <a:pt x="3164907" y="1373061"/>
                  <a:pt x="3130661" y="1427756"/>
                </a:cubicBezTo>
                <a:cubicBezTo>
                  <a:pt x="3127221" y="1433251"/>
                  <a:pt x="3124016" y="1436628"/>
                  <a:pt x="3116483" y="1436562"/>
                </a:cubicBezTo>
                <a:cubicBezTo>
                  <a:pt x="3064944" y="1436113"/>
                  <a:pt x="3013400" y="1436319"/>
                  <a:pt x="2961857" y="1436290"/>
                </a:cubicBezTo>
                <a:cubicBezTo>
                  <a:pt x="2960587" y="1436289"/>
                  <a:pt x="2959318" y="1436011"/>
                  <a:pt x="2956004" y="1435624"/>
                </a:cubicBezTo>
                <a:cubicBezTo>
                  <a:pt x="2968542" y="1412448"/>
                  <a:pt x="2984471" y="1392537"/>
                  <a:pt x="2998269" y="1371311"/>
                </a:cubicBezTo>
                <a:cubicBezTo>
                  <a:pt x="3012300" y="1349726"/>
                  <a:pt x="3026735" y="1328403"/>
                  <a:pt x="3041046" y="1307001"/>
                </a:cubicBezTo>
                <a:cubicBezTo>
                  <a:pt x="3055599" y="1285239"/>
                  <a:pt x="3070233" y="1263530"/>
                  <a:pt x="3084801" y="1241779"/>
                </a:cubicBezTo>
                <a:cubicBezTo>
                  <a:pt x="3099127" y="1220389"/>
                  <a:pt x="3113432" y="1198985"/>
                  <a:pt x="3127718" y="1177569"/>
                </a:cubicBezTo>
                <a:cubicBezTo>
                  <a:pt x="3141990" y="1156174"/>
                  <a:pt x="3156227" y="1134755"/>
                  <a:pt x="3171176" y="1112300"/>
                </a:cubicBezTo>
                <a:cubicBezTo>
                  <a:pt x="3102128" y="1008669"/>
                  <a:pt x="3033113" y="905086"/>
                  <a:pt x="2962984" y="799833"/>
                </a:cubicBezTo>
                <a:cubicBezTo>
                  <a:pt x="2969143" y="799551"/>
                  <a:pt x="2972893" y="799231"/>
                  <a:pt x="2976643" y="799229"/>
                </a:cubicBezTo>
                <a:cubicBezTo>
                  <a:pt x="3026876" y="799196"/>
                  <a:pt x="3077112" y="799540"/>
                  <a:pt x="3127337" y="798911"/>
                </a:cubicBezTo>
                <a:close/>
                <a:moveTo>
                  <a:pt x="2689939" y="789946"/>
                </a:moveTo>
                <a:cubicBezTo>
                  <a:pt x="2757961" y="792274"/>
                  <a:pt x="2818480" y="815508"/>
                  <a:pt x="2870173" y="860074"/>
                </a:cubicBezTo>
                <a:cubicBezTo>
                  <a:pt x="2933227" y="914435"/>
                  <a:pt x="2969408" y="983558"/>
                  <a:pt x="2981596" y="1065683"/>
                </a:cubicBezTo>
                <a:cubicBezTo>
                  <a:pt x="2985965" y="1095120"/>
                  <a:pt x="2987297" y="1124506"/>
                  <a:pt x="2983145" y="1154031"/>
                </a:cubicBezTo>
                <a:cubicBezTo>
                  <a:pt x="2982606" y="1157860"/>
                  <a:pt x="2981580" y="1161621"/>
                  <a:pt x="2980588" y="1166318"/>
                </a:cubicBezTo>
                <a:cubicBezTo>
                  <a:pt x="2826215" y="1166318"/>
                  <a:pt x="2672148" y="1166318"/>
                  <a:pt x="2516508" y="1166318"/>
                </a:cubicBezTo>
                <a:cubicBezTo>
                  <a:pt x="2534768" y="1230014"/>
                  <a:pt x="2569476" y="1278657"/>
                  <a:pt x="2632969" y="1298523"/>
                </a:cubicBezTo>
                <a:cubicBezTo>
                  <a:pt x="2713918" y="1323851"/>
                  <a:pt x="2778342" y="1293804"/>
                  <a:pt x="2830476" y="1229706"/>
                </a:cubicBezTo>
                <a:cubicBezTo>
                  <a:pt x="2868879" y="1247881"/>
                  <a:pt x="2907336" y="1266083"/>
                  <a:pt x="2947605" y="1285142"/>
                </a:cubicBezTo>
                <a:cubicBezTo>
                  <a:pt x="2938734" y="1298326"/>
                  <a:pt x="2931334" y="1310990"/>
                  <a:pt x="2922346" y="1322404"/>
                </a:cubicBezTo>
                <a:cubicBezTo>
                  <a:pt x="2873530" y="1384402"/>
                  <a:pt x="2811021" y="1425109"/>
                  <a:pt x="2732809" y="1438449"/>
                </a:cubicBezTo>
                <a:cubicBezTo>
                  <a:pt x="2653005" y="1452060"/>
                  <a:pt x="2579295" y="1434863"/>
                  <a:pt x="2513858" y="1386886"/>
                </a:cubicBezTo>
                <a:cubicBezTo>
                  <a:pt x="2443037" y="1334960"/>
                  <a:pt x="2401195" y="1264382"/>
                  <a:pt x="2385613" y="1178390"/>
                </a:cubicBezTo>
                <a:cubicBezTo>
                  <a:pt x="2371739" y="1101818"/>
                  <a:pt x="2381995" y="1028161"/>
                  <a:pt x="2417528" y="958815"/>
                </a:cubicBezTo>
                <a:cubicBezTo>
                  <a:pt x="2452369" y="890817"/>
                  <a:pt x="2504600" y="840480"/>
                  <a:pt x="2575616" y="811110"/>
                </a:cubicBezTo>
                <a:cubicBezTo>
                  <a:pt x="2592804" y="804002"/>
                  <a:pt x="2611362" y="800208"/>
                  <a:pt x="2630415" y="794772"/>
                </a:cubicBezTo>
                <a:cubicBezTo>
                  <a:pt x="2651011" y="792964"/>
                  <a:pt x="2670549" y="789282"/>
                  <a:pt x="2689939" y="789946"/>
                </a:cubicBezTo>
                <a:close/>
                <a:moveTo>
                  <a:pt x="3832688" y="789847"/>
                </a:moveTo>
                <a:cubicBezTo>
                  <a:pt x="3905656" y="794397"/>
                  <a:pt x="3973676" y="815694"/>
                  <a:pt x="4035855" y="854670"/>
                </a:cubicBezTo>
                <a:cubicBezTo>
                  <a:pt x="4037333" y="855596"/>
                  <a:pt x="4038796" y="856566"/>
                  <a:pt x="4040161" y="857649"/>
                </a:cubicBezTo>
                <a:cubicBezTo>
                  <a:pt x="4040800" y="858156"/>
                  <a:pt x="4041189" y="858980"/>
                  <a:pt x="4042221" y="860378"/>
                </a:cubicBezTo>
                <a:cubicBezTo>
                  <a:pt x="4022623" y="896795"/>
                  <a:pt x="4002854" y="933532"/>
                  <a:pt x="3982443" y="971459"/>
                </a:cubicBezTo>
                <a:cubicBezTo>
                  <a:pt x="3977999" y="969165"/>
                  <a:pt x="3973911" y="967111"/>
                  <a:pt x="3969873" y="964963"/>
                </a:cubicBezTo>
                <a:cubicBezTo>
                  <a:pt x="3932448" y="945047"/>
                  <a:pt x="3894101" y="927428"/>
                  <a:pt x="3852321" y="918617"/>
                </a:cubicBezTo>
                <a:cubicBezTo>
                  <a:pt x="3829090" y="913718"/>
                  <a:pt x="3805698" y="911989"/>
                  <a:pt x="3782345" y="917777"/>
                </a:cubicBezTo>
                <a:cubicBezTo>
                  <a:pt x="3768492" y="921210"/>
                  <a:pt x="3756005" y="927555"/>
                  <a:pt x="3747345" y="939248"/>
                </a:cubicBezTo>
                <a:cubicBezTo>
                  <a:pt x="3732221" y="959670"/>
                  <a:pt x="3733335" y="982711"/>
                  <a:pt x="3750615" y="1001047"/>
                </a:cubicBezTo>
                <a:cubicBezTo>
                  <a:pt x="3767003" y="1018438"/>
                  <a:pt x="3788360" y="1027418"/>
                  <a:pt x="3810039" y="1035488"/>
                </a:cubicBezTo>
                <a:cubicBezTo>
                  <a:pt x="3841469" y="1047187"/>
                  <a:pt x="3873321" y="1057759"/>
                  <a:pt x="3904733" y="1069507"/>
                </a:cubicBezTo>
                <a:cubicBezTo>
                  <a:pt x="3937066" y="1081600"/>
                  <a:pt x="3968243" y="1096080"/>
                  <a:pt x="3996105" y="1116968"/>
                </a:cubicBezTo>
                <a:cubicBezTo>
                  <a:pt x="4029280" y="1141839"/>
                  <a:pt x="4052425" y="1173861"/>
                  <a:pt x="4057336" y="1215187"/>
                </a:cubicBezTo>
                <a:cubicBezTo>
                  <a:pt x="4064742" y="1277496"/>
                  <a:pt x="4055333" y="1336555"/>
                  <a:pt x="4010128" y="1384473"/>
                </a:cubicBezTo>
                <a:cubicBezTo>
                  <a:pt x="3989487" y="1406353"/>
                  <a:pt x="3963671" y="1421089"/>
                  <a:pt x="3935254" y="1430980"/>
                </a:cubicBezTo>
                <a:cubicBezTo>
                  <a:pt x="3905444" y="1441356"/>
                  <a:pt x="3874763" y="1446280"/>
                  <a:pt x="3843165" y="1447924"/>
                </a:cubicBezTo>
                <a:cubicBezTo>
                  <a:pt x="3769125" y="1451776"/>
                  <a:pt x="3699806" y="1435018"/>
                  <a:pt x="3633984" y="1402311"/>
                </a:cubicBezTo>
                <a:cubicBezTo>
                  <a:pt x="3609011" y="1389901"/>
                  <a:pt x="3585255" y="1375258"/>
                  <a:pt x="3562807" y="1356696"/>
                </a:cubicBezTo>
                <a:cubicBezTo>
                  <a:pt x="3581565" y="1326961"/>
                  <a:pt x="3600098" y="1297583"/>
                  <a:pt x="3619199" y="1267444"/>
                </a:cubicBezTo>
                <a:cubicBezTo>
                  <a:pt x="3623247" y="1261282"/>
                  <a:pt x="3626728" y="1255880"/>
                  <a:pt x="3629640" y="1251363"/>
                </a:cubicBezTo>
                <a:cubicBezTo>
                  <a:pt x="3654349" y="1265097"/>
                  <a:pt x="3677873" y="1279194"/>
                  <a:pt x="3702295" y="1291512"/>
                </a:cubicBezTo>
                <a:cubicBezTo>
                  <a:pt x="3739584" y="1310320"/>
                  <a:pt x="3779201" y="1321797"/>
                  <a:pt x="3821096" y="1324212"/>
                </a:cubicBezTo>
                <a:cubicBezTo>
                  <a:pt x="3841278" y="1325376"/>
                  <a:pt x="3861208" y="1323382"/>
                  <a:pt x="3880100" y="1315615"/>
                </a:cubicBezTo>
                <a:cubicBezTo>
                  <a:pt x="3920579" y="1298971"/>
                  <a:pt x="3927517" y="1250090"/>
                  <a:pt x="3892045" y="1224502"/>
                </a:cubicBezTo>
                <a:cubicBezTo>
                  <a:pt x="3877802" y="1214229"/>
                  <a:pt x="3860921" y="1206887"/>
                  <a:pt x="3844290" y="1200813"/>
                </a:cubicBezTo>
                <a:cubicBezTo>
                  <a:pt x="3817320" y="1190964"/>
                  <a:pt x="3789518" y="1183414"/>
                  <a:pt x="3762158" y="1174610"/>
                </a:cubicBezTo>
                <a:cubicBezTo>
                  <a:pt x="3727200" y="1163361"/>
                  <a:pt x="3693150" y="1150025"/>
                  <a:pt x="3662693" y="1128962"/>
                </a:cubicBezTo>
                <a:cubicBezTo>
                  <a:pt x="3616278" y="1096864"/>
                  <a:pt x="3593151" y="1052522"/>
                  <a:pt x="3592186" y="996115"/>
                </a:cubicBezTo>
                <a:cubicBezTo>
                  <a:pt x="3591633" y="963838"/>
                  <a:pt x="3596170" y="932733"/>
                  <a:pt x="3609898" y="903309"/>
                </a:cubicBezTo>
                <a:cubicBezTo>
                  <a:pt x="3630684" y="858762"/>
                  <a:pt x="3665474" y="829189"/>
                  <a:pt x="3710024" y="810188"/>
                </a:cubicBezTo>
                <a:cubicBezTo>
                  <a:pt x="3749248" y="793457"/>
                  <a:pt x="3790529" y="787217"/>
                  <a:pt x="3832688" y="789847"/>
                </a:cubicBezTo>
                <a:close/>
                <a:moveTo>
                  <a:pt x="4428448" y="787235"/>
                </a:moveTo>
                <a:cubicBezTo>
                  <a:pt x="4498864" y="792109"/>
                  <a:pt x="4562491" y="820130"/>
                  <a:pt x="4618566" y="871367"/>
                </a:cubicBezTo>
                <a:cubicBezTo>
                  <a:pt x="4674309" y="922300"/>
                  <a:pt x="4707172" y="985840"/>
                  <a:pt x="4720826" y="1059679"/>
                </a:cubicBezTo>
                <a:cubicBezTo>
                  <a:pt x="4722007" y="1066071"/>
                  <a:pt x="4721990" y="1072684"/>
                  <a:pt x="4723508" y="1079689"/>
                </a:cubicBezTo>
                <a:cubicBezTo>
                  <a:pt x="4724486" y="1104710"/>
                  <a:pt x="4724486" y="1129235"/>
                  <a:pt x="4724486" y="1154989"/>
                </a:cubicBezTo>
                <a:cubicBezTo>
                  <a:pt x="4723636" y="1157537"/>
                  <a:pt x="4722172" y="1158791"/>
                  <a:pt x="4722024" y="1160184"/>
                </a:cubicBezTo>
                <a:cubicBezTo>
                  <a:pt x="4714839" y="1227818"/>
                  <a:pt x="4687452" y="1286548"/>
                  <a:pt x="4643279" y="1337670"/>
                </a:cubicBezTo>
                <a:cubicBezTo>
                  <a:pt x="4600783" y="1386851"/>
                  <a:pt x="4548089" y="1420389"/>
                  <a:pt x="4485200" y="1436981"/>
                </a:cubicBezTo>
                <a:cubicBezTo>
                  <a:pt x="4409915" y="1456842"/>
                  <a:pt x="4336802" y="1450412"/>
                  <a:pt x="4266450" y="1416389"/>
                </a:cubicBezTo>
                <a:cubicBezTo>
                  <a:pt x="4190351" y="1379587"/>
                  <a:pt x="4135580" y="1321661"/>
                  <a:pt x="4105885" y="1243177"/>
                </a:cubicBezTo>
                <a:cubicBezTo>
                  <a:pt x="4058325" y="1117475"/>
                  <a:pt x="4076924" y="1000307"/>
                  <a:pt x="4163434" y="896755"/>
                </a:cubicBezTo>
                <a:cubicBezTo>
                  <a:pt x="4213237" y="837141"/>
                  <a:pt x="4278581" y="800955"/>
                  <a:pt x="4355797" y="790074"/>
                </a:cubicBezTo>
                <a:cubicBezTo>
                  <a:pt x="4380750" y="786557"/>
                  <a:pt x="4404976" y="785610"/>
                  <a:pt x="4428448" y="787235"/>
                </a:cubicBezTo>
                <a:close/>
                <a:moveTo>
                  <a:pt x="1602345" y="635595"/>
                </a:moveTo>
                <a:cubicBezTo>
                  <a:pt x="1773812" y="635595"/>
                  <a:pt x="1943919" y="635595"/>
                  <a:pt x="2114698" y="635595"/>
                </a:cubicBezTo>
                <a:cubicBezTo>
                  <a:pt x="2114698" y="681138"/>
                  <a:pt x="2114698" y="725987"/>
                  <a:pt x="2114698" y="770944"/>
                </a:cubicBezTo>
                <a:cubicBezTo>
                  <a:pt x="2114491" y="771150"/>
                  <a:pt x="2114196" y="771475"/>
                  <a:pt x="2113869" y="771763"/>
                </a:cubicBezTo>
                <a:cubicBezTo>
                  <a:pt x="2113551" y="772042"/>
                  <a:pt x="2113228" y="772443"/>
                  <a:pt x="2112858" y="772509"/>
                </a:cubicBezTo>
                <a:cubicBezTo>
                  <a:pt x="2111574" y="772736"/>
                  <a:pt x="2110269" y="772972"/>
                  <a:pt x="2108971" y="772973"/>
                </a:cubicBezTo>
                <a:cubicBezTo>
                  <a:pt x="1992334" y="773086"/>
                  <a:pt x="1875697" y="773175"/>
                  <a:pt x="1759060" y="773287"/>
                </a:cubicBezTo>
                <a:cubicBezTo>
                  <a:pt x="1758678" y="773287"/>
                  <a:pt x="1758297" y="773585"/>
                  <a:pt x="1757049" y="774104"/>
                </a:cubicBezTo>
                <a:cubicBezTo>
                  <a:pt x="1757049" y="838542"/>
                  <a:pt x="1757049" y="903345"/>
                  <a:pt x="1757049" y="969635"/>
                </a:cubicBezTo>
                <a:cubicBezTo>
                  <a:pt x="1851786" y="969635"/>
                  <a:pt x="1946299" y="969635"/>
                  <a:pt x="2041343" y="969635"/>
                </a:cubicBezTo>
                <a:cubicBezTo>
                  <a:pt x="2041343" y="1015891"/>
                  <a:pt x="2041343" y="1060667"/>
                  <a:pt x="2041343" y="1106507"/>
                </a:cubicBezTo>
                <a:cubicBezTo>
                  <a:pt x="1946567" y="1106507"/>
                  <a:pt x="1852396" y="1106507"/>
                  <a:pt x="1756727" y="1106507"/>
                </a:cubicBezTo>
                <a:cubicBezTo>
                  <a:pt x="1755573" y="1143989"/>
                  <a:pt x="1756358" y="1180472"/>
                  <a:pt x="1756214" y="1216934"/>
                </a:cubicBezTo>
                <a:cubicBezTo>
                  <a:pt x="1756070" y="1253192"/>
                  <a:pt x="1756182" y="1289452"/>
                  <a:pt x="1756182" y="1325711"/>
                </a:cubicBezTo>
                <a:cubicBezTo>
                  <a:pt x="1756182" y="1362320"/>
                  <a:pt x="1756182" y="1398928"/>
                  <a:pt x="1756182" y="1436362"/>
                </a:cubicBezTo>
                <a:cubicBezTo>
                  <a:pt x="1704744" y="1436362"/>
                  <a:pt x="1654323" y="1436362"/>
                  <a:pt x="1602345" y="1436362"/>
                </a:cubicBezTo>
                <a:cubicBezTo>
                  <a:pt x="1602345" y="1307480"/>
                  <a:pt x="1602345" y="1178757"/>
                  <a:pt x="1602345" y="1048722"/>
                </a:cubicBezTo>
                <a:cubicBezTo>
                  <a:pt x="1602345" y="910366"/>
                  <a:pt x="1602345" y="773321"/>
                  <a:pt x="1602345" y="635595"/>
                </a:cubicBezTo>
                <a:close/>
                <a:moveTo>
                  <a:pt x="2172257" y="634916"/>
                </a:moveTo>
                <a:cubicBezTo>
                  <a:pt x="2218128" y="634885"/>
                  <a:pt x="2263998" y="634890"/>
                  <a:pt x="2309868" y="634919"/>
                </a:cubicBezTo>
                <a:cubicBezTo>
                  <a:pt x="2311600" y="634920"/>
                  <a:pt x="2313331" y="635251"/>
                  <a:pt x="2315905" y="636298"/>
                </a:cubicBezTo>
                <a:cubicBezTo>
                  <a:pt x="2316915" y="641959"/>
                  <a:pt x="2317230" y="646751"/>
                  <a:pt x="2317231" y="651542"/>
                </a:cubicBezTo>
                <a:cubicBezTo>
                  <a:pt x="2317254" y="907541"/>
                  <a:pt x="2317251" y="1163540"/>
                  <a:pt x="2317251" y="1419539"/>
                </a:cubicBezTo>
                <a:cubicBezTo>
                  <a:pt x="2317251" y="1424676"/>
                  <a:pt x="2317251" y="1429814"/>
                  <a:pt x="2317251" y="1435617"/>
                </a:cubicBezTo>
                <a:cubicBezTo>
                  <a:pt x="2265544" y="1435617"/>
                  <a:pt x="2215145" y="1435617"/>
                  <a:pt x="2164095" y="1435617"/>
                </a:cubicBezTo>
                <a:cubicBezTo>
                  <a:pt x="2164095" y="1168705"/>
                  <a:pt x="2164095" y="902481"/>
                  <a:pt x="2164095" y="635491"/>
                </a:cubicBezTo>
                <a:cubicBezTo>
                  <a:pt x="2167233" y="635261"/>
                  <a:pt x="2169745" y="634918"/>
                  <a:pt x="2172257" y="634916"/>
                </a:cubicBezTo>
                <a:close/>
                <a:moveTo>
                  <a:pt x="1015006" y="147647"/>
                </a:moveTo>
                <a:cubicBezTo>
                  <a:pt x="933722" y="139708"/>
                  <a:pt x="866166" y="168392"/>
                  <a:pt x="812706" y="229904"/>
                </a:cubicBezTo>
                <a:cubicBezTo>
                  <a:pt x="788273" y="258017"/>
                  <a:pt x="772257" y="290726"/>
                  <a:pt x="762506" y="328835"/>
                </a:cubicBezTo>
                <a:cubicBezTo>
                  <a:pt x="760173" y="344276"/>
                  <a:pt x="755953" y="359701"/>
                  <a:pt x="755824" y="375160"/>
                </a:cubicBezTo>
                <a:cubicBezTo>
                  <a:pt x="755147" y="455975"/>
                  <a:pt x="755499" y="536799"/>
                  <a:pt x="755538" y="617620"/>
                </a:cubicBezTo>
                <a:cubicBezTo>
                  <a:pt x="755540" y="620979"/>
                  <a:pt x="755985" y="624338"/>
                  <a:pt x="756262" y="628239"/>
                </a:cubicBezTo>
                <a:cubicBezTo>
                  <a:pt x="759570" y="628459"/>
                  <a:pt x="762103" y="628773"/>
                  <a:pt x="764637" y="628774"/>
                </a:cubicBezTo>
                <a:cubicBezTo>
                  <a:pt x="838468" y="628801"/>
                  <a:pt x="912302" y="629188"/>
                  <a:pt x="986127" y="628510"/>
                </a:cubicBezTo>
                <a:cubicBezTo>
                  <a:pt x="1003819" y="628348"/>
                  <a:pt x="1021776" y="626008"/>
                  <a:pt x="1039097" y="622281"/>
                </a:cubicBezTo>
                <a:cubicBezTo>
                  <a:pt x="1091207" y="611068"/>
                  <a:pt x="1134242" y="584055"/>
                  <a:pt x="1168099" y="543067"/>
                </a:cubicBezTo>
                <a:cubicBezTo>
                  <a:pt x="1211267" y="490807"/>
                  <a:pt x="1229998" y="430133"/>
                  <a:pt x="1223415" y="363016"/>
                </a:cubicBezTo>
                <a:cubicBezTo>
                  <a:pt x="1217471" y="302399"/>
                  <a:pt x="1191590" y="250557"/>
                  <a:pt x="1146617" y="208579"/>
                </a:cubicBezTo>
                <a:cubicBezTo>
                  <a:pt x="1109320" y="173767"/>
                  <a:pt x="1065409" y="152570"/>
                  <a:pt x="1015006" y="147647"/>
                </a:cubicBezTo>
                <a:close/>
                <a:moveTo>
                  <a:pt x="949092" y="0"/>
                </a:moveTo>
                <a:cubicBezTo>
                  <a:pt x="976239" y="0"/>
                  <a:pt x="1003385" y="0"/>
                  <a:pt x="1031761" y="0"/>
                </a:cubicBezTo>
                <a:cubicBezTo>
                  <a:pt x="1038072" y="1597"/>
                  <a:pt x="1043050" y="3859"/>
                  <a:pt x="1048255" y="4689"/>
                </a:cubicBezTo>
                <a:cubicBezTo>
                  <a:pt x="1122276" y="16494"/>
                  <a:pt x="1186616" y="48135"/>
                  <a:pt x="1241432" y="99069"/>
                </a:cubicBezTo>
                <a:cubicBezTo>
                  <a:pt x="1311564" y="164234"/>
                  <a:pt x="1352915" y="244394"/>
                  <a:pt x="1363651" y="339553"/>
                </a:cubicBezTo>
                <a:cubicBezTo>
                  <a:pt x="1376578" y="454124"/>
                  <a:pt x="1346698" y="556406"/>
                  <a:pt x="1271390" y="644255"/>
                </a:cubicBezTo>
                <a:cubicBezTo>
                  <a:pt x="1212073" y="713448"/>
                  <a:pt x="1136519" y="754778"/>
                  <a:pt x="1046817" y="769993"/>
                </a:cubicBezTo>
                <a:cubicBezTo>
                  <a:pt x="1031438" y="772602"/>
                  <a:pt x="1015630" y="773631"/>
                  <a:pt x="1000013" y="773707"/>
                </a:cubicBezTo>
                <a:cubicBezTo>
                  <a:pt x="923996" y="774077"/>
                  <a:pt x="847978" y="773875"/>
                  <a:pt x="771960" y="773875"/>
                </a:cubicBezTo>
                <a:cubicBezTo>
                  <a:pt x="767183" y="773875"/>
                  <a:pt x="762405" y="773875"/>
                  <a:pt x="757812" y="773875"/>
                </a:cubicBezTo>
                <a:cubicBezTo>
                  <a:pt x="754963" y="783644"/>
                  <a:pt x="754039" y="944235"/>
                  <a:pt x="756684" y="967592"/>
                </a:cubicBezTo>
                <a:cubicBezTo>
                  <a:pt x="829633" y="967592"/>
                  <a:pt x="902763" y="967592"/>
                  <a:pt x="976689" y="967592"/>
                </a:cubicBezTo>
                <a:cubicBezTo>
                  <a:pt x="976689" y="1016764"/>
                  <a:pt x="976689" y="1064544"/>
                  <a:pt x="976689" y="1113704"/>
                </a:cubicBezTo>
                <a:cubicBezTo>
                  <a:pt x="903149" y="1113704"/>
                  <a:pt x="830005" y="1113704"/>
                  <a:pt x="755512" y="1113704"/>
                </a:cubicBezTo>
                <a:cubicBezTo>
                  <a:pt x="755512" y="1119743"/>
                  <a:pt x="755512" y="1124423"/>
                  <a:pt x="755512" y="1129104"/>
                </a:cubicBezTo>
                <a:cubicBezTo>
                  <a:pt x="755512" y="1203375"/>
                  <a:pt x="755575" y="1277644"/>
                  <a:pt x="755489" y="1351915"/>
                </a:cubicBezTo>
                <a:cubicBezTo>
                  <a:pt x="755437" y="1396659"/>
                  <a:pt x="748836" y="1440407"/>
                  <a:pt x="734237" y="1482777"/>
                </a:cubicBezTo>
                <a:cubicBezTo>
                  <a:pt x="716836" y="1533276"/>
                  <a:pt x="690428" y="1578446"/>
                  <a:pt x="654434" y="1618107"/>
                </a:cubicBezTo>
                <a:cubicBezTo>
                  <a:pt x="599319" y="1678841"/>
                  <a:pt x="531669" y="1717523"/>
                  <a:pt x="451637" y="1734675"/>
                </a:cubicBezTo>
                <a:cubicBezTo>
                  <a:pt x="441457" y="1736856"/>
                  <a:pt x="430980" y="1737652"/>
                  <a:pt x="420064" y="1739985"/>
                </a:cubicBezTo>
                <a:cubicBezTo>
                  <a:pt x="389720" y="1740880"/>
                  <a:pt x="359951" y="1740880"/>
                  <a:pt x="328587" y="1739905"/>
                </a:cubicBezTo>
                <a:cubicBezTo>
                  <a:pt x="289145" y="1732257"/>
                  <a:pt x="252348" y="1722198"/>
                  <a:pt x="217693" y="1705180"/>
                </a:cubicBezTo>
                <a:cubicBezTo>
                  <a:pt x="172554" y="1683015"/>
                  <a:pt x="133149" y="1653238"/>
                  <a:pt x="99704" y="1615714"/>
                </a:cubicBezTo>
                <a:cubicBezTo>
                  <a:pt x="75793" y="1588886"/>
                  <a:pt x="55850" y="1559223"/>
                  <a:pt x="40357" y="1526835"/>
                </a:cubicBezTo>
                <a:cubicBezTo>
                  <a:pt x="21839" y="1488128"/>
                  <a:pt x="9042" y="1447591"/>
                  <a:pt x="4564" y="1404665"/>
                </a:cubicBezTo>
                <a:cubicBezTo>
                  <a:pt x="4389" y="1402984"/>
                  <a:pt x="1581" y="1401579"/>
                  <a:pt x="0" y="1400045"/>
                </a:cubicBezTo>
                <a:cubicBezTo>
                  <a:pt x="0" y="1370276"/>
                  <a:pt x="0" y="1340508"/>
                  <a:pt x="1059" y="1309477"/>
                </a:cubicBezTo>
                <a:cubicBezTo>
                  <a:pt x="3037" y="1305995"/>
                  <a:pt x="4474" y="1303849"/>
                  <a:pt x="4798" y="1301547"/>
                </a:cubicBezTo>
                <a:cubicBezTo>
                  <a:pt x="18012" y="1207794"/>
                  <a:pt x="58947" y="1128648"/>
                  <a:pt x="128927" y="1064591"/>
                </a:cubicBezTo>
                <a:cubicBezTo>
                  <a:pt x="164112" y="1032385"/>
                  <a:pt x="203935" y="1007845"/>
                  <a:pt x="248536" y="991152"/>
                </a:cubicBezTo>
                <a:cubicBezTo>
                  <a:pt x="289687" y="975748"/>
                  <a:pt x="332216" y="967689"/>
                  <a:pt x="376296" y="967813"/>
                </a:cubicBezTo>
                <a:cubicBezTo>
                  <a:pt x="450141" y="968023"/>
                  <a:pt x="523988" y="967871"/>
                  <a:pt x="597833" y="967871"/>
                </a:cubicBezTo>
                <a:cubicBezTo>
                  <a:pt x="602507" y="967871"/>
                  <a:pt x="607180" y="967871"/>
                  <a:pt x="612123" y="967871"/>
                </a:cubicBezTo>
                <a:cubicBezTo>
                  <a:pt x="612123" y="902551"/>
                  <a:pt x="612123" y="838635"/>
                  <a:pt x="612123" y="773905"/>
                </a:cubicBezTo>
                <a:cubicBezTo>
                  <a:pt x="538064" y="773811"/>
                  <a:pt x="464936" y="773948"/>
                  <a:pt x="391909" y="773826"/>
                </a:cubicBezTo>
                <a:cubicBezTo>
                  <a:pt x="391909" y="724459"/>
                  <a:pt x="391909" y="677054"/>
                  <a:pt x="391909" y="628286"/>
                </a:cubicBezTo>
                <a:cubicBezTo>
                  <a:pt x="465894" y="628286"/>
                  <a:pt x="539060" y="628286"/>
                  <a:pt x="613068" y="628286"/>
                </a:cubicBezTo>
                <a:cubicBezTo>
                  <a:pt x="613068" y="622173"/>
                  <a:pt x="613068" y="617425"/>
                  <a:pt x="613068" y="612677"/>
                </a:cubicBezTo>
                <a:cubicBezTo>
                  <a:pt x="613068" y="541016"/>
                  <a:pt x="613240" y="469355"/>
                  <a:pt x="612979" y="397695"/>
                </a:cubicBezTo>
                <a:cubicBezTo>
                  <a:pt x="612883" y="371050"/>
                  <a:pt x="614372" y="344625"/>
                  <a:pt x="618845" y="318329"/>
                </a:cubicBezTo>
                <a:cubicBezTo>
                  <a:pt x="625624" y="278467"/>
                  <a:pt x="638408" y="240602"/>
                  <a:pt x="657075" y="204865"/>
                </a:cubicBezTo>
                <a:cubicBezTo>
                  <a:pt x="676802" y="167099"/>
                  <a:pt x="702104" y="133414"/>
                  <a:pt x="733032" y="103874"/>
                </a:cubicBezTo>
                <a:cubicBezTo>
                  <a:pt x="788583" y="50813"/>
                  <a:pt x="854069" y="17876"/>
                  <a:pt x="929701" y="4828"/>
                </a:cubicBezTo>
                <a:cubicBezTo>
                  <a:pt x="936247" y="3699"/>
                  <a:pt x="942632" y="1632"/>
                  <a:pt x="949092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4703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/ End Slide - FF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ED0F1598-4E99-6D0A-BF87-78AC7364AB6A}"/>
              </a:ext>
            </a:extLst>
          </p:cNvPr>
          <p:cNvSpPr/>
          <p:nvPr/>
        </p:nvSpPr>
        <p:spPr>
          <a:xfrm flipV="1">
            <a:off x="2431053" y="1689566"/>
            <a:ext cx="4282567" cy="1763926"/>
          </a:xfrm>
          <a:custGeom>
            <a:avLst/>
            <a:gdLst>
              <a:gd name="connsiteX0" fmla="*/ 2842196 w 4282567"/>
              <a:gd name="connsiteY0" fmla="*/ 256092 h 1763926"/>
              <a:gd name="connsiteX1" fmla="*/ 2757966 w 4282567"/>
              <a:gd name="connsiteY1" fmla="*/ 167776 h 1763926"/>
              <a:gd name="connsiteX2" fmla="*/ 2757966 w 4282567"/>
              <a:gd name="connsiteY2" fmla="*/ 166970 h 1763926"/>
              <a:gd name="connsiteX3" fmla="*/ 2842196 w 4282567"/>
              <a:gd name="connsiteY3" fmla="*/ 78634 h 1763926"/>
              <a:gd name="connsiteX4" fmla="*/ 2923206 w 4282567"/>
              <a:gd name="connsiteY4" fmla="*/ 166567 h 1763926"/>
              <a:gd name="connsiteX5" fmla="*/ 2923206 w 4282567"/>
              <a:gd name="connsiteY5" fmla="*/ 167373 h 1763926"/>
              <a:gd name="connsiteX6" fmla="*/ 2842196 w 4282567"/>
              <a:gd name="connsiteY6" fmla="*/ 256092 h 1763926"/>
              <a:gd name="connsiteX7" fmla="*/ 2593211 w 4282567"/>
              <a:gd name="connsiteY7" fmla="*/ 256490 h 1763926"/>
              <a:gd name="connsiteX8" fmla="*/ 2508961 w 4282567"/>
              <a:gd name="connsiteY8" fmla="*/ 168153 h 1763926"/>
              <a:gd name="connsiteX9" fmla="*/ 2508961 w 4282567"/>
              <a:gd name="connsiteY9" fmla="*/ 167368 h 1763926"/>
              <a:gd name="connsiteX10" fmla="*/ 2594001 w 4282567"/>
              <a:gd name="connsiteY10" fmla="*/ 78224 h 1763926"/>
              <a:gd name="connsiteX11" fmla="*/ 2678252 w 4282567"/>
              <a:gd name="connsiteY11" fmla="*/ 166561 h 1763926"/>
              <a:gd name="connsiteX12" fmla="*/ 2678252 w 4282567"/>
              <a:gd name="connsiteY12" fmla="*/ 167368 h 1763926"/>
              <a:gd name="connsiteX13" fmla="*/ 2593211 w 4282567"/>
              <a:gd name="connsiteY13" fmla="*/ 256490 h 1763926"/>
              <a:gd name="connsiteX14" fmla="*/ 1649705 w 4282567"/>
              <a:gd name="connsiteY14" fmla="*/ 256490 h 1763926"/>
              <a:gd name="connsiteX15" fmla="*/ 1565476 w 4282567"/>
              <a:gd name="connsiteY15" fmla="*/ 168153 h 1763926"/>
              <a:gd name="connsiteX16" fmla="*/ 1565476 w 4282567"/>
              <a:gd name="connsiteY16" fmla="*/ 167368 h 1763926"/>
              <a:gd name="connsiteX17" fmla="*/ 1650515 w 4282567"/>
              <a:gd name="connsiteY17" fmla="*/ 78224 h 1763926"/>
              <a:gd name="connsiteX18" fmla="*/ 1734745 w 4282567"/>
              <a:gd name="connsiteY18" fmla="*/ 166561 h 1763926"/>
              <a:gd name="connsiteX19" fmla="*/ 1734745 w 4282567"/>
              <a:gd name="connsiteY19" fmla="*/ 167368 h 1763926"/>
              <a:gd name="connsiteX20" fmla="*/ 1649705 w 4282567"/>
              <a:gd name="connsiteY20" fmla="*/ 256490 h 1763926"/>
              <a:gd name="connsiteX21" fmla="*/ 3144436 w 4282567"/>
              <a:gd name="connsiteY21" fmla="*/ 256895 h 1763926"/>
              <a:gd name="connsiteX22" fmla="*/ 3068309 w 4282567"/>
              <a:gd name="connsiteY22" fmla="*/ 177031 h 1763926"/>
              <a:gd name="connsiteX23" fmla="*/ 3218561 w 4282567"/>
              <a:gd name="connsiteY23" fmla="*/ 177031 h 1763926"/>
              <a:gd name="connsiteX24" fmla="*/ 3144436 w 4282567"/>
              <a:gd name="connsiteY24" fmla="*/ 256895 h 1763926"/>
              <a:gd name="connsiteX25" fmla="*/ 2366955 w 4282567"/>
              <a:gd name="connsiteY25" fmla="*/ 256895 h 1763926"/>
              <a:gd name="connsiteX26" fmla="*/ 2290827 w 4282567"/>
              <a:gd name="connsiteY26" fmla="*/ 177031 h 1763926"/>
              <a:gd name="connsiteX27" fmla="*/ 2441080 w 4282567"/>
              <a:gd name="connsiteY27" fmla="*/ 177031 h 1763926"/>
              <a:gd name="connsiteX28" fmla="*/ 2366955 w 4282567"/>
              <a:gd name="connsiteY28" fmla="*/ 256895 h 1763926"/>
              <a:gd name="connsiteX29" fmla="*/ 1907179 w 4282567"/>
              <a:gd name="connsiteY29" fmla="*/ 273437 h 1763926"/>
              <a:gd name="connsiteX30" fmla="*/ 1907179 w 4282567"/>
              <a:gd name="connsiteY30" fmla="*/ 251655 h 1763926"/>
              <a:gd name="connsiteX31" fmla="*/ 1905155 w 4282567"/>
              <a:gd name="connsiteY31" fmla="*/ 251655 h 1763926"/>
              <a:gd name="connsiteX32" fmla="*/ 1815658 w 4282567"/>
              <a:gd name="connsiteY32" fmla="*/ 148818 h 1763926"/>
              <a:gd name="connsiteX33" fmla="*/ 1815658 w 4282567"/>
              <a:gd name="connsiteY33" fmla="*/ 64537 h 1763926"/>
              <a:gd name="connsiteX34" fmla="*/ 1795812 w 4282567"/>
              <a:gd name="connsiteY34" fmla="*/ 64537 h 1763926"/>
              <a:gd name="connsiteX35" fmla="*/ 1795812 w 4282567"/>
              <a:gd name="connsiteY35" fmla="*/ 270209 h 1763926"/>
              <a:gd name="connsiteX36" fmla="*/ 1815658 w 4282567"/>
              <a:gd name="connsiteY36" fmla="*/ 270209 h 1763926"/>
              <a:gd name="connsiteX37" fmla="*/ 1815658 w 4282567"/>
              <a:gd name="connsiteY37" fmla="*/ 211722 h 1763926"/>
              <a:gd name="connsiteX38" fmla="*/ 1907179 w 4282567"/>
              <a:gd name="connsiteY38" fmla="*/ 273437 h 1763926"/>
              <a:gd name="connsiteX39" fmla="*/ 2594001 w 4282567"/>
              <a:gd name="connsiteY39" fmla="*/ 275044 h 1763926"/>
              <a:gd name="connsiteX40" fmla="*/ 2699719 w 4282567"/>
              <a:gd name="connsiteY40" fmla="*/ 168153 h 1763926"/>
              <a:gd name="connsiteX41" fmla="*/ 2699719 w 4282567"/>
              <a:gd name="connsiteY41" fmla="*/ 167368 h 1763926"/>
              <a:gd name="connsiteX42" fmla="*/ 2593211 w 4282567"/>
              <a:gd name="connsiteY42" fmla="*/ 59692 h 1763926"/>
              <a:gd name="connsiteX43" fmla="*/ 2487494 w 4282567"/>
              <a:gd name="connsiteY43" fmla="*/ 166561 h 1763926"/>
              <a:gd name="connsiteX44" fmla="*/ 2487494 w 4282567"/>
              <a:gd name="connsiteY44" fmla="*/ 167368 h 1763926"/>
              <a:gd name="connsiteX45" fmla="*/ 2594001 w 4282567"/>
              <a:gd name="connsiteY45" fmla="*/ 275044 h 1763926"/>
              <a:gd name="connsiteX46" fmla="*/ 1650515 w 4282567"/>
              <a:gd name="connsiteY46" fmla="*/ 275044 h 1763926"/>
              <a:gd name="connsiteX47" fmla="*/ 1756212 w 4282567"/>
              <a:gd name="connsiteY47" fmla="*/ 168153 h 1763926"/>
              <a:gd name="connsiteX48" fmla="*/ 1756212 w 4282567"/>
              <a:gd name="connsiteY48" fmla="*/ 167368 h 1763926"/>
              <a:gd name="connsiteX49" fmla="*/ 1649705 w 4282567"/>
              <a:gd name="connsiteY49" fmla="*/ 59692 h 1763926"/>
              <a:gd name="connsiteX50" fmla="*/ 1544009 w 4282567"/>
              <a:gd name="connsiteY50" fmla="*/ 166561 h 1763926"/>
              <a:gd name="connsiteX51" fmla="*/ 1544009 w 4282567"/>
              <a:gd name="connsiteY51" fmla="*/ 167368 h 1763926"/>
              <a:gd name="connsiteX52" fmla="*/ 1650515 w 4282567"/>
              <a:gd name="connsiteY52" fmla="*/ 275044 h 1763926"/>
              <a:gd name="connsiteX53" fmla="*/ 3145268 w 4282567"/>
              <a:gd name="connsiteY53" fmla="*/ 275048 h 1763926"/>
              <a:gd name="connsiteX54" fmla="*/ 3240028 w 4282567"/>
              <a:gd name="connsiteY54" fmla="*/ 167370 h 1763926"/>
              <a:gd name="connsiteX55" fmla="*/ 3239623 w 4282567"/>
              <a:gd name="connsiteY55" fmla="*/ 159282 h 1763926"/>
              <a:gd name="connsiteX56" fmla="*/ 3068309 w 4282567"/>
              <a:gd name="connsiteY56" fmla="*/ 159282 h 1763926"/>
              <a:gd name="connsiteX57" fmla="*/ 3149297 w 4282567"/>
              <a:gd name="connsiteY57" fmla="*/ 78228 h 1763926"/>
              <a:gd name="connsiteX58" fmla="*/ 3220181 w 4282567"/>
              <a:gd name="connsiteY58" fmla="*/ 110497 h 1763926"/>
              <a:gd name="connsiteX59" fmla="*/ 3233953 w 4282567"/>
              <a:gd name="connsiteY59" fmla="*/ 98396 h 1763926"/>
              <a:gd name="connsiteX60" fmla="*/ 3148509 w 4282567"/>
              <a:gd name="connsiteY60" fmla="*/ 59694 h 1763926"/>
              <a:gd name="connsiteX61" fmla="*/ 3047245 w 4282567"/>
              <a:gd name="connsiteY61" fmla="*/ 166946 h 1763926"/>
              <a:gd name="connsiteX62" fmla="*/ 3047245 w 4282567"/>
              <a:gd name="connsiteY62" fmla="*/ 167753 h 1763926"/>
              <a:gd name="connsiteX63" fmla="*/ 3145268 w 4282567"/>
              <a:gd name="connsiteY63" fmla="*/ 275048 h 1763926"/>
              <a:gd name="connsiteX64" fmla="*/ 2367787 w 4282567"/>
              <a:gd name="connsiteY64" fmla="*/ 275048 h 1763926"/>
              <a:gd name="connsiteX65" fmla="*/ 2462547 w 4282567"/>
              <a:gd name="connsiteY65" fmla="*/ 167370 h 1763926"/>
              <a:gd name="connsiteX66" fmla="*/ 2462142 w 4282567"/>
              <a:gd name="connsiteY66" fmla="*/ 159282 h 1763926"/>
              <a:gd name="connsiteX67" fmla="*/ 2290827 w 4282567"/>
              <a:gd name="connsiteY67" fmla="*/ 159282 h 1763926"/>
              <a:gd name="connsiteX68" fmla="*/ 2371816 w 4282567"/>
              <a:gd name="connsiteY68" fmla="*/ 78228 h 1763926"/>
              <a:gd name="connsiteX69" fmla="*/ 2442699 w 4282567"/>
              <a:gd name="connsiteY69" fmla="*/ 110497 h 1763926"/>
              <a:gd name="connsiteX70" fmla="*/ 2456472 w 4282567"/>
              <a:gd name="connsiteY70" fmla="*/ 98396 h 1763926"/>
              <a:gd name="connsiteX71" fmla="*/ 2371028 w 4282567"/>
              <a:gd name="connsiteY71" fmla="*/ 59694 h 1763926"/>
              <a:gd name="connsiteX72" fmla="*/ 2269765 w 4282567"/>
              <a:gd name="connsiteY72" fmla="*/ 166946 h 1763926"/>
              <a:gd name="connsiteX73" fmla="*/ 2269765 w 4282567"/>
              <a:gd name="connsiteY73" fmla="*/ 167753 h 1763926"/>
              <a:gd name="connsiteX74" fmla="*/ 2367787 w 4282567"/>
              <a:gd name="connsiteY74" fmla="*/ 275048 h 1763926"/>
              <a:gd name="connsiteX75" fmla="*/ 2844242 w 4282567"/>
              <a:gd name="connsiteY75" fmla="*/ 275049 h 1763926"/>
              <a:gd name="connsiteX76" fmla="*/ 2944673 w 4282567"/>
              <a:gd name="connsiteY76" fmla="*/ 168159 h 1763926"/>
              <a:gd name="connsiteX77" fmla="*/ 2944673 w 4282567"/>
              <a:gd name="connsiteY77" fmla="*/ 167373 h 1763926"/>
              <a:gd name="connsiteX78" fmla="*/ 2844242 w 4282567"/>
              <a:gd name="connsiteY78" fmla="*/ 59697 h 1763926"/>
              <a:gd name="connsiteX79" fmla="*/ 2759181 w 4282567"/>
              <a:gd name="connsiteY79" fmla="*/ 108885 h 1763926"/>
              <a:gd name="connsiteX80" fmla="*/ 2759181 w 4282567"/>
              <a:gd name="connsiteY80" fmla="*/ 0 h 1763926"/>
              <a:gd name="connsiteX81" fmla="*/ 2739333 w 4282567"/>
              <a:gd name="connsiteY81" fmla="*/ 0 h 1763926"/>
              <a:gd name="connsiteX82" fmla="*/ 2739333 w 4282567"/>
              <a:gd name="connsiteY82" fmla="*/ 270210 h 1763926"/>
              <a:gd name="connsiteX83" fmla="*/ 2759181 w 4282567"/>
              <a:gd name="connsiteY83" fmla="*/ 270210 h 1763926"/>
              <a:gd name="connsiteX84" fmla="*/ 2759181 w 4282567"/>
              <a:gd name="connsiteY84" fmla="*/ 224226 h 1763926"/>
              <a:gd name="connsiteX85" fmla="*/ 2844242 w 4282567"/>
              <a:gd name="connsiteY85" fmla="*/ 275049 h 1763926"/>
              <a:gd name="connsiteX86" fmla="*/ 2064418 w 4282567"/>
              <a:gd name="connsiteY86" fmla="*/ 327467 h 1763926"/>
              <a:gd name="connsiteX87" fmla="*/ 2064418 w 4282567"/>
              <a:gd name="connsiteY87" fmla="*/ 189135 h 1763926"/>
              <a:gd name="connsiteX88" fmla="*/ 2142165 w 4282567"/>
              <a:gd name="connsiteY88" fmla="*/ 189135 h 1763926"/>
              <a:gd name="connsiteX89" fmla="*/ 2230467 w 4282567"/>
              <a:gd name="connsiteY89" fmla="*/ 258513 h 1763926"/>
              <a:gd name="connsiteX90" fmla="*/ 2230467 w 4282567"/>
              <a:gd name="connsiteY90" fmla="*/ 259320 h 1763926"/>
              <a:gd name="connsiteX91" fmla="*/ 2144596 w 4282567"/>
              <a:gd name="connsiteY91" fmla="*/ 327467 h 1763926"/>
              <a:gd name="connsiteX92" fmla="*/ 2043354 w 4282567"/>
              <a:gd name="connsiteY92" fmla="*/ 346827 h 1763926"/>
              <a:gd name="connsiteX93" fmla="*/ 2146216 w 4282567"/>
              <a:gd name="connsiteY93" fmla="*/ 346827 h 1763926"/>
              <a:gd name="connsiteX94" fmla="*/ 2251529 w 4282567"/>
              <a:gd name="connsiteY94" fmla="*/ 260508 h 1763926"/>
              <a:gd name="connsiteX95" fmla="*/ 2251529 w 4282567"/>
              <a:gd name="connsiteY95" fmla="*/ 259701 h 1763926"/>
              <a:gd name="connsiteX96" fmla="*/ 2140950 w 4282567"/>
              <a:gd name="connsiteY96" fmla="*/ 169773 h 1763926"/>
              <a:gd name="connsiteX97" fmla="*/ 2064418 w 4282567"/>
              <a:gd name="connsiteY97" fmla="*/ 169773 h 1763926"/>
              <a:gd name="connsiteX98" fmla="*/ 2064418 w 4282567"/>
              <a:gd name="connsiteY98" fmla="*/ 64516 h 1763926"/>
              <a:gd name="connsiteX99" fmla="*/ 2043354 w 4282567"/>
              <a:gd name="connsiteY99" fmla="*/ 64516 h 1763926"/>
              <a:gd name="connsiteX100" fmla="*/ 2986253 w 4282567"/>
              <a:gd name="connsiteY100" fmla="*/ 358869 h 1763926"/>
              <a:gd name="connsiteX101" fmla="*/ 3006123 w 4282567"/>
              <a:gd name="connsiteY101" fmla="*/ 358869 h 1763926"/>
              <a:gd name="connsiteX102" fmla="*/ 3006123 w 4282567"/>
              <a:gd name="connsiteY102" fmla="*/ 64458 h 1763926"/>
              <a:gd name="connsiteX103" fmla="*/ 2986253 w 4282567"/>
              <a:gd name="connsiteY103" fmla="*/ 64458 h 1763926"/>
              <a:gd name="connsiteX104" fmla="*/ 1513709 w 4282567"/>
              <a:gd name="connsiteY104" fmla="*/ 360137 h 1763926"/>
              <a:gd name="connsiteX105" fmla="*/ 1544493 w 4282567"/>
              <a:gd name="connsiteY105" fmla="*/ 355297 h 1763926"/>
              <a:gd name="connsiteX106" fmla="*/ 1544493 w 4282567"/>
              <a:gd name="connsiteY106" fmla="*/ 336743 h 1763926"/>
              <a:gd name="connsiteX107" fmla="*/ 1513709 w 4282567"/>
              <a:gd name="connsiteY107" fmla="*/ 341987 h 1763926"/>
              <a:gd name="connsiteX108" fmla="*/ 1471990 w 4282567"/>
              <a:gd name="connsiteY108" fmla="*/ 289953 h 1763926"/>
              <a:gd name="connsiteX109" fmla="*/ 1471990 w 4282567"/>
              <a:gd name="connsiteY109" fmla="*/ 270187 h 1763926"/>
              <a:gd name="connsiteX110" fmla="*/ 1544066 w 4282567"/>
              <a:gd name="connsiteY110" fmla="*/ 270187 h 1763926"/>
              <a:gd name="connsiteX111" fmla="*/ 1544066 w 4282567"/>
              <a:gd name="connsiteY111" fmla="*/ 252058 h 1763926"/>
              <a:gd name="connsiteX112" fmla="*/ 1471990 w 4282567"/>
              <a:gd name="connsiteY112" fmla="*/ 252058 h 1763926"/>
              <a:gd name="connsiteX113" fmla="*/ 1471990 w 4282567"/>
              <a:gd name="connsiteY113" fmla="*/ 64516 h 1763926"/>
              <a:gd name="connsiteX114" fmla="*/ 1452142 w 4282567"/>
              <a:gd name="connsiteY114" fmla="*/ 64516 h 1763926"/>
              <a:gd name="connsiteX115" fmla="*/ 1452142 w 4282567"/>
              <a:gd name="connsiteY115" fmla="*/ 252058 h 1763926"/>
              <a:gd name="connsiteX116" fmla="*/ 1422168 w 4282567"/>
              <a:gd name="connsiteY116" fmla="*/ 252058 h 1763926"/>
              <a:gd name="connsiteX117" fmla="*/ 1422168 w 4282567"/>
              <a:gd name="connsiteY117" fmla="*/ 270187 h 1763926"/>
              <a:gd name="connsiteX118" fmla="*/ 1452142 w 4282567"/>
              <a:gd name="connsiteY118" fmla="*/ 270187 h 1763926"/>
              <a:gd name="connsiteX119" fmla="*/ 1452142 w 4282567"/>
              <a:gd name="connsiteY119" fmla="*/ 290378 h 1763926"/>
              <a:gd name="connsiteX120" fmla="*/ 1470368 w 4282567"/>
              <a:gd name="connsiteY120" fmla="*/ 344003 h 1763926"/>
              <a:gd name="connsiteX121" fmla="*/ 1513709 w 4282567"/>
              <a:gd name="connsiteY121" fmla="*/ 360137 h 1763926"/>
              <a:gd name="connsiteX122" fmla="*/ 341223 w 4282567"/>
              <a:gd name="connsiteY122" fmla="*/ 759493 h 1763926"/>
              <a:gd name="connsiteX123" fmla="*/ 127848 w 4282567"/>
              <a:gd name="connsiteY123" fmla="*/ 541336 h 1763926"/>
              <a:gd name="connsiteX124" fmla="*/ 341223 w 4282567"/>
              <a:gd name="connsiteY124" fmla="*/ 323160 h 1763926"/>
              <a:gd name="connsiteX125" fmla="*/ 554579 w 4282567"/>
              <a:gd name="connsiteY125" fmla="*/ 541336 h 1763926"/>
              <a:gd name="connsiteX126" fmla="*/ 554579 w 4282567"/>
              <a:gd name="connsiteY126" fmla="*/ 759493 h 1763926"/>
              <a:gd name="connsiteX127" fmla="*/ 3991143 w 4282567"/>
              <a:gd name="connsiteY127" fmla="*/ 928523 h 1763926"/>
              <a:gd name="connsiteX128" fmla="*/ 3822173 w 4282567"/>
              <a:gd name="connsiteY128" fmla="*/ 755798 h 1763926"/>
              <a:gd name="connsiteX129" fmla="*/ 3991143 w 4282567"/>
              <a:gd name="connsiteY129" fmla="*/ 583011 h 1763926"/>
              <a:gd name="connsiteX130" fmla="*/ 4160114 w 4282567"/>
              <a:gd name="connsiteY130" fmla="*/ 755798 h 1763926"/>
              <a:gd name="connsiteX131" fmla="*/ 3991143 w 4282567"/>
              <a:gd name="connsiteY131" fmla="*/ 928523 h 1763926"/>
              <a:gd name="connsiteX132" fmla="*/ 2431093 w 4282567"/>
              <a:gd name="connsiteY132" fmla="*/ 929495 h 1763926"/>
              <a:gd name="connsiteX133" fmla="*/ 2288855 w 4282567"/>
              <a:gd name="connsiteY133" fmla="*/ 822816 h 1763926"/>
              <a:gd name="connsiteX134" fmla="*/ 2574609 w 4282567"/>
              <a:gd name="connsiteY134" fmla="*/ 822816 h 1763926"/>
              <a:gd name="connsiteX135" fmla="*/ 2431093 w 4282567"/>
              <a:gd name="connsiteY135" fmla="*/ 929495 h 1763926"/>
              <a:gd name="connsiteX136" fmla="*/ 2685594 w 4282567"/>
              <a:gd name="connsiteY136" fmla="*/ 1042772 h 1763926"/>
              <a:gd name="connsiteX137" fmla="*/ 2843756 w 4282567"/>
              <a:gd name="connsiteY137" fmla="*/ 1042772 h 1763926"/>
              <a:gd name="connsiteX138" fmla="*/ 2844885 w 4282567"/>
              <a:gd name="connsiteY138" fmla="*/ 1040923 h 1763926"/>
              <a:gd name="connsiteX139" fmla="*/ 2956595 w 4282567"/>
              <a:gd name="connsiteY139" fmla="*/ 862765 h 1763926"/>
              <a:gd name="connsiteX140" fmla="*/ 3070563 w 4282567"/>
              <a:gd name="connsiteY140" fmla="*/ 1042772 h 1763926"/>
              <a:gd name="connsiteX141" fmla="*/ 3224334 w 4282567"/>
              <a:gd name="connsiteY141" fmla="*/ 1042772 h 1763926"/>
              <a:gd name="connsiteX142" fmla="*/ 3034961 w 4282567"/>
              <a:gd name="connsiteY142" fmla="*/ 763539 h 1763926"/>
              <a:gd name="connsiteX143" fmla="*/ 3233074 w 4282567"/>
              <a:gd name="connsiteY143" fmla="*/ 468808 h 1763926"/>
              <a:gd name="connsiteX144" fmla="*/ 3074848 w 4282567"/>
              <a:gd name="connsiteY144" fmla="*/ 468808 h 1763926"/>
              <a:gd name="connsiteX145" fmla="*/ 3073740 w 4282567"/>
              <a:gd name="connsiteY145" fmla="*/ 470676 h 1763926"/>
              <a:gd name="connsiteX146" fmla="*/ 2953354 w 4282567"/>
              <a:gd name="connsiteY146" fmla="*/ 660915 h 1763926"/>
              <a:gd name="connsiteX147" fmla="*/ 2831861 w 4282567"/>
              <a:gd name="connsiteY147" fmla="*/ 468808 h 1763926"/>
              <a:gd name="connsiteX148" fmla="*/ 2679135 w 4282567"/>
              <a:gd name="connsiteY148" fmla="*/ 468808 h 1763926"/>
              <a:gd name="connsiteX149" fmla="*/ 2875031 w 4282567"/>
              <a:gd name="connsiteY149" fmla="*/ 760227 h 1763926"/>
              <a:gd name="connsiteX150" fmla="*/ 2431093 w 4282567"/>
              <a:gd name="connsiteY150" fmla="*/ 1050589 h 1763926"/>
              <a:gd name="connsiteX151" fmla="*/ 2704653 w 4282567"/>
              <a:gd name="connsiteY151" fmla="*/ 756517 h 1763926"/>
              <a:gd name="connsiteX152" fmla="*/ 2701412 w 4282567"/>
              <a:gd name="connsiteY152" fmla="*/ 714397 h 1763926"/>
              <a:gd name="connsiteX153" fmla="*/ 2701070 w 4282567"/>
              <a:gd name="connsiteY153" fmla="*/ 711892 h 1763926"/>
              <a:gd name="connsiteX154" fmla="*/ 2279369 w 4282567"/>
              <a:gd name="connsiteY154" fmla="*/ 711892 h 1763926"/>
              <a:gd name="connsiteX155" fmla="*/ 2431754 w 4282567"/>
              <a:gd name="connsiteY155" fmla="*/ 583539 h 1763926"/>
              <a:gd name="connsiteX156" fmla="*/ 2562713 w 4282567"/>
              <a:gd name="connsiteY156" fmla="*/ 651728 h 1763926"/>
              <a:gd name="connsiteX157" fmla="*/ 2564077 w 4282567"/>
              <a:gd name="connsiteY157" fmla="*/ 653596 h 1763926"/>
              <a:gd name="connsiteX158" fmla="*/ 2669433 w 4282567"/>
              <a:gd name="connsiteY158" fmla="*/ 604047 h 1763926"/>
              <a:gd name="connsiteX159" fmla="*/ 2667835 w 4282567"/>
              <a:gd name="connsiteY159" fmla="*/ 601308 h 1763926"/>
              <a:gd name="connsiteX160" fmla="*/ 2431754 w 4282567"/>
              <a:gd name="connsiteY160" fmla="*/ 462445 h 1763926"/>
              <a:gd name="connsiteX161" fmla="*/ 2156916 w 4282567"/>
              <a:gd name="connsiteY161" fmla="*/ 756517 h 1763926"/>
              <a:gd name="connsiteX162" fmla="*/ 2431093 w 4282567"/>
              <a:gd name="connsiteY162" fmla="*/ 1050589 h 1763926"/>
              <a:gd name="connsiteX163" fmla="*/ 3458895 w 4282567"/>
              <a:gd name="connsiteY163" fmla="*/ 1050892 h 1763926"/>
              <a:gd name="connsiteX164" fmla="*/ 3660036 w 4282567"/>
              <a:gd name="connsiteY164" fmla="*/ 990602 h 1763926"/>
              <a:gd name="connsiteX165" fmla="*/ 3663212 w 4282567"/>
              <a:gd name="connsiteY165" fmla="*/ 988562 h 1763926"/>
              <a:gd name="connsiteX166" fmla="*/ 3608870 w 4282567"/>
              <a:gd name="connsiteY166" fmla="*/ 887998 h 1763926"/>
              <a:gd name="connsiteX167" fmla="*/ 3605418 w 4282567"/>
              <a:gd name="connsiteY167" fmla="*/ 889952 h 1763926"/>
              <a:gd name="connsiteX168" fmla="*/ 3455634 w 4282567"/>
              <a:gd name="connsiteY168" fmla="*/ 939863 h 1763926"/>
              <a:gd name="connsiteX169" fmla="*/ 3386220 w 4282567"/>
              <a:gd name="connsiteY169" fmla="*/ 889866 h 1763926"/>
              <a:gd name="connsiteX170" fmla="*/ 3491855 w 4282567"/>
              <a:gd name="connsiteY170" fmla="*/ 814735 h 1763926"/>
              <a:gd name="connsiteX171" fmla="*/ 3510017 w 4282567"/>
              <a:gd name="connsiteY171" fmla="*/ 808429 h 1763926"/>
              <a:gd name="connsiteX172" fmla="*/ 3678988 w 4282567"/>
              <a:gd name="connsiteY172" fmla="*/ 641290 h 1763926"/>
              <a:gd name="connsiteX173" fmla="*/ 3466421 w 4282567"/>
              <a:gd name="connsiteY173" fmla="*/ 457101 h 1763926"/>
              <a:gd name="connsiteX174" fmla="*/ 3232834 w 4282567"/>
              <a:gd name="connsiteY174" fmla="*/ 537265 h 1763926"/>
              <a:gd name="connsiteX175" fmla="*/ 3229829 w 4282567"/>
              <a:gd name="connsiteY175" fmla="*/ 539494 h 1763926"/>
              <a:gd name="connsiteX176" fmla="*/ 3290586 w 4282567"/>
              <a:gd name="connsiteY176" fmla="*/ 635070 h 1763926"/>
              <a:gd name="connsiteX177" fmla="*/ 3293911 w 4282567"/>
              <a:gd name="connsiteY177" fmla="*/ 632754 h 1763926"/>
              <a:gd name="connsiteX178" fmla="*/ 3470749 w 4282567"/>
              <a:gd name="connsiteY178" fmla="*/ 568196 h 1763926"/>
              <a:gd name="connsiteX179" fmla="*/ 3548775 w 4282567"/>
              <a:gd name="connsiteY179" fmla="*/ 621460 h 1763926"/>
              <a:gd name="connsiteX180" fmla="*/ 3444399 w 4282567"/>
              <a:gd name="connsiteY180" fmla="*/ 694151 h 1763926"/>
              <a:gd name="connsiteX181" fmla="*/ 3422569 w 4282567"/>
              <a:gd name="connsiteY181" fmla="*/ 700796 h 1763926"/>
              <a:gd name="connsiteX182" fmla="*/ 3256029 w 4282567"/>
              <a:gd name="connsiteY182" fmla="*/ 869995 h 1763926"/>
              <a:gd name="connsiteX183" fmla="*/ 3458895 w 4282567"/>
              <a:gd name="connsiteY183" fmla="*/ 1050892 h 1763926"/>
              <a:gd name="connsiteX184" fmla="*/ 3991143 w 4282567"/>
              <a:gd name="connsiteY184" fmla="*/ 1053799 h 1763926"/>
              <a:gd name="connsiteX185" fmla="*/ 4282567 w 4282567"/>
              <a:gd name="connsiteY185" fmla="*/ 755798 h 1763926"/>
              <a:gd name="connsiteX186" fmla="*/ 3991143 w 4282567"/>
              <a:gd name="connsiteY186" fmla="*/ 457758 h 1763926"/>
              <a:gd name="connsiteX187" fmla="*/ 3699677 w 4282567"/>
              <a:gd name="connsiteY187" fmla="*/ 755798 h 1763926"/>
              <a:gd name="connsiteX188" fmla="*/ 3991143 w 4282567"/>
              <a:gd name="connsiteY188" fmla="*/ 1053799 h 1763926"/>
              <a:gd name="connsiteX189" fmla="*/ 1960680 w 4282567"/>
              <a:gd name="connsiteY189" fmla="*/ 1190615 h 1763926"/>
              <a:gd name="connsiteX190" fmla="*/ 2098547 w 4282567"/>
              <a:gd name="connsiteY190" fmla="*/ 1190615 h 1763926"/>
              <a:gd name="connsiteX191" fmla="*/ 2098547 w 4282567"/>
              <a:gd name="connsiteY191" fmla="*/ 468682 h 1763926"/>
              <a:gd name="connsiteX192" fmla="*/ 1960680 w 4282567"/>
              <a:gd name="connsiteY192" fmla="*/ 468682 h 1763926"/>
              <a:gd name="connsiteX193" fmla="*/ 1451912 w 4282567"/>
              <a:gd name="connsiteY193" fmla="*/ 1190679 h 1763926"/>
              <a:gd name="connsiteX194" fmla="*/ 1915206 w 4282567"/>
              <a:gd name="connsiteY194" fmla="*/ 1190679 h 1763926"/>
              <a:gd name="connsiteX195" fmla="*/ 1915206 w 4282567"/>
              <a:gd name="connsiteY195" fmla="*/ 1067377 h 1763926"/>
              <a:gd name="connsiteX196" fmla="*/ 1589779 w 4282567"/>
              <a:gd name="connsiteY196" fmla="*/ 1067377 h 1763926"/>
              <a:gd name="connsiteX197" fmla="*/ 1589779 w 4282567"/>
              <a:gd name="connsiteY197" fmla="*/ 888285 h 1763926"/>
              <a:gd name="connsiteX198" fmla="*/ 1849225 w 4282567"/>
              <a:gd name="connsiteY198" fmla="*/ 888285 h 1763926"/>
              <a:gd name="connsiteX199" fmla="*/ 1849225 w 4282567"/>
              <a:gd name="connsiteY199" fmla="*/ 765768 h 1763926"/>
              <a:gd name="connsiteX200" fmla="*/ 1589779 w 4282567"/>
              <a:gd name="connsiteY200" fmla="*/ 765768 h 1763926"/>
              <a:gd name="connsiteX201" fmla="*/ 1589779 w 4282567"/>
              <a:gd name="connsiteY201" fmla="*/ 467514 h 1763926"/>
              <a:gd name="connsiteX202" fmla="*/ 1451912 w 4282567"/>
              <a:gd name="connsiteY202" fmla="*/ 467514 h 1763926"/>
              <a:gd name="connsiteX203" fmla="*/ 895761 w 4282567"/>
              <a:gd name="connsiteY203" fmla="*/ 1633195 h 1763926"/>
              <a:gd name="connsiteX204" fmla="*/ 682405 w 4282567"/>
              <a:gd name="connsiteY204" fmla="*/ 1415061 h 1763926"/>
              <a:gd name="connsiteX205" fmla="*/ 682405 w 4282567"/>
              <a:gd name="connsiteY205" fmla="*/ 1196885 h 1763926"/>
              <a:gd name="connsiteX206" fmla="*/ 895761 w 4282567"/>
              <a:gd name="connsiteY206" fmla="*/ 1196885 h 1763926"/>
              <a:gd name="connsiteX207" fmla="*/ 1109117 w 4282567"/>
              <a:gd name="connsiteY207" fmla="*/ 1415061 h 1763926"/>
              <a:gd name="connsiteX208" fmla="*/ 895761 w 4282567"/>
              <a:gd name="connsiteY208" fmla="*/ 1633195 h 1763926"/>
              <a:gd name="connsiteX209" fmla="*/ 895761 w 4282567"/>
              <a:gd name="connsiteY209" fmla="*/ 1763926 h 1763926"/>
              <a:gd name="connsiteX210" fmla="*/ 1236941 w 4282567"/>
              <a:gd name="connsiteY210" fmla="*/ 1415061 h 1763926"/>
              <a:gd name="connsiteX211" fmla="*/ 895761 w 4282567"/>
              <a:gd name="connsiteY211" fmla="*/ 1066154 h 1763926"/>
              <a:gd name="connsiteX212" fmla="*/ 682405 w 4282567"/>
              <a:gd name="connsiteY212" fmla="*/ 1066154 h 1763926"/>
              <a:gd name="connsiteX213" fmla="*/ 682405 w 4282567"/>
              <a:gd name="connsiteY213" fmla="*/ 890223 h 1763926"/>
              <a:gd name="connsiteX214" fmla="*/ 883267 w 4282567"/>
              <a:gd name="connsiteY214" fmla="*/ 890223 h 1763926"/>
              <a:gd name="connsiteX215" fmla="*/ 883267 w 4282567"/>
              <a:gd name="connsiteY215" fmla="*/ 759493 h 1763926"/>
              <a:gd name="connsiteX216" fmla="*/ 682405 w 4282567"/>
              <a:gd name="connsiteY216" fmla="*/ 759493 h 1763926"/>
              <a:gd name="connsiteX217" fmla="*/ 682405 w 4282567"/>
              <a:gd name="connsiteY217" fmla="*/ 541336 h 1763926"/>
              <a:gd name="connsiteX218" fmla="*/ 341223 w 4282567"/>
              <a:gd name="connsiteY218" fmla="*/ 192429 h 1763926"/>
              <a:gd name="connsiteX219" fmla="*/ 0 w 4282567"/>
              <a:gd name="connsiteY219" fmla="*/ 541336 h 1763926"/>
              <a:gd name="connsiteX220" fmla="*/ 341223 w 4282567"/>
              <a:gd name="connsiteY220" fmla="*/ 890223 h 1763926"/>
              <a:gd name="connsiteX221" fmla="*/ 554579 w 4282567"/>
              <a:gd name="connsiteY221" fmla="*/ 890223 h 1763926"/>
              <a:gd name="connsiteX222" fmla="*/ 554579 w 4282567"/>
              <a:gd name="connsiteY222" fmla="*/ 1066154 h 1763926"/>
              <a:gd name="connsiteX223" fmla="*/ 353673 w 4282567"/>
              <a:gd name="connsiteY223" fmla="*/ 1066154 h 1763926"/>
              <a:gd name="connsiteX224" fmla="*/ 353673 w 4282567"/>
              <a:gd name="connsiteY224" fmla="*/ 1196885 h 1763926"/>
              <a:gd name="connsiteX225" fmla="*/ 554579 w 4282567"/>
              <a:gd name="connsiteY225" fmla="*/ 1196885 h 1763926"/>
              <a:gd name="connsiteX226" fmla="*/ 554579 w 4282567"/>
              <a:gd name="connsiteY226" fmla="*/ 1415061 h 1763926"/>
              <a:gd name="connsiteX227" fmla="*/ 895761 w 4282567"/>
              <a:gd name="connsiteY227" fmla="*/ 1763926 h 1763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</a:cxnLst>
            <a:rect l="l" t="t" r="r" b="b"/>
            <a:pathLst>
              <a:path w="4282567" h="1763926">
                <a:moveTo>
                  <a:pt x="2842196" y="256092"/>
                </a:moveTo>
                <a:cubicBezTo>
                  <a:pt x="2799281" y="256092"/>
                  <a:pt x="2757966" y="220192"/>
                  <a:pt x="2757966" y="167776"/>
                </a:cubicBezTo>
                <a:lnTo>
                  <a:pt x="2757966" y="166970"/>
                </a:lnTo>
                <a:cubicBezTo>
                  <a:pt x="2757966" y="114129"/>
                  <a:pt x="2799281" y="78634"/>
                  <a:pt x="2842196" y="78634"/>
                </a:cubicBezTo>
                <a:cubicBezTo>
                  <a:pt x="2887177" y="78634"/>
                  <a:pt x="2923206" y="111307"/>
                  <a:pt x="2923206" y="166567"/>
                </a:cubicBezTo>
                <a:lnTo>
                  <a:pt x="2923206" y="167373"/>
                </a:lnTo>
                <a:cubicBezTo>
                  <a:pt x="2923206" y="221404"/>
                  <a:pt x="2885535" y="256092"/>
                  <a:pt x="2842196" y="256092"/>
                </a:cubicBezTo>
                <a:close/>
                <a:moveTo>
                  <a:pt x="2593211" y="256490"/>
                </a:moveTo>
                <a:cubicBezTo>
                  <a:pt x="2544201" y="256490"/>
                  <a:pt x="2508961" y="216556"/>
                  <a:pt x="2508961" y="168153"/>
                </a:cubicBezTo>
                <a:lnTo>
                  <a:pt x="2508961" y="167368"/>
                </a:lnTo>
                <a:cubicBezTo>
                  <a:pt x="2508961" y="117755"/>
                  <a:pt x="2546226" y="78224"/>
                  <a:pt x="2594001" y="78224"/>
                </a:cubicBezTo>
                <a:cubicBezTo>
                  <a:pt x="2643012" y="78224"/>
                  <a:pt x="2678252" y="118158"/>
                  <a:pt x="2678252" y="166561"/>
                </a:cubicBezTo>
                <a:lnTo>
                  <a:pt x="2678252" y="167368"/>
                </a:lnTo>
                <a:cubicBezTo>
                  <a:pt x="2678252" y="216960"/>
                  <a:pt x="2640986" y="256490"/>
                  <a:pt x="2593211" y="256490"/>
                </a:cubicBezTo>
                <a:close/>
                <a:moveTo>
                  <a:pt x="1649705" y="256490"/>
                </a:moveTo>
                <a:cubicBezTo>
                  <a:pt x="1600694" y="256490"/>
                  <a:pt x="1565476" y="216556"/>
                  <a:pt x="1565476" y="168153"/>
                </a:cubicBezTo>
                <a:lnTo>
                  <a:pt x="1565476" y="167368"/>
                </a:lnTo>
                <a:cubicBezTo>
                  <a:pt x="1565476" y="117755"/>
                  <a:pt x="1602718" y="78224"/>
                  <a:pt x="1650515" y="78224"/>
                </a:cubicBezTo>
                <a:cubicBezTo>
                  <a:pt x="1699527" y="78224"/>
                  <a:pt x="1734745" y="118158"/>
                  <a:pt x="1734745" y="166561"/>
                </a:cubicBezTo>
                <a:lnTo>
                  <a:pt x="1734745" y="167368"/>
                </a:lnTo>
                <a:cubicBezTo>
                  <a:pt x="1734745" y="216960"/>
                  <a:pt x="1697481" y="256490"/>
                  <a:pt x="1649705" y="256490"/>
                </a:cubicBezTo>
                <a:close/>
                <a:moveTo>
                  <a:pt x="3144436" y="256895"/>
                </a:moveTo>
                <a:cubicBezTo>
                  <a:pt x="3103526" y="256895"/>
                  <a:pt x="3071953" y="222610"/>
                  <a:pt x="3068309" y="177031"/>
                </a:cubicBezTo>
                <a:lnTo>
                  <a:pt x="3218561" y="177031"/>
                </a:lnTo>
                <a:cubicBezTo>
                  <a:pt x="3215725" y="218576"/>
                  <a:pt x="3191826" y="256895"/>
                  <a:pt x="3144436" y="256895"/>
                </a:cubicBezTo>
                <a:close/>
                <a:moveTo>
                  <a:pt x="2366955" y="256895"/>
                </a:moveTo>
                <a:cubicBezTo>
                  <a:pt x="2326045" y="256895"/>
                  <a:pt x="2294473" y="222610"/>
                  <a:pt x="2290827" y="177031"/>
                </a:cubicBezTo>
                <a:lnTo>
                  <a:pt x="2441080" y="177031"/>
                </a:lnTo>
                <a:cubicBezTo>
                  <a:pt x="2438245" y="218576"/>
                  <a:pt x="2414347" y="256895"/>
                  <a:pt x="2366955" y="256895"/>
                </a:cubicBezTo>
                <a:close/>
                <a:moveTo>
                  <a:pt x="1907179" y="273437"/>
                </a:moveTo>
                <a:lnTo>
                  <a:pt x="1907179" y="251655"/>
                </a:lnTo>
                <a:lnTo>
                  <a:pt x="1905155" y="251655"/>
                </a:lnTo>
                <a:cubicBezTo>
                  <a:pt x="1857379" y="251655"/>
                  <a:pt x="1815658" y="215778"/>
                  <a:pt x="1815658" y="148818"/>
                </a:cubicBezTo>
                <a:lnTo>
                  <a:pt x="1815658" y="64537"/>
                </a:lnTo>
                <a:lnTo>
                  <a:pt x="1795812" y="64537"/>
                </a:lnTo>
                <a:lnTo>
                  <a:pt x="1795812" y="270209"/>
                </a:lnTo>
                <a:lnTo>
                  <a:pt x="1815658" y="270209"/>
                </a:lnTo>
                <a:lnTo>
                  <a:pt x="1815658" y="211722"/>
                </a:lnTo>
                <a:cubicBezTo>
                  <a:pt x="1831861" y="248450"/>
                  <a:pt x="1866289" y="275072"/>
                  <a:pt x="1907179" y="273437"/>
                </a:cubicBezTo>
                <a:close/>
                <a:moveTo>
                  <a:pt x="2594001" y="275044"/>
                </a:moveTo>
                <a:cubicBezTo>
                  <a:pt x="2655163" y="275044"/>
                  <a:pt x="2699719" y="225834"/>
                  <a:pt x="2699719" y="168153"/>
                </a:cubicBezTo>
                <a:lnTo>
                  <a:pt x="2699719" y="167368"/>
                </a:lnTo>
                <a:cubicBezTo>
                  <a:pt x="2699719" y="109687"/>
                  <a:pt x="2654736" y="59692"/>
                  <a:pt x="2593211" y="59692"/>
                </a:cubicBezTo>
                <a:cubicBezTo>
                  <a:pt x="2532048" y="59692"/>
                  <a:pt x="2487494" y="108880"/>
                  <a:pt x="2487494" y="166561"/>
                </a:cubicBezTo>
                <a:lnTo>
                  <a:pt x="2487494" y="167368"/>
                </a:lnTo>
                <a:cubicBezTo>
                  <a:pt x="2487494" y="225028"/>
                  <a:pt x="2532453" y="275044"/>
                  <a:pt x="2594001" y="275044"/>
                </a:cubicBezTo>
                <a:close/>
                <a:moveTo>
                  <a:pt x="1650515" y="275044"/>
                </a:moveTo>
                <a:cubicBezTo>
                  <a:pt x="1711656" y="275044"/>
                  <a:pt x="1756212" y="225834"/>
                  <a:pt x="1756212" y="168153"/>
                </a:cubicBezTo>
                <a:lnTo>
                  <a:pt x="1756212" y="167368"/>
                </a:lnTo>
                <a:cubicBezTo>
                  <a:pt x="1756212" y="109687"/>
                  <a:pt x="1711251" y="59692"/>
                  <a:pt x="1649705" y="59692"/>
                </a:cubicBezTo>
                <a:cubicBezTo>
                  <a:pt x="1588543" y="59692"/>
                  <a:pt x="1544009" y="108880"/>
                  <a:pt x="1544009" y="166561"/>
                </a:cubicBezTo>
                <a:lnTo>
                  <a:pt x="1544009" y="167368"/>
                </a:lnTo>
                <a:cubicBezTo>
                  <a:pt x="1544009" y="225028"/>
                  <a:pt x="1588948" y="275044"/>
                  <a:pt x="1650515" y="275044"/>
                </a:cubicBezTo>
                <a:close/>
                <a:moveTo>
                  <a:pt x="3145268" y="275048"/>
                </a:moveTo>
                <a:cubicBezTo>
                  <a:pt x="3203169" y="275048"/>
                  <a:pt x="3240028" y="228257"/>
                  <a:pt x="3240028" y="167370"/>
                </a:cubicBezTo>
                <a:cubicBezTo>
                  <a:pt x="3240028" y="163719"/>
                  <a:pt x="3240028" y="162509"/>
                  <a:pt x="3239623" y="159282"/>
                </a:cubicBezTo>
                <a:lnTo>
                  <a:pt x="3068309" y="159282"/>
                </a:lnTo>
                <a:cubicBezTo>
                  <a:pt x="3071953" y="108076"/>
                  <a:pt x="3108814" y="78228"/>
                  <a:pt x="3149297" y="78228"/>
                </a:cubicBezTo>
                <a:cubicBezTo>
                  <a:pt x="3181295" y="78228"/>
                  <a:pt x="3203169" y="92344"/>
                  <a:pt x="3220181" y="110497"/>
                </a:cubicBezTo>
                <a:lnTo>
                  <a:pt x="3233953" y="98396"/>
                </a:lnTo>
                <a:cubicBezTo>
                  <a:pt x="3212891" y="75807"/>
                  <a:pt x="3188182" y="59694"/>
                  <a:pt x="3148509" y="59694"/>
                </a:cubicBezTo>
                <a:cubicBezTo>
                  <a:pt x="3094232" y="59694"/>
                  <a:pt x="3047245" y="102832"/>
                  <a:pt x="3047245" y="166946"/>
                </a:cubicBezTo>
                <a:lnTo>
                  <a:pt x="3047245" y="167753"/>
                </a:lnTo>
                <a:cubicBezTo>
                  <a:pt x="3047245" y="227451"/>
                  <a:pt x="3089349" y="275048"/>
                  <a:pt x="3145268" y="275048"/>
                </a:cubicBezTo>
                <a:close/>
                <a:moveTo>
                  <a:pt x="2367787" y="275048"/>
                </a:moveTo>
                <a:cubicBezTo>
                  <a:pt x="2425688" y="275048"/>
                  <a:pt x="2462547" y="228257"/>
                  <a:pt x="2462547" y="167370"/>
                </a:cubicBezTo>
                <a:cubicBezTo>
                  <a:pt x="2462547" y="163719"/>
                  <a:pt x="2462547" y="162509"/>
                  <a:pt x="2462142" y="159282"/>
                </a:cubicBezTo>
                <a:lnTo>
                  <a:pt x="2290827" y="159282"/>
                </a:lnTo>
                <a:cubicBezTo>
                  <a:pt x="2294473" y="108076"/>
                  <a:pt x="2331332" y="78228"/>
                  <a:pt x="2371816" y="78228"/>
                </a:cubicBezTo>
                <a:cubicBezTo>
                  <a:pt x="2403816" y="78228"/>
                  <a:pt x="2425688" y="92344"/>
                  <a:pt x="2442699" y="110497"/>
                </a:cubicBezTo>
                <a:lnTo>
                  <a:pt x="2456472" y="98396"/>
                </a:lnTo>
                <a:cubicBezTo>
                  <a:pt x="2435409" y="75807"/>
                  <a:pt x="2410701" y="59694"/>
                  <a:pt x="2371028" y="59694"/>
                </a:cubicBezTo>
                <a:cubicBezTo>
                  <a:pt x="2316750" y="59694"/>
                  <a:pt x="2269765" y="102832"/>
                  <a:pt x="2269765" y="166946"/>
                </a:cubicBezTo>
                <a:lnTo>
                  <a:pt x="2269765" y="167753"/>
                </a:lnTo>
                <a:cubicBezTo>
                  <a:pt x="2269765" y="227451"/>
                  <a:pt x="2311869" y="275048"/>
                  <a:pt x="2367787" y="275048"/>
                </a:cubicBezTo>
                <a:close/>
                <a:moveTo>
                  <a:pt x="2844242" y="275049"/>
                </a:moveTo>
                <a:cubicBezTo>
                  <a:pt x="2894042" y="275049"/>
                  <a:pt x="2944673" y="235117"/>
                  <a:pt x="2944673" y="168159"/>
                </a:cubicBezTo>
                <a:lnTo>
                  <a:pt x="2944673" y="167373"/>
                </a:lnTo>
                <a:cubicBezTo>
                  <a:pt x="2944673" y="100416"/>
                  <a:pt x="2894042" y="59697"/>
                  <a:pt x="2844242" y="59697"/>
                </a:cubicBezTo>
                <a:cubicBezTo>
                  <a:pt x="2802905" y="59697"/>
                  <a:pt x="2776193" y="83072"/>
                  <a:pt x="2759181" y="108885"/>
                </a:cubicBezTo>
                <a:lnTo>
                  <a:pt x="2759181" y="0"/>
                </a:lnTo>
                <a:lnTo>
                  <a:pt x="2739333" y="0"/>
                </a:lnTo>
                <a:lnTo>
                  <a:pt x="2739333" y="270210"/>
                </a:lnTo>
                <a:lnTo>
                  <a:pt x="2759181" y="270210"/>
                </a:lnTo>
                <a:lnTo>
                  <a:pt x="2759181" y="224226"/>
                </a:lnTo>
                <a:cubicBezTo>
                  <a:pt x="2777002" y="251252"/>
                  <a:pt x="2803332" y="275049"/>
                  <a:pt x="2844242" y="275049"/>
                </a:cubicBezTo>
                <a:close/>
                <a:moveTo>
                  <a:pt x="2064418" y="327467"/>
                </a:moveTo>
                <a:lnTo>
                  <a:pt x="2064418" y="189135"/>
                </a:lnTo>
                <a:lnTo>
                  <a:pt x="2142165" y="189135"/>
                </a:lnTo>
                <a:cubicBezTo>
                  <a:pt x="2194843" y="189135"/>
                  <a:pt x="2230467" y="216563"/>
                  <a:pt x="2230467" y="258513"/>
                </a:cubicBezTo>
                <a:lnTo>
                  <a:pt x="2230467" y="259320"/>
                </a:lnTo>
                <a:cubicBezTo>
                  <a:pt x="2230467" y="304071"/>
                  <a:pt x="2195632" y="327467"/>
                  <a:pt x="2144596" y="327467"/>
                </a:cubicBezTo>
                <a:close/>
                <a:moveTo>
                  <a:pt x="2043354" y="346827"/>
                </a:moveTo>
                <a:lnTo>
                  <a:pt x="2146216" y="346827"/>
                </a:lnTo>
                <a:cubicBezTo>
                  <a:pt x="2208593" y="346827"/>
                  <a:pt x="2251529" y="314961"/>
                  <a:pt x="2251529" y="260508"/>
                </a:cubicBezTo>
                <a:lnTo>
                  <a:pt x="2251529" y="259701"/>
                </a:lnTo>
                <a:cubicBezTo>
                  <a:pt x="2251529" y="200429"/>
                  <a:pt x="2200088" y="169773"/>
                  <a:pt x="2140950" y="169773"/>
                </a:cubicBezTo>
                <a:lnTo>
                  <a:pt x="2064418" y="169773"/>
                </a:lnTo>
                <a:lnTo>
                  <a:pt x="2064418" y="64516"/>
                </a:lnTo>
                <a:lnTo>
                  <a:pt x="2043354" y="64516"/>
                </a:lnTo>
                <a:close/>
                <a:moveTo>
                  <a:pt x="2986253" y="358869"/>
                </a:moveTo>
                <a:lnTo>
                  <a:pt x="3006123" y="358869"/>
                </a:lnTo>
                <a:lnTo>
                  <a:pt x="3006123" y="64458"/>
                </a:lnTo>
                <a:lnTo>
                  <a:pt x="2986253" y="64458"/>
                </a:lnTo>
                <a:close/>
                <a:moveTo>
                  <a:pt x="1513709" y="360137"/>
                </a:moveTo>
                <a:cubicBezTo>
                  <a:pt x="1526265" y="360137"/>
                  <a:pt x="1535177" y="358525"/>
                  <a:pt x="1544493" y="355297"/>
                </a:cubicBezTo>
                <a:lnTo>
                  <a:pt x="1544493" y="336743"/>
                </a:lnTo>
                <a:cubicBezTo>
                  <a:pt x="1532747" y="340372"/>
                  <a:pt x="1524241" y="341987"/>
                  <a:pt x="1513709" y="341987"/>
                </a:cubicBezTo>
                <a:cubicBezTo>
                  <a:pt x="1485355" y="341987"/>
                  <a:pt x="1471990" y="325046"/>
                  <a:pt x="1471990" y="289953"/>
                </a:cubicBezTo>
                <a:lnTo>
                  <a:pt x="1471990" y="270187"/>
                </a:lnTo>
                <a:lnTo>
                  <a:pt x="1544066" y="270187"/>
                </a:lnTo>
                <a:lnTo>
                  <a:pt x="1544066" y="252058"/>
                </a:lnTo>
                <a:lnTo>
                  <a:pt x="1471990" y="252058"/>
                </a:lnTo>
                <a:lnTo>
                  <a:pt x="1471990" y="64516"/>
                </a:lnTo>
                <a:lnTo>
                  <a:pt x="1452142" y="64516"/>
                </a:lnTo>
                <a:lnTo>
                  <a:pt x="1452142" y="252058"/>
                </a:lnTo>
                <a:lnTo>
                  <a:pt x="1422168" y="252058"/>
                </a:lnTo>
                <a:lnTo>
                  <a:pt x="1422168" y="270187"/>
                </a:lnTo>
                <a:lnTo>
                  <a:pt x="1452142" y="270187"/>
                </a:lnTo>
                <a:lnTo>
                  <a:pt x="1452142" y="290378"/>
                </a:lnTo>
                <a:cubicBezTo>
                  <a:pt x="1452142" y="313750"/>
                  <a:pt x="1458622" y="332306"/>
                  <a:pt x="1470368" y="344003"/>
                </a:cubicBezTo>
                <a:cubicBezTo>
                  <a:pt x="1480899" y="354490"/>
                  <a:pt x="1495481" y="360137"/>
                  <a:pt x="1513709" y="360137"/>
                </a:cubicBezTo>
                <a:close/>
                <a:moveTo>
                  <a:pt x="341223" y="759493"/>
                </a:moveTo>
                <a:cubicBezTo>
                  <a:pt x="223610" y="759493"/>
                  <a:pt x="127848" y="661624"/>
                  <a:pt x="127848" y="541336"/>
                </a:cubicBezTo>
                <a:cubicBezTo>
                  <a:pt x="127848" y="421051"/>
                  <a:pt x="223610" y="323160"/>
                  <a:pt x="341223" y="323160"/>
                </a:cubicBezTo>
                <a:cubicBezTo>
                  <a:pt x="458859" y="323160"/>
                  <a:pt x="554579" y="421051"/>
                  <a:pt x="554579" y="541336"/>
                </a:cubicBezTo>
                <a:lnTo>
                  <a:pt x="554579" y="759493"/>
                </a:lnTo>
                <a:close/>
                <a:moveTo>
                  <a:pt x="3991143" y="928523"/>
                </a:moveTo>
                <a:cubicBezTo>
                  <a:pt x="3897960" y="928523"/>
                  <a:pt x="3822173" y="851034"/>
                  <a:pt x="3822173" y="755798"/>
                </a:cubicBezTo>
                <a:cubicBezTo>
                  <a:pt x="3822173" y="660500"/>
                  <a:pt x="3897960" y="583011"/>
                  <a:pt x="3991143" y="583011"/>
                </a:cubicBezTo>
                <a:cubicBezTo>
                  <a:pt x="4084283" y="583011"/>
                  <a:pt x="4160114" y="660500"/>
                  <a:pt x="4160114" y="755798"/>
                </a:cubicBezTo>
                <a:cubicBezTo>
                  <a:pt x="4160114" y="851034"/>
                  <a:pt x="4084283" y="928523"/>
                  <a:pt x="3991143" y="928523"/>
                </a:cubicBezTo>
                <a:close/>
                <a:moveTo>
                  <a:pt x="2431093" y="929495"/>
                </a:moveTo>
                <a:cubicBezTo>
                  <a:pt x="2368353" y="929495"/>
                  <a:pt x="2314203" y="889986"/>
                  <a:pt x="2288855" y="822816"/>
                </a:cubicBezTo>
                <a:lnTo>
                  <a:pt x="2574609" y="822816"/>
                </a:lnTo>
                <a:cubicBezTo>
                  <a:pt x="2549304" y="889986"/>
                  <a:pt x="2494665" y="929495"/>
                  <a:pt x="2431093" y="929495"/>
                </a:cubicBezTo>
                <a:close/>
                <a:moveTo>
                  <a:pt x="2685594" y="1042772"/>
                </a:moveTo>
                <a:lnTo>
                  <a:pt x="2843756" y="1042772"/>
                </a:lnTo>
                <a:lnTo>
                  <a:pt x="2844885" y="1040923"/>
                </a:lnTo>
                <a:lnTo>
                  <a:pt x="2956595" y="862765"/>
                </a:lnTo>
                <a:lnTo>
                  <a:pt x="3070563" y="1042772"/>
                </a:lnTo>
                <a:lnTo>
                  <a:pt x="3224334" y="1042772"/>
                </a:lnTo>
                <a:lnTo>
                  <a:pt x="3034961" y="763539"/>
                </a:lnTo>
                <a:lnTo>
                  <a:pt x="3233074" y="468808"/>
                </a:lnTo>
                <a:lnTo>
                  <a:pt x="3074848" y="468808"/>
                </a:lnTo>
                <a:lnTo>
                  <a:pt x="3073740" y="470676"/>
                </a:lnTo>
                <a:lnTo>
                  <a:pt x="2953354" y="660915"/>
                </a:lnTo>
                <a:lnTo>
                  <a:pt x="2831861" y="468808"/>
                </a:lnTo>
                <a:lnTo>
                  <a:pt x="2679135" y="468808"/>
                </a:lnTo>
                <a:lnTo>
                  <a:pt x="2875031" y="760227"/>
                </a:lnTo>
                <a:close/>
                <a:moveTo>
                  <a:pt x="2431093" y="1050589"/>
                </a:moveTo>
                <a:cubicBezTo>
                  <a:pt x="2581943" y="1050589"/>
                  <a:pt x="2704653" y="918688"/>
                  <a:pt x="2704653" y="756517"/>
                </a:cubicBezTo>
                <a:cubicBezTo>
                  <a:pt x="2704653" y="743652"/>
                  <a:pt x="2703607" y="730276"/>
                  <a:pt x="2701412" y="714397"/>
                </a:cubicBezTo>
                <a:lnTo>
                  <a:pt x="2701070" y="711892"/>
                </a:lnTo>
                <a:lnTo>
                  <a:pt x="2279369" y="711892"/>
                </a:lnTo>
                <a:cubicBezTo>
                  <a:pt x="2298470" y="634934"/>
                  <a:pt x="2359314" y="583539"/>
                  <a:pt x="2431754" y="583539"/>
                </a:cubicBezTo>
                <a:cubicBezTo>
                  <a:pt x="2483217" y="583539"/>
                  <a:pt x="2532185" y="609035"/>
                  <a:pt x="2562713" y="651728"/>
                </a:cubicBezTo>
                <a:lnTo>
                  <a:pt x="2564077" y="653596"/>
                </a:lnTo>
                <a:lnTo>
                  <a:pt x="2669433" y="604047"/>
                </a:lnTo>
                <a:lnTo>
                  <a:pt x="2667835" y="601308"/>
                </a:lnTo>
                <a:cubicBezTo>
                  <a:pt x="2617715" y="515645"/>
                  <a:pt x="2527238" y="462445"/>
                  <a:pt x="2431754" y="462445"/>
                </a:cubicBezTo>
                <a:cubicBezTo>
                  <a:pt x="2280200" y="462445"/>
                  <a:pt x="2156916" y="594344"/>
                  <a:pt x="2156916" y="756517"/>
                </a:cubicBezTo>
                <a:cubicBezTo>
                  <a:pt x="2156916" y="918688"/>
                  <a:pt x="2279901" y="1050589"/>
                  <a:pt x="2431093" y="1050589"/>
                </a:cubicBezTo>
                <a:close/>
                <a:moveTo>
                  <a:pt x="3458895" y="1050892"/>
                </a:moveTo>
                <a:cubicBezTo>
                  <a:pt x="3525622" y="1050892"/>
                  <a:pt x="3600834" y="1028390"/>
                  <a:pt x="3660036" y="990602"/>
                </a:cubicBezTo>
                <a:lnTo>
                  <a:pt x="3663212" y="988562"/>
                </a:lnTo>
                <a:lnTo>
                  <a:pt x="3608870" y="887998"/>
                </a:lnTo>
                <a:lnTo>
                  <a:pt x="3605418" y="889952"/>
                </a:lnTo>
                <a:cubicBezTo>
                  <a:pt x="3549563" y="921668"/>
                  <a:pt x="3494988" y="939863"/>
                  <a:pt x="3455634" y="939863"/>
                </a:cubicBezTo>
                <a:cubicBezTo>
                  <a:pt x="3404426" y="939863"/>
                  <a:pt x="3386220" y="912921"/>
                  <a:pt x="3386220" y="889866"/>
                </a:cubicBezTo>
                <a:cubicBezTo>
                  <a:pt x="3386220" y="851314"/>
                  <a:pt x="3432823" y="835137"/>
                  <a:pt x="3491855" y="814735"/>
                </a:cubicBezTo>
                <a:lnTo>
                  <a:pt x="3510017" y="808429"/>
                </a:lnTo>
                <a:cubicBezTo>
                  <a:pt x="3591753" y="780576"/>
                  <a:pt x="3678988" y="742342"/>
                  <a:pt x="3678988" y="641290"/>
                </a:cubicBezTo>
                <a:cubicBezTo>
                  <a:pt x="3678988" y="475020"/>
                  <a:pt x="3530377" y="457101"/>
                  <a:pt x="3466421" y="457101"/>
                </a:cubicBezTo>
                <a:cubicBezTo>
                  <a:pt x="3383940" y="457101"/>
                  <a:pt x="3300990" y="485550"/>
                  <a:pt x="3232834" y="537265"/>
                </a:cubicBezTo>
                <a:lnTo>
                  <a:pt x="3229829" y="539494"/>
                </a:lnTo>
                <a:lnTo>
                  <a:pt x="3290586" y="635070"/>
                </a:lnTo>
                <a:lnTo>
                  <a:pt x="3293911" y="632754"/>
                </a:lnTo>
                <a:cubicBezTo>
                  <a:pt x="3352921" y="591740"/>
                  <a:pt x="3417325" y="568196"/>
                  <a:pt x="3470749" y="568196"/>
                </a:cubicBezTo>
                <a:cubicBezTo>
                  <a:pt x="3541164" y="568196"/>
                  <a:pt x="3548775" y="605412"/>
                  <a:pt x="3548775" y="621460"/>
                </a:cubicBezTo>
                <a:cubicBezTo>
                  <a:pt x="3548775" y="662604"/>
                  <a:pt x="3500403" y="677231"/>
                  <a:pt x="3444399" y="694151"/>
                </a:cubicBezTo>
                <a:lnTo>
                  <a:pt x="3422569" y="700796"/>
                </a:lnTo>
                <a:cubicBezTo>
                  <a:pt x="3336058" y="726781"/>
                  <a:pt x="3256029" y="765228"/>
                  <a:pt x="3256029" y="869995"/>
                </a:cubicBezTo>
                <a:cubicBezTo>
                  <a:pt x="3256029" y="994995"/>
                  <a:pt x="3357910" y="1050892"/>
                  <a:pt x="3458895" y="1050892"/>
                </a:cubicBezTo>
                <a:close/>
                <a:moveTo>
                  <a:pt x="3991143" y="1053799"/>
                </a:moveTo>
                <a:cubicBezTo>
                  <a:pt x="4151821" y="1053799"/>
                  <a:pt x="4282567" y="920116"/>
                  <a:pt x="4282567" y="755798"/>
                </a:cubicBezTo>
                <a:cubicBezTo>
                  <a:pt x="4282567" y="591419"/>
                  <a:pt x="4151821" y="457758"/>
                  <a:pt x="3991143" y="457758"/>
                </a:cubicBezTo>
                <a:cubicBezTo>
                  <a:pt x="3830423" y="457758"/>
                  <a:pt x="3699677" y="591419"/>
                  <a:pt x="3699677" y="755798"/>
                </a:cubicBezTo>
                <a:cubicBezTo>
                  <a:pt x="3699677" y="920116"/>
                  <a:pt x="3830423" y="1053799"/>
                  <a:pt x="3991143" y="1053799"/>
                </a:cubicBezTo>
                <a:close/>
                <a:moveTo>
                  <a:pt x="1960680" y="1190615"/>
                </a:moveTo>
                <a:lnTo>
                  <a:pt x="2098547" y="1190615"/>
                </a:lnTo>
                <a:lnTo>
                  <a:pt x="2098547" y="468682"/>
                </a:lnTo>
                <a:lnTo>
                  <a:pt x="1960680" y="468682"/>
                </a:lnTo>
                <a:close/>
                <a:moveTo>
                  <a:pt x="1451912" y="1190679"/>
                </a:moveTo>
                <a:lnTo>
                  <a:pt x="1915206" y="1190679"/>
                </a:lnTo>
                <a:lnTo>
                  <a:pt x="1915206" y="1067377"/>
                </a:lnTo>
                <a:lnTo>
                  <a:pt x="1589779" y="1067377"/>
                </a:lnTo>
                <a:lnTo>
                  <a:pt x="1589779" y="888285"/>
                </a:lnTo>
                <a:lnTo>
                  <a:pt x="1849225" y="888285"/>
                </a:lnTo>
                <a:lnTo>
                  <a:pt x="1849225" y="765768"/>
                </a:lnTo>
                <a:lnTo>
                  <a:pt x="1589779" y="765768"/>
                </a:lnTo>
                <a:lnTo>
                  <a:pt x="1589779" y="467514"/>
                </a:lnTo>
                <a:lnTo>
                  <a:pt x="1451912" y="467514"/>
                </a:lnTo>
                <a:close/>
                <a:moveTo>
                  <a:pt x="895761" y="1633195"/>
                </a:moveTo>
                <a:cubicBezTo>
                  <a:pt x="778125" y="1633195"/>
                  <a:pt x="682405" y="1535326"/>
                  <a:pt x="682405" y="1415061"/>
                </a:cubicBezTo>
                <a:lnTo>
                  <a:pt x="682405" y="1196885"/>
                </a:lnTo>
                <a:lnTo>
                  <a:pt x="895761" y="1196885"/>
                </a:lnTo>
                <a:cubicBezTo>
                  <a:pt x="1013395" y="1196885"/>
                  <a:pt x="1109117" y="1294754"/>
                  <a:pt x="1109117" y="1415061"/>
                </a:cubicBezTo>
                <a:cubicBezTo>
                  <a:pt x="1109117" y="1535326"/>
                  <a:pt x="1013395" y="1633195"/>
                  <a:pt x="895761" y="1633195"/>
                </a:cubicBezTo>
                <a:close/>
                <a:moveTo>
                  <a:pt x="895761" y="1763926"/>
                </a:moveTo>
                <a:cubicBezTo>
                  <a:pt x="1083918" y="1763926"/>
                  <a:pt x="1236941" y="1607444"/>
                  <a:pt x="1236941" y="1415061"/>
                </a:cubicBezTo>
                <a:cubicBezTo>
                  <a:pt x="1236941" y="1222658"/>
                  <a:pt x="1083918" y="1066154"/>
                  <a:pt x="895761" y="1066154"/>
                </a:cubicBezTo>
                <a:lnTo>
                  <a:pt x="682405" y="1066154"/>
                </a:lnTo>
                <a:lnTo>
                  <a:pt x="682405" y="890223"/>
                </a:lnTo>
                <a:lnTo>
                  <a:pt x="883267" y="890223"/>
                </a:lnTo>
                <a:lnTo>
                  <a:pt x="883267" y="759493"/>
                </a:lnTo>
                <a:lnTo>
                  <a:pt x="682405" y="759493"/>
                </a:lnTo>
                <a:lnTo>
                  <a:pt x="682405" y="541336"/>
                </a:lnTo>
                <a:cubicBezTo>
                  <a:pt x="682405" y="348956"/>
                  <a:pt x="529360" y="192429"/>
                  <a:pt x="341223" y="192429"/>
                </a:cubicBezTo>
                <a:cubicBezTo>
                  <a:pt x="153067" y="192429"/>
                  <a:pt x="0" y="348956"/>
                  <a:pt x="0" y="541336"/>
                </a:cubicBezTo>
                <a:cubicBezTo>
                  <a:pt x="0" y="733741"/>
                  <a:pt x="153067" y="890223"/>
                  <a:pt x="341223" y="890223"/>
                </a:cubicBezTo>
                <a:lnTo>
                  <a:pt x="554579" y="890223"/>
                </a:lnTo>
                <a:lnTo>
                  <a:pt x="554579" y="1066154"/>
                </a:lnTo>
                <a:lnTo>
                  <a:pt x="353673" y="1066154"/>
                </a:lnTo>
                <a:lnTo>
                  <a:pt x="353673" y="1196885"/>
                </a:lnTo>
                <a:lnTo>
                  <a:pt x="554579" y="1196885"/>
                </a:lnTo>
                <a:lnTo>
                  <a:pt x="554579" y="1415061"/>
                </a:lnTo>
                <a:cubicBezTo>
                  <a:pt x="554579" y="1607444"/>
                  <a:pt x="707646" y="1763926"/>
                  <a:pt x="895761" y="1763926"/>
                </a:cubicBezTo>
                <a:close/>
              </a:path>
            </a:pathLst>
          </a:custGeom>
          <a:solidFill>
            <a:srgbClr val="FFFFFF"/>
          </a:solidFill>
          <a:ln w="1266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218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/ End Slide - Digit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70B0C9DE-E857-AA5B-4070-8C918768E87C}"/>
              </a:ext>
            </a:extLst>
          </p:cNvPr>
          <p:cNvSpPr/>
          <p:nvPr userDrawn="1"/>
        </p:nvSpPr>
        <p:spPr>
          <a:xfrm flipV="1">
            <a:off x="2431145" y="1687537"/>
            <a:ext cx="4290772" cy="1768194"/>
          </a:xfrm>
          <a:custGeom>
            <a:avLst/>
            <a:gdLst>
              <a:gd name="connsiteX0" fmla="*/ 2347327 w 4290772"/>
              <a:gd name="connsiteY0" fmla="*/ 175357 h 1768194"/>
              <a:gd name="connsiteX1" fmla="*/ 2279146 w 4290772"/>
              <a:gd name="connsiteY1" fmla="*/ 127263 h 1768194"/>
              <a:gd name="connsiteX2" fmla="*/ 2279146 w 4290772"/>
              <a:gd name="connsiteY2" fmla="*/ 126455 h 1768194"/>
              <a:gd name="connsiteX3" fmla="*/ 2339210 w 4290772"/>
              <a:gd name="connsiteY3" fmla="*/ 79191 h 1768194"/>
              <a:gd name="connsiteX4" fmla="*/ 2417516 w 4290772"/>
              <a:gd name="connsiteY4" fmla="*/ 142642 h 1768194"/>
              <a:gd name="connsiteX5" fmla="*/ 2417516 w 4290772"/>
              <a:gd name="connsiteY5" fmla="*/ 166083 h 1768194"/>
              <a:gd name="connsiteX6" fmla="*/ 2347327 w 4290772"/>
              <a:gd name="connsiteY6" fmla="*/ 175357 h 1768194"/>
              <a:gd name="connsiteX7" fmla="*/ 1908548 w 4290772"/>
              <a:gd name="connsiteY7" fmla="*/ 257400 h 1768194"/>
              <a:gd name="connsiteX8" fmla="*/ 1828618 w 4290772"/>
              <a:gd name="connsiteY8" fmla="*/ 179421 h 1768194"/>
              <a:gd name="connsiteX9" fmla="*/ 1828618 w 4290772"/>
              <a:gd name="connsiteY9" fmla="*/ 178613 h 1768194"/>
              <a:gd name="connsiteX10" fmla="*/ 1908548 w 4290772"/>
              <a:gd name="connsiteY10" fmla="*/ 99804 h 1768194"/>
              <a:gd name="connsiteX11" fmla="*/ 1994180 w 4290772"/>
              <a:gd name="connsiteY11" fmla="*/ 178187 h 1768194"/>
              <a:gd name="connsiteX12" fmla="*/ 1994180 w 4290772"/>
              <a:gd name="connsiteY12" fmla="*/ 178995 h 1768194"/>
              <a:gd name="connsiteX13" fmla="*/ 1908548 w 4290772"/>
              <a:gd name="connsiteY13" fmla="*/ 257400 h 1768194"/>
              <a:gd name="connsiteX14" fmla="*/ 2066692 w 4290772"/>
              <a:gd name="connsiteY14" fmla="*/ 271509 h 1768194"/>
              <a:gd name="connsiteX15" fmla="*/ 2086579 w 4290772"/>
              <a:gd name="connsiteY15" fmla="*/ 271509 h 1768194"/>
              <a:gd name="connsiteX16" fmla="*/ 2086579 w 4290772"/>
              <a:gd name="connsiteY16" fmla="*/ 65436 h 1768194"/>
              <a:gd name="connsiteX17" fmla="*/ 2066692 w 4290772"/>
              <a:gd name="connsiteY17" fmla="*/ 65436 h 1768194"/>
              <a:gd name="connsiteX18" fmla="*/ 1748146 w 4290772"/>
              <a:gd name="connsiteY18" fmla="*/ 271509 h 1768194"/>
              <a:gd name="connsiteX19" fmla="*/ 1768032 w 4290772"/>
              <a:gd name="connsiteY19" fmla="*/ 271509 h 1768194"/>
              <a:gd name="connsiteX20" fmla="*/ 1768032 w 4290772"/>
              <a:gd name="connsiteY20" fmla="*/ 65436 h 1768194"/>
              <a:gd name="connsiteX21" fmla="*/ 1748146 w 4290772"/>
              <a:gd name="connsiteY21" fmla="*/ 65436 h 1768194"/>
              <a:gd name="connsiteX22" fmla="*/ 2350168 w 4290772"/>
              <a:gd name="connsiteY22" fmla="*/ 274777 h 1768194"/>
              <a:gd name="connsiteX23" fmla="*/ 2415487 w 4290772"/>
              <a:gd name="connsiteY23" fmla="*/ 252124 h 1768194"/>
              <a:gd name="connsiteX24" fmla="*/ 2436591 w 4290772"/>
              <a:gd name="connsiteY24" fmla="*/ 193948 h 1768194"/>
              <a:gd name="connsiteX25" fmla="*/ 2436591 w 4290772"/>
              <a:gd name="connsiteY25" fmla="*/ 65449 h 1768194"/>
              <a:gd name="connsiteX26" fmla="*/ 2417111 w 4290772"/>
              <a:gd name="connsiteY26" fmla="*/ 65449 h 1768194"/>
              <a:gd name="connsiteX27" fmla="*/ 2417111 w 4290772"/>
              <a:gd name="connsiteY27" fmla="*/ 99802 h 1768194"/>
              <a:gd name="connsiteX28" fmla="*/ 2337971 w 4290772"/>
              <a:gd name="connsiteY28" fmla="*/ 60621 h 1768194"/>
              <a:gd name="connsiteX29" fmla="*/ 2258042 w 4290772"/>
              <a:gd name="connsiteY29" fmla="*/ 125263 h 1768194"/>
              <a:gd name="connsiteX30" fmla="*/ 2258042 w 4290772"/>
              <a:gd name="connsiteY30" fmla="*/ 126072 h 1768194"/>
              <a:gd name="connsiteX31" fmla="*/ 2348544 w 4290772"/>
              <a:gd name="connsiteY31" fmla="*/ 193139 h 1768194"/>
              <a:gd name="connsiteX32" fmla="*/ 2417111 w 4290772"/>
              <a:gd name="connsiteY32" fmla="*/ 184248 h 1768194"/>
              <a:gd name="connsiteX33" fmla="*/ 2417111 w 4290772"/>
              <a:gd name="connsiteY33" fmla="*/ 193139 h 1768194"/>
              <a:gd name="connsiteX34" fmla="*/ 2348951 w 4290772"/>
              <a:gd name="connsiteY34" fmla="*/ 256186 h 1768194"/>
              <a:gd name="connsiteX35" fmla="*/ 2284015 w 4290772"/>
              <a:gd name="connsiteY35" fmla="*/ 239616 h 1768194"/>
              <a:gd name="connsiteX36" fmla="*/ 2276710 w 4290772"/>
              <a:gd name="connsiteY36" fmla="*/ 256994 h 1768194"/>
              <a:gd name="connsiteX37" fmla="*/ 2350168 w 4290772"/>
              <a:gd name="connsiteY37" fmla="*/ 274777 h 1768194"/>
              <a:gd name="connsiteX38" fmla="*/ 1906518 w 4290772"/>
              <a:gd name="connsiteY38" fmla="*/ 276395 h 1768194"/>
              <a:gd name="connsiteX39" fmla="*/ 1992941 w 4290772"/>
              <a:gd name="connsiteY39" fmla="*/ 230323 h 1768194"/>
              <a:gd name="connsiteX40" fmla="*/ 1992941 w 4290772"/>
              <a:gd name="connsiteY40" fmla="*/ 271546 h 1768194"/>
              <a:gd name="connsiteX41" fmla="*/ 2012848 w 4290772"/>
              <a:gd name="connsiteY41" fmla="*/ 271546 h 1768194"/>
              <a:gd name="connsiteX42" fmla="*/ 2012848 w 4290772"/>
              <a:gd name="connsiteY42" fmla="*/ 97379 h 1768194"/>
              <a:gd name="connsiteX43" fmla="*/ 1986468 w 4290772"/>
              <a:gd name="connsiteY43" fmla="*/ 27461 h 1768194"/>
              <a:gd name="connsiteX44" fmla="*/ 1911389 w 4290772"/>
              <a:gd name="connsiteY44" fmla="*/ 0 h 1768194"/>
              <a:gd name="connsiteX45" fmla="*/ 1816443 w 4290772"/>
              <a:gd name="connsiteY45" fmla="*/ 31502 h 1768194"/>
              <a:gd name="connsiteX46" fmla="*/ 1828191 w 4290772"/>
              <a:gd name="connsiteY46" fmla="*/ 47669 h 1768194"/>
              <a:gd name="connsiteX47" fmla="*/ 1911816 w 4290772"/>
              <a:gd name="connsiteY47" fmla="*/ 18570 h 1768194"/>
              <a:gd name="connsiteX48" fmla="*/ 1992941 w 4290772"/>
              <a:gd name="connsiteY48" fmla="*/ 98592 h 1768194"/>
              <a:gd name="connsiteX49" fmla="*/ 1992941 w 4290772"/>
              <a:gd name="connsiteY49" fmla="*/ 128499 h 1768194"/>
              <a:gd name="connsiteX50" fmla="*/ 1906518 w 4290772"/>
              <a:gd name="connsiteY50" fmla="*/ 80809 h 1768194"/>
              <a:gd name="connsiteX51" fmla="*/ 1807109 w 4290772"/>
              <a:gd name="connsiteY51" fmla="*/ 177783 h 1768194"/>
              <a:gd name="connsiteX52" fmla="*/ 1807109 w 4290772"/>
              <a:gd name="connsiteY52" fmla="*/ 178613 h 1768194"/>
              <a:gd name="connsiteX53" fmla="*/ 1906518 w 4290772"/>
              <a:gd name="connsiteY53" fmla="*/ 276395 h 1768194"/>
              <a:gd name="connsiteX54" fmla="*/ 1475468 w 4290772"/>
              <a:gd name="connsiteY54" fmla="*/ 328913 h 1768194"/>
              <a:gd name="connsiteX55" fmla="*/ 1475468 w 4290772"/>
              <a:gd name="connsiteY55" fmla="*/ 84849 h 1768194"/>
              <a:gd name="connsiteX56" fmla="*/ 1548904 w 4290772"/>
              <a:gd name="connsiteY56" fmla="*/ 84849 h 1768194"/>
              <a:gd name="connsiteX57" fmla="*/ 1677961 w 4290772"/>
              <a:gd name="connsiteY57" fmla="*/ 206094 h 1768194"/>
              <a:gd name="connsiteX58" fmla="*/ 1677961 w 4290772"/>
              <a:gd name="connsiteY58" fmla="*/ 206902 h 1768194"/>
              <a:gd name="connsiteX59" fmla="*/ 1548904 w 4290772"/>
              <a:gd name="connsiteY59" fmla="*/ 328913 h 1768194"/>
              <a:gd name="connsiteX60" fmla="*/ 2147897 w 4290772"/>
              <a:gd name="connsiteY60" fmla="*/ 337402 h 1768194"/>
              <a:gd name="connsiteX61" fmla="*/ 2167783 w 4290772"/>
              <a:gd name="connsiteY61" fmla="*/ 337402 h 1768194"/>
              <a:gd name="connsiteX62" fmla="*/ 2167783 w 4290772"/>
              <a:gd name="connsiteY62" fmla="*/ 271526 h 1768194"/>
              <a:gd name="connsiteX63" fmla="*/ 2240408 w 4290772"/>
              <a:gd name="connsiteY63" fmla="*/ 271526 h 1768194"/>
              <a:gd name="connsiteX64" fmla="*/ 2240408 w 4290772"/>
              <a:gd name="connsiteY64" fmla="*/ 253360 h 1768194"/>
              <a:gd name="connsiteX65" fmla="*/ 2167783 w 4290772"/>
              <a:gd name="connsiteY65" fmla="*/ 253360 h 1768194"/>
              <a:gd name="connsiteX66" fmla="*/ 2167783 w 4290772"/>
              <a:gd name="connsiteY66" fmla="*/ 120417 h 1768194"/>
              <a:gd name="connsiteX67" fmla="*/ 2209157 w 4290772"/>
              <a:gd name="connsiteY67" fmla="*/ 80406 h 1768194"/>
              <a:gd name="connsiteX68" fmla="*/ 2239596 w 4290772"/>
              <a:gd name="connsiteY68" fmla="*/ 87681 h 1768194"/>
              <a:gd name="connsiteX69" fmla="*/ 2239596 w 4290772"/>
              <a:gd name="connsiteY69" fmla="*/ 69090 h 1768194"/>
              <a:gd name="connsiteX70" fmla="*/ 2205911 w 4290772"/>
              <a:gd name="connsiteY70" fmla="*/ 61815 h 1768194"/>
              <a:gd name="connsiteX71" fmla="*/ 2147897 w 4290772"/>
              <a:gd name="connsiteY71" fmla="*/ 118375 h 1768194"/>
              <a:gd name="connsiteX72" fmla="*/ 2147897 w 4290772"/>
              <a:gd name="connsiteY72" fmla="*/ 253360 h 1768194"/>
              <a:gd name="connsiteX73" fmla="*/ 2117865 w 4290772"/>
              <a:gd name="connsiteY73" fmla="*/ 253360 h 1768194"/>
              <a:gd name="connsiteX74" fmla="*/ 2117865 w 4290772"/>
              <a:gd name="connsiteY74" fmla="*/ 271526 h 1768194"/>
              <a:gd name="connsiteX75" fmla="*/ 2147897 w 4290772"/>
              <a:gd name="connsiteY75" fmla="*/ 271526 h 1768194"/>
              <a:gd name="connsiteX76" fmla="*/ 1454386 w 4290772"/>
              <a:gd name="connsiteY76" fmla="*/ 348312 h 1768194"/>
              <a:gd name="connsiteX77" fmla="*/ 1548904 w 4290772"/>
              <a:gd name="connsiteY77" fmla="*/ 348312 h 1768194"/>
              <a:gd name="connsiteX78" fmla="*/ 1699877 w 4290772"/>
              <a:gd name="connsiteY78" fmla="*/ 207710 h 1768194"/>
              <a:gd name="connsiteX79" fmla="*/ 1699877 w 4290772"/>
              <a:gd name="connsiteY79" fmla="*/ 206902 h 1768194"/>
              <a:gd name="connsiteX80" fmla="*/ 1548904 w 4290772"/>
              <a:gd name="connsiteY80" fmla="*/ 65450 h 1768194"/>
              <a:gd name="connsiteX81" fmla="*/ 1454386 w 4290772"/>
              <a:gd name="connsiteY81" fmla="*/ 65450 h 1768194"/>
              <a:gd name="connsiteX82" fmla="*/ 2064257 w 4290772"/>
              <a:gd name="connsiteY82" fmla="*/ 352317 h 1768194"/>
              <a:gd name="connsiteX83" fmla="*/ 2088992 w 4290772"/>
              <a:gd name="connsiteY83" fmla="*/ 352317 h 1768194"/>
              <a:gd name="connsiteX84" fmla="*/ 2088992 w 4290772"/>
              <a:gd name="connsiteY84" fmla="*/ 325240 h 1768194"/>
              <a:gd name="connsiteX85" fmla="*/ 2064257 w 4290772"/>
              <a:gd name="connsiteY85" fmla="*/ 325240 h 1768194"/>
              <a:gd name="connsiteX86" fmla="*/ 1745711 w 4290772"/>
              <a:gd name="connsiteY86" fmla="*/ 352317 h 1768194"/>
              <a:gd name="connsiteX87" fmla="*/ 1770467 w 4290772"/>
              <a:gd name="connsiteY87" fmla="*/ 352317 h 1768194"/>
              <a:gd name="connsiteX88" fmla="*/ 1770467 w 4290772"/>
              <a:gd name="connsiteY88" fmla="*/ 325240 h 1768194"/>
              <a:gd name="connsiteX89" fmla="*/ 1745711 w 4290772"/>
              <a:gd name="connsiteY89" fmla="*/ 325240 h 1768194"/>
              <a:gd name="connsiteX90" fmla="*/ 2487983 w 4290772"/>
              <a:gd name="connsiteY90" fmla="*/ 360399 h 1768194"/>
              <a:gd name="connsiteX91" fmla="*/ 2507891 w 4290772"/>
              <a:gd name="connsiteY91" fmla="*/ 360399 h 1768194"/>
              <a:gd name="connsiteX92" fmla="*/ 2507891 w 4290772"/>
              <a:gd name="connsiteY92" fmla="*/ 65414 h 1768194"/>
              <a:gd name="connsiteX93" fmla="*/ 2487983 w 4290772"/>
              <a:gd name="connsiteY93" fmla="*/ 65414 h 1768194"/>
              <a:gd name="connsiteX94" fmla="*/ 341889 w 4290772"/>
              <a:gd name="connsiteY94" fmla="*/ 761802 h 1768194"/>
              <a:gd name="connsiteX95" fmla="*/ 128075 w 4290772"/>
              <a:gd name="connsiteY95" fmla="*/ 543243 h 1768194"/>
              <a:gd name="connsiteX96" fmla="*/ 341889 w 4290772"/>
              <a:gd name="connsiteY96" fmla="*/ 324643 h 1768194"/>
              <a:gd name="connsiteX97" fmla="*/ 555661 w 4290772"/>
              <a:gd name="connsiteY97" fmla="*/ 543243 h 1768194"/>
              <a:gd name="connsiteX98" fmla="*/ 555661 w 4290772"/>
              <a:gd name="connsiteY98" fmla="*/ 761802 h 1768194"/>
              <a:gd name="connsiteX99" fmla="*/ 3998780 w 4290772"/>
              <a:gd name="connsiteY99" fmla="*/ 931178 h 1768194"/>
              <a:gd name="connsiteX100" fmla="*/ 3829480 w 4290772"/>
              <a:gd name="connsiteY100" fmla="*/ 758118 h 1768194"/>
              <a:gd name="connsiteX101" fmla="*/ 3998780 w 4290772"/>
              <a:gd name="connsiteY101" fmla="*/ 584993 h 1768194"/>
              <a:gd name="connsiteX102" fmla="*/ 4168080 w 4290772"/>
              <a:gd name="connsiteY102" fmla="*/ 758118 h 1768194"/>
              <a:gd name="connsiteX103" fmla="*/ 3998780 w 4290772"/>
              <a:gd name="connsiteY103" fmla="*/ 931178 h 1768194"/>
              <a:gd name="connsiteX104" fmla="*/ 2435776 w 4290772"/>
              <a:gd name="connsiteY104" fmla="*/ 932143 h 1768194"/>
              <a:gd name="connsiteX105" fmla="*/ 2293261 w 4290772"/>
              <a:gd name="connsiteY105" fmla="*/ 825256 h 1768194"/>
              <a:gd name="connsiteX106" fmla="*/ 2579571 w 4290772"/>
              <a:gd name="connsiteY106" fmla="*/ 825256 h 1768194"/>
              <a:gd name="connsiteX107" fmla="*/ 2435776 w 4290772"/>
              <a:gd name="connsiteY107" fmla="*/ 932143 h 1768194"/>
              <a:gd name="connsiteX108" fmla="*/ 2690730 w 4290772"/>
              <a:gd name="connsiteY108" fmla="*/ 1045619 h 1768194"/>
              <a:gd name="connsiteX109" fmla="*/ 2849200 w 4290772"/>
              <a:gd name="connsiteY109" fmla="*/ 1045619 h 1768194"/>
              <a:gd name="connsiteX110" fmla="*/ 2850333 w 4290772"/>
              <a:gd name="connsiteY110" fmla="*/ 1043790 h 1768194"/>
              <a:gd name="connsiteX111" fmla="*/ 2962259 w 4290772"/>
              <a:gd name="connsiteY111" fmla="*/ 865263 h 1768194"/>
              <a:gd name="connsiteX112" fmla="*/ 3076450 w 4290772"/>
              <a:gd name="connsiteY112" fmla="*/ 1045619 h 1768194"/>
              <a:gd name="connsiteX113" fmla="*/ 3230520 w 4290772"/>
              <a:gd name="connsiteY113" fmla="*/ 1045619 h 1768194"/>
              <a:gd name="connsiteX114" fmla="*/ 3040779 w 4290772"/>
              <a:gd name="connsiteY114" fmla="*/ 765865 h 1768194"/>
              <a:gd name="connsiteX115" fmla="*/ 3239278 w 4290772"/>
              <a:gd name="connsiteY115" fmla="*/ 470560 h 1768194"/>
              <a:gd name="connsiteX116" fmla="*/ 3080743 w 4290772"/>
              <a:gd name="connsiteY116" fmla="*/ 470560 h 1768194"/>
              <a:gd name="connsiteX117" fmla="*/ 3079633 w 4290772"/>
              <a:gd name="connsiteY117" fmla="*/ 472432 h 1768194"/>
              <a:gd name="connsiteX118" fmla="*/ 2959013 w 4290772"/>
              <a:gd name="connsiteY118" fmla="*/ 663041 h 1768194"/>
              <a:gd name="connsiteX119" fmla="*/ 2837282 w 4290772"/>
              <a:gd name="connsiteY119" fmla="*/ 470560 h 1768194"/>
              <a:gd name="connsiteX120" fmla="*/ 2684259 w 4290772"/>
              <a:gd name="connsiteY120" fmla="*/ 470560 h 1768194"/>
              <a:gd name="connsiteX121" fmla="*/ 2880536 w 4290772"/>
              <a:gd name="connsiteY121" fmla="*/ 762525 h 1768194"/>
              <a:gd name="connsiteX122" fmla="*/ 2435776 w 4290772"/>
              <a:gd name="connsiteY122" fmla="*/ 1053472 h 1768194"/>
              <a:gd name="connsiteX123" fmla="*/ 2709867 w 4290772"/>
              <a:gd name="connsiteY123" fmla="*/ 758827 h 1768194"/>
              <a:gd name="connsiteX124" fmla="*/ 2706621 w 4290772"/>
              <a:gd name="connsiteY124" fmla="*/ 716625 h 1768194"/>
              <a:gd name="connsiteX125" fmla="*/ 2706279 w 4290772"/>
              <a:gd name="connsiteY125" fmla="*/ 714116 h 1768194"/>
              <a:gd name="connsiteX126" fmla="*/ 2283757 w 4290772"/>
              <a:gd name="connsiteY126" fmla="*/ 714116 h 1768194"/>
              <a:gd name="connsiteX127" fmla="*/ 2436438 w 4290772"/>
              <a:gd name="connsiteY127" fmla="*/ 585512 h 1768194"/>
              <a:gd name="connsiteX128" fmla="*/ 2567653 w 4290772"/>
              <a:gd name="connsiteY128" fmla="*/ 653834 h 1768194"/>
              <a:gd name="connsiteX129" fmla="*/ 2569020 w 4290772"/>
              <a:gd name="connsiteY129" fmla="*/ 655705 h 1768194"/>
              <a:gd name="connsiteX130" fmla="*/ 2674581 w 4290772"/>
              <a:gd name="connsiteY130" fmla="*/ 606059 h 1768194"/>
              <a:gd name="connsiteX131" fmla="*/ 2672979 w 4290772"/>
              <a:gd name="connsiteY131" fmla="*/ 603315 h 1768194"/>
              <a:gd name="connsiteX132" fmla="*/ 2436438 w 4290772"/>
              <a:gd name="connsiteY132" fmla="*/ 464182 h 1768194"/>
              <a:gd name="connsiteX133" fmla="*/ 2161043 w 4290772"/>
              <a:gd name="connsiteY133" fmla="*/ 758827 h 1768194"/>
              <a:gd name="connsiteX134" fmla="*/ 2435776 w 4290772"/>
              <a:gd name="connsiteY134" fmla="*/ 1053472 h 1768194"/>
              <a:gd name="connsiteX135" fmla="*/ 3465499 w 4290772"/>
              <a:gd name="connsiteY135" fmla="*/ 1053797 h 1768194"/>
              <a:gd name="connsiteX136" fmla="*/ 3667032 w 4290772"/>
              <a:gd name="connsiteY136" fmla="*/ 993346 h 1768194"/>
              <a:gd name="connsiteX137" fmla="*/ 3670214 w 4290772"/>
              <a:gd name="connsiteY137" fmla="*/ 991304 h 1768194"/>
              <a:gd name="connsiteX138" fmla="*/ 3615767 w 4290772"/>
              <a:gd name="connsiteY138" fmla="*/ 890564 h 1768194"/>
              <a:gd name="connsiteX139" fmla="*/ 3612307 w 4290772"/>
              <a:gd name="connsiteY139" fmla="*/ 892521 h 1768194"/>
              <a:gd name="connsiteX140" fmla="*/ 3462231 w 4290772"/>
              <a:gd name="connsiteY140" fmla="*/ 942530 h 1768194"/>
              <a:gd name="connsiteX141" fmla="*/ 3392683 w 4290772"/>
              <a:gd name="connsiteY141" fmla="*/ 892437 h 1768194"/>
              <a:gd name="connsiteX142" fmla="*/ 3498522 w 4290772"/>
              <a:gd name="connsiteY142" fmla="*/ 817158 h 1768194"/>
              <a:gd name="connsiteX143" fmla="*/ 3516721 w 4290772"/>
              <a:gd name="connsiteY143" fmla="*/ 810841 h 1768194"/>
              <a:gd name="connsiteX144" fmla="*/ 3686021 w 4290772"/>
              <a:gd name="connsiteY144" fmla="*/ 643376 h 1768194"/>
              <a:gd name="connsiteX145" fmla="*/ 3473040 w 4290772"/>
              <a:gd name="connsiteY145" fmla="*/ 458828 h 1768194"/>
              <a:gd name="connsiteX146" fmla="*/ 3238998 w 4290772"/>
              <a:gd name="connsiteY146" fmla="*/ 539147 h 1768194"/>
              <a:gd name="connsiteX147" fmla="*/ 3235986 w 4290772"/>
              <a:gd name="connsiteY147" fmla="*/ 541381 h 1768194"/>
              <a:gd name="connsiteX148" fmla="*/ 3296862 w 4290772"/>
              <a:gd name="connsiteY148" fmla="*/ 637143 h 1768194"/>
              <a:gd name="connsiteX149" fmla="*/ 3300194 w 4290772"/>
              <a:gd name="connsiteY149" fmla="*/ 634825 h 1768194"/>
              <a:gd name="connsiteX150" fmla="*/ 3477376 w 4290772"/>
              <a:gd name="connsiteY150" fmla="*/ 570140 h 1768194"/>
              <a:gd name="connsiteX151" fmla="*/ 3555553 w 4290772"/>
              <a:gd name="connsiteY151" fmla="*/ 623508 h 1768194"/>
              <a:gd name="connsiteX152" fmla="*/ 3450974 w 4290772"/>
              <a:gd name="connsiteY152" fmla="*/ 696340 h 1768194"/>
              <a:gd name="connsiteX153" fmla="*/ 3429102 w 4290772"/>
              <a:gd name="connsiteY153" fmla="*/ 702998 h 1768194"/>
              <a:gd name="connsiteX154" fmla="*/ 3262238 w 4290772"/>
              <a:gd name="connsiteY154" fmla="*/ 872527 h 1768194"/>
              <a:gd name="connsiteX155" fmla="*/ 3465499 w 4290772"/>
              <a:gd name="connsiteY155" fmla="*/ 1053797 h 1768194"/>
              <a:gd name="connsiteX156" fmla="*/ 3998780 w 4290772"/>
              <a:gd name="connsiteY156" fmla="*/ 1056698 h 1768194"/>
              <a:gd name="connsiteX157" fmla="*/ 4290772 w 4290772"/>
              <a:gd name="connsiteY157" fmla="*/ 758118 h 1768194"/>
              <a:gd name="connsiteX158" fmla="*/ 3998780 w 4290772"/>
              <a:gd name="connsiteY158" fmla="*/ 459495 h 1768194"/>
              <a:gd name="connsiteX159" fmla="*/ 3706746 w 4290772"/>
              <a:gd name="connsiteY159" fmla="*/ 758118 h 1768194"/>
              <a:gd name="connsiteX160" fmla="*/ 3998780 w 4290772"/>
              <a:gd name="connsiteY160" fmla="*/ 1056698 h 1768194"/>
              <a:gd name="connsiteX161" fmla="*/ 1964548 w 4290772"/>
              <a:gd name="connsiteY161" fmla="*/ 1193822 h 1768194"/>
              <a:gd name="connsiteX162" fmla="*/ 2102683 w 4290772"/>
              <a:gd name="connsiteY162" fmla="*/ 1193822 h 1768194"/>
              <a:gd name="connsiteX163" fmla="*/ 2102683 w 4290772"/>
              <a:gd name="connsiteY163" fmla="*/ 470482 h 1768194"/>
              <a:gd name="connsiteX164" fmla="*/ 1964548 w 4290772"/>
              <a:gd name="connsiteY164" fmla="*/ 470482 h 1768194"/>
              <a:gd name="connsiteX165" fmla="*/ 1454707 w 4290772"/>
              <a:gd name="connsiteY165" fmla="*/ 1193853 h 1768194"/>
              <a:gd name="connsiteX166" fmla="*/ 1918924 w 4290772"/>
              <a:gd name="connsiteY166" fmla="*/ 1193853 h 1768194"/>
              <a:gd name="connsiteX167" fmla="*/ 1918924 w 4290772"/>
              <a:gd name="connsiteY167" fmla="*/ 1070312 h 1768194"/>
              <a:gd name="connsiteX168" fmla="*/ 1592842 w 4290772"/>
              <a:gd name="connsiteY168" fmla="*/ 1070312 h 1768194"/>
              <a:gd name="connsiteX169" fmla="*/ 1592842 w 4290772"/>
              <a:gd name="connsiteY169" fmla="*/ 890870 h 1768194"/>
              <a:gd name="connsiteX170" fmla="*/ 1852793 w 4290772"/>
              <a:gd name="connsiteY170" fmla="*/ 890870 h 1768194"/>
              <a:gd name="connsiteX171" fmla="*/ 1852793 w 4290772"/>
              <a:gd name="connsiteY171" fmla="*/ 768116 h 1768194"/>
              <a:gd name="connsiteX172" fmla="*/ 1592842 w 4290772"/>
              <a:gd name="connsiteY172" fmla="*/ 768116 h 1768194"/>
              <a:gd name="connsiteX173" fmla="*/ 1592842 w 4290772"/>
              <a:gd name="connsiteY173" fmla="*/ 469280 h 1768194"/>
              <a:gd name="connsiteX174" fmla="*/ 1454707 w 4290772"/>
              <a:gd name="connsiteY174" fmla="*/ 469280 h 1768194"/>
              <a:gd name="connsiteX175" fmla="*/ 897506 w 4290772"/>
              <a:gd name="connsiteY175" fmla="*/ 1637208 h 1768194"/>
              <a:gd name="connsiteX176" fmla="*/ 683735 w 4290772"/>
              <a:gd name="connsiteY176" fmla="*/ 1418670 h 1768194"/>
              <a:gd name="connsiteX177" fmla="*/ 683735 w 4290772"/>
              <a:gd name="connsiteY177" fmla="*/ 1200069 h 1768194"/>
              <a:gd name="connsiteX178" fmla="*/ 897506 w 4290772"/>
              <a:gd name="connsiteY178" fmla="*/ 1200069 h 1768194"/>
              <a:gd name="connsiteX179" fmla="*/ 1111277 w 4290772"/>
              <a:gd name="connsiteY179" fmla="*/ 1418670 h 1768194"/>
              <a:gd name="connsiteX180" fmla="*/ 897506 w 4290772"/>
              <a:gd name="connsiteY180" fmla="*/ 1637208 h 1768194"/>
              <a:gd name="connsiteX181" fmla="*/ 897506 w 4290772"/>
              <a:gd name="connsiteY181" fmla="*/ 1768194 h 1768194"/>
              <a:gd name="connsiteX182" fmla="*/ 1239352 w 4290772"/>
              <a:gd name="connsiteY182" fmla="*/ 1418670 h 1768194"/>
              <a:gd name="connsiteX183" fmla="*/ 897506 w 4290772"/>
              <a:gd name="connsiteY183" fmla="*/ 1069082 h 1768194"/>
              <a:gd name="connsiteX184" fmla="*/ 683735 w 4290772"/>
              <a:gd name="connsiteY184" fmla="*/ 1069082 h 1768194"/>
              <a:gd name="connsiteX185" fmla="*/ 683735 w 4290772"/>
              <a:gd name="connsiteY185" fmla="*/ 892811 h 1768194"/>
              <a:gd name="connsiteX186" fmla="*/ 884989 w 4290772"/>
              <a:gd name="connsiteY186" fmla="*/ 892811 h 1768194"/>
              <a:gd name="connsiteX187" fmla="*/ 884989 w 4290772"/>
              <a:gd name="connsiteY187" fmla="*/ 761802 h 1768194"/>
              <a:gd name="connsiteX188" fmla="*/ 683735 w 4290772"/>
              <a:gd name="connsiteY188" fmla="*/ 761802 h 1768194"/>
              <a:gd name="connsiteX189" fmla="*/ 683735 w 4290772"/>
              <a:gd name="connsiteY189" fmla="*/ 543243 h 1768194"/>
              <a:gd name="connsiteX190" fmla="*/ 341889 w 4290772"/>
              <a:gd name="connsiteY190" fmla="*/ 193656 h 1768194"/>
              <a:gd name="connsiteX191" fmla="*/ 0 w 4290772"/>
              <a:gd name="connsiteY191" fmla="*/ 543243 h 1768194"/>
              <a:gd name="connsiteX192" fmla="*/ 341889 w 4290772"/>
              <a:gd name="connsiteY192" fmla="*/ 892811 h 1768194"/>
              <a:gd name="connsiteX193" fmla="*/ 555661 w 4290772"/>
              <a:gd name="connsiteY193" fmla="*/ 892811 h 1768194"/>
              <a:gd name="connsiteX194" fmla="*/ 555661 w 4290772"/>
              <a:gd name="connsiteY194" fmla="*/ 1069082 h 1768194"/>
              <a:gd name="connsiteX195" fmla="*/ 354363 w 4290772"/>
              <a:gd name="connsiteY195" fmla="*/ 1069082 h 1768194"/>
              <a:gd name="connsiteX196" fmla="*/ 354363 w 4290772"/>
              <a:gd name="connsiteY196" fmla="*/ 1200069 h 1768194"/>
              <a:gd name="connsiteX197" fmla="*/ 555661 w 4290772"/>
              <a:gd name="connsiteY197" fmla="*/ 1200069 h 1768194"/>
              <a:gd name="connsiteX198" fmla="*/ 555661 w 4290772"/>
              <a:gd name="connsiteY198" fmla="*/ 1418670 h 1768194"/>
              <a:gd name="connsiteX199" fmla="*/ 897506 w 4290772"/>
              <a:gd name="connsiteY199" fmla="*/ 1768194 h 1768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4290772" h="1768194">
                <a:moveTo>
                  <a:pt x="2347327" y="175357"/>
                </a:moveTo>
                <a:cubicBezTo>
                  <a:pt x="2303496" y="175357"/>
                  <a:pt x="2279146" y="155979"/>
                  <a:pt x="2279146" y="127263"/>
                </a:cubicBezTo>
                <a:lnTo>
                  <a:pt x="2279146" y="126455"/>
                </a:lnTo>
                <a:cubicBezTo>
                  <a:pt x="2279146" y="96569"/>
                  <a:pt x="2307554" y="79191"/>
                  <a:pt x="2339210" y="79191"/>
                </a:cubicBezTo>
                <a:cubicBezTo>
                  <a:pt x="2381418" y="79191"/>
                  <a:pt x="2417516" y="105035"/>
                  <a:pt x="2417516" y="142642"/>
                </a:cubicBezTo>
                <a:lnTo>
                  <a:pt x="2417516" y="166083"/>
                </a:lnTo>
                <a:cubicBezTo>
                  <a:pt x="2400086" y="170529"/>
                  <a:pt x="2376954" y="175357"/>
                  <a:pt x="2347327" y="175357"/>
                </a:cubicBezTo>
                <a:close/>
                <a:moveTo>
                  <a:pt x="1908548" y="257400"/>
                </a:moveTo>
                <a:cubicBezTo>
                  <a:pt x="1865144" y="257400"/>
                  <a:pt x="1828618" y="227493"/>
                  <a:pt x="1828618" y="179421"/>
                </a:cubicBezTo>
                <a:lnTo>
                  <a:pt x="1828618" y="178613"/>
                </a:lnTo>
                <a:cubicBezTo>
                  <a:pt x="1828618" y="132136"/>
                  <a:pt x="1865955" y="99804"/>
                  <a:pt x="1908548" y="99804"/>
                </a:cubicBezTo>
                <a:cubicBezTo>
                  <a:pt x="1951566" y="99804"/>
                  <a:pt x="1994180" y="131327"/>
                  <a:pt x="1994180" y="178187"/>
                </a:cubicBezTo>
                <a:lnTo>
                  <a:pt x="1994180" y="178995"/>
                </a:lnTo>
                <a:cubicBezTo>
                  <a:pt x="1994180" y="226685"/>
                  <a:pt x="1951566" y="257400"/>
                  <a:pt x="1908548" y="257400"/>
                </a:cubicBezTo>
                <a:close/>
                <a:moveTo>
                  <a:pt x="2066692" y="271509"/>
                </a:moveTo>
                <a:lnTo>
                  <a:pt x="2086579" y="271509"/>
                </a:lnTo>
                <a:lnTo>
                  <a:pt x="2086579" y="65436"/>
                </a:lnTo>
                <a:lnTo>
                  <a:pt x="2066692" y="65436"/>
                </a:lnTo>
                <a:close/>
                <a:moveTo>
                  <a:pt x="1748146" y="271509"/>
                </a:moveTo>
                <a:lnTo>
                  <a:pt x="1768032" y="271509"/>
                </a:lnTo>
                <a:lnTo>
                  <a:pt x="1768032" y="65436"/>
                </a:lnTo>
                <a:lnTo>
                  <a:pt x="1748146" y="65436"/>
                </a:lnTo>
                <a:close/>
                <a:moveTo>
                  <a:pt x="2350168" y="274777"/>
                </a:moveTo>
                <a:cubicBezTo>
                  <a:pt x="2378150" y="274777"/>
                  <a:pt x="2400471" y="267099"/>
                  <a:pt x="2415487" y="252124"/>
                </a:cubicBezTo>
                <a:cubicBezTo>
                  <a:pt x="2429285" y="238404"/>
                  <a:pt x="2436591" y="219409"/>
                  <a:pt x="2436591" y="193948"/>
                </a:cubicBezTo>
                <a:lnTo>
                  <a:pt x="2436591" y="65449"/>
                </a:lnTo>
                <a:lnTo>
                  <a:pt x="2417111" y="65449"/>
                </a:lnTo>
                <a:lnTo>
                  <a:pt x="2417111" y="99802"/>
                </a:lnTo>
                <a:cubicBezTo>
                  <a:pt x="2402906" y="79999"/>
                  <a:pt x="2377338" y="60621"/>
                  <a:pt x="2337971" y="60621"/>
                </a:cubicBezTo>
                <a:cubicBezTo>
                  <a:pt x="2299437" y="60621"/>
                  <a:pt x="2258042" y="82424"/>
                  <a:pt x="2258042" y="125263"/>
                </a:cubicBezTo>
                <a:lnTo>
                  <a:pt x="2258042" y="126072"/>
                </a:lnTo>
                <a:cubicBezTo>
                  <a:pt x="2258042" y="168890"/>
                  <a:pt x="2294973" y="193139"/>
                  <a:pt x="2348544" y="193139"/>
                </a:cubicBezTo>
                <a:cubicBezTo>
                  <a:pt x="2377338" y="193139"/>
                  <a:pt x="2397245" y="189502"/>
                  <a:pt x="2417111" y="184248"/>
                </a:cubicBezTo>
                <a:lnTo>
                  <a:pt x="2417111" y="193139"/>
                </a:lnTo>
                <a:cubicBezTo>
                  <a:pt x="2417111" y="234767"/>
                  <a:pt x="2391542" y="256186"/>
                  <a:pt x="2348951" y="256186"/>
                </a:cubicBezTo>
                <a:cubicBezTo>
                  <a:pt x="2323788" y="256186"/>
                  <a:pt x="2303090" y="249316"/>
                  <a:pt x="2284015" y="239616"/>
                </a:cubicBezTo>
                <a:lnTo>
                  <a:pt x="2276710" y="256994"/>
                </a:lnTo>
                <a:cubicBezTo>
                  <a:pt x="2299437" y="267502"/>
                  <a:pt x="2321759" y="274777"/>
                  <a:pt x="2350168" y="274777"/>
                </a:cubicBezTo>
                <a:close/>
                <a:moveTo>
                  <a:pt x="1906518" y="276395"/>
                </a:moveTo>
                <a:cubicBezTo>
                  <a:pt x="1947914" y="276395"/>
                  <a:pt x="1975917" y="254571"/>
                  <a:pt x="1992941" y="230323"/>
                </a:cubicBezTo>
                <a:lnTo>
                  <a:pt x="1992941" y="271546"/>
                </a:lnTo>
                <a:lnTo>
                  <a:pt x="2012848" y="271546"/>
                </a:lnTo>
                <a:lnTo>
                  <a:pt x="2012848" y="97379"/>
                </a:lnTo>
                <a:cubicBezTo>
                  <a:pt x="2012848" y="67472"/>
                  <a:pt x="2003108" y="44031"/>
                  <a:pt x="1986468" y="27461"/>
                </a:cubicBezTo>
                <a:cubicBezTo>
                  <a:pt x="1968611" y="9679"/>
                  <a:pt x="1941826" y="0"/>
                  <a:pt x="1911389" y="0"/>
                </a:cubicBezTo>
                <a:cubicBezTo>
                  <a:pt x="1876913" y="0"/>
                  <a:pt x="1844852" y="10487"/>
                  <a:pt x="1816443" y="31502"/>
                </a:cubicBezTo>
                <a:lnTo>
                  <a:pt x="1828191" y="47669"/>
                </a:lnTo>
                <a:cubicBezTo>
                  <a:pt x="1852969" y="28695"/>
                  <a:pt x="1881377" y="18570"/>
                  <a:pt x="1911816" y="18570"/>
                </a:cubicBezTo>
                <a:cubicBezTo>
                  <a:pt x="1959278" y="18570"/>
                  <a:pt x="1992941" y="45669"/>
                  <a:pt x="1992941" y="98592"/>
                </a:cubicBezTo>
                <a:lnTo>
                  <a:pt x="1992941" y="128499"/>
                </a:lnTo>
                <a:cubicBezTo>
                  <a:pt x="1975105" y="103037"/>
                  <a:pt x="1947508" y="80809"/>
                  <a:pt x="1906518" y="80809"/>
                </a:cubicBezTo>
                <a:cubicBezTo>
                  <a:pt x="1856621" y="80809"/>
                  <a:pt x="1807109" y="118799"/>
                  <a:pt x="1807109" y="177783"/>
                </a:cubicBezTo>
                <a:lnTo>
                  <a:pt x="1807109" y="178613"/>
                </a:lnTo>
                <a:cubicBezTo>
                  <a:pt x="1807109" y="238001"/>
                  <a:pt x="1856621" y="276395"/>
                  <a:pt x="1906518" y="276395"/>
                </a:cubicBezTo>
                <a:close/>
                <a:moveTo>
                  <a:pt x="1475468" y="328913"/>
                </a:moveTo>
                <a:lnTo>
                  <a:pt x="1475468" y="84849"/>
                </a:lnTo>
                <a:lnTo>
                  <a:pt x="1548904" y="84849"/>
                </a:lnTo>
                <a:cubicBezTo>
                  <a:pt x="1628064" y="84849"/>
                  <a:pt x="1677961" y="138601"/>
                  <a:pt x="1677961" y="206094"/>
                </a:cubicBezTo>
                <a:lnTo>
                  <a:pt x="1677961" y="206902"/>
                </a:lnTo>
                <a:cubicBezTo>
                  <a:pt x="1677961" y="273970"/>
                  <a:pt x="1628064" y="328913"/>
                  <a:pt x="1548904" y="328913"/>
                </a:cubicBezTo>
                <a:close/>
                <a:moveTo>
                  <a:pt x="2147897" y="337402"/>
                </a:moveTo>
                <a:lnTo>
                  <a:pt x="2167783" y="337402"/>
                </a:lnTo>
                <a:lnTo>
                  <a:pt x="2167783" y="271526"/>
                </a:lnTo>
                <a:lnTo>
                  <a:pt x="2240408" y="271526"/>
                </a:lnTo>
                <a:lnTo>
                  <a:pt x="2240408" y="253360"/>
                </a:lnTo>
                <a:lnTo>
                  <a:pt x="2167783" y="253360"/>
                </a:lnTo>
                <a:lnTo>
                  <a:pt x="2167783" y="120417"/>
                </a:lnTo>
                <a:cubicBezTo>
                  <a:pt x="2167783" y="90914"/>
                  <a:pt x="2185213" y="80406"/>
                  <a:pt x="2209157" y="80406"/>
                </a:cubicBezTo>
                <a:cubicBezTo>
                  <a:pt x="2219303" y="80406"/>
                  <a:pt x="2227827" y="82427"/>
                  <a:pt x="2239596" y="87681"/>
                </a:cubicBezTo>
                <a:lnTo>
                  <a:pt x="2239596" y="69090"/>
                </a:lnTo>
                <a:cubicBezTo>
                  <a:pt x="2229043" y="64241"/>
                  <a:pt x="2218898" y="61815"/>
                  <a:pt x="2205911" y="61815"/>
                </a:cubicBezTo>
                <a:cubicBezTo>
                  <a:pt x="2173871" y="61815"/>
                  <a:pt x="2147897" y="79173"/>
                  <a:pt x="2147897" y="118375"/>
                </a:cubicBezTo>
                <a:lnTo>
                  <a:pt x="2147897" y="253360"/>
                </a:lnTo>
                <a:lnTo>
                  <a:pt x="2117865" y="253360"/>
                </a:lnTo>
                <a:lnTo>
                  <a:pt x="2117865" y="271526"/>
                </a:lnTo>
                <a:lnTo>
                  <a:pt x="2147897" y="271526"/>
                </a:lnTo>
                <a:close/>
                <a:moveTo>
                  <a:pt x="1454386" y="348312"/>
                </a:moveTo>
                <a:lnTo>
                  <a:pt x="1548904" y="348312"/>
                </a:lnTo>
                <a:cubicBezTo>
                  <a:pt x="1638190" y="348312"/>
                  <a:pt x="1699877" y="287307"/>
                  <a:pt x="1699877" y="207710"/>
                </a:cubicBezTo>
                <a:lnTo>
                  <a:pt x="1699877" y="206902"/>
                </a:lnTo>
                <a:cubicBezTo>
                  <a:pt x="1699877" y="127285"/>
                  <a:pt x="1638190" y="65450"/>
                  <a:pt x="1548904" y="65450"/>
                </a:cubicBezTo>
                <a:lnTo>
                  <a:pt x="1454386" y="65450"/>
                </a:lnTo>
                <a:close/>
                <a:moveTo>
                  <a:pt x="2064257" y="352317"/>
                </a:moveTo>
                <a:lnTo>
                  <a:pt x="2088992" y="352317"/>
                </a:lnTo>
                <a:lnTo>
                  <a:pt x="2088992" y="325240"/>
                </a:lnTo>
                <a:lnTo>
                  <a:pt x="2064257" y="325240"/>
                </a:lnTo>
                <a:close/>
                <a:moveTo>
                  <a:pt x="1745711" y="352317"/>
                </a:moveTo>
                <a:lnTo>
                  <a:pt x="1770467" y="352317"/>
                </a:lnTo>
                <a:lnTo>
                  <a:pt x="1770467" y="325240"/>
                </a:lnTo>
                <a:lnTo>
                  <a:pt x="1745711" y="325240"/>
                </a:lnTo>
                <a:close/>
                <a:moveTo>
                  <a:pt x="2487983" y="360399"/>
                </a:moveTo>
                <a:lnTo>
                  <a:pt x="2507891" y="360399"/>
                </a:lnTo>
                <a:lnTo>
                  <a:pt x="2507891" y="65414"/>
                </a:lnTo>
                <a:lnTo>
                  <a:pt x="2487983" y="65414"/>
                </a:lnTo>
                <a:close/>
                <a:moveTo>
                  <a:pt x="341889" y="761802"/>
                </a:moveTo>
                <a:cubicBezTo>
                  <a:pt x="224046" y="761802"/>
                  <a:pt x="128075" y="663765"/>
                  <a:pt x="128075" y="543243"/>
                </a:cubicBezTo>
                <a:cubicBezTo>
                  <a:pt x="128075" y="422723"/>
                  <a:pt x="224046" y="324643"/>
                  <a:pt x="341889" y="324643"/>
                </a:cubicBezTo>
                <a:cubicBezTo>
                  <a:pt x="459754" y="324643"/>
                  <a:pt x="555661" y="422723"/>
                  <a:pt x="555661" y="543243"/>
                </a:cubicBezTo>
                <a:lnTo>
                  <a:pt x="555661" y="761802"/>
                </a:lnTo>
                <a:close/>
                <a:moveTo>
                  <a:pt x="3998780" y="931178"/>
                </a:moveTo>
                <a:cubicBezTo>
                  <a:pt x="3905415" y="931178"/>
                  <a:pt x="3829480" y="853539"/>
                  <a:pt x="3829480" y="758118"/>
                </a:cubicBezTo>
                <a:cubicBezTo>
                  <a:pt x="3829480" y="662632"/>
                  <a:pt x="3905415" y="584993"/>
                  <a:pt x="3998780" y="584993"/>
                </a:cubicBezTo>
                <a:cubicBezTo>
                  <a:pt x="4092103" y="584993"/>
                  <a:pt x="4168080" y="662632"/>
                  <a:pt x="4168080" y="758118"/>
                </a:cubicBezTo>
                <a:cubicBezTo>
                  <a:pt x="4168080" y="853539"/>
                  <a:pt x="4092103" y="931178"/>
                  <a:pt x="3998780" y="931178"/>
                </a:cubicBezTo>
                <a:close/>
                <a:moveTo>
                  <a:pt x="2435776" y="932143"/>
                </a:moveTo>
                <a:cubicBezTo>
                  <a:pt x="2372913" y="932143"/>
                  <a:pt x="2318659" y="892557"/>
                  <a:pt x="2293261" y="825256"/>
                </a:cubicBezTo>
                <a:lnTo>
                  <a:pt x="2579571" y="825256"/>
                </a:lnTo>
                <a:cubicBezTo>
                  <a:pt x="2554217" y="892557"/>
                  <a:pt x="2499471" y="932143"/>
                  <a:pt x="2435776" y="932143"/>
                </a:cubicBezTo>
                <a:close/>
                <a:moveTo>
                  <a:pt x="2690730" y="1045619"/>
                </a:moveTo>
                <a:lnTo>
                  <a:pt x="2849200" y="1045619"/>
                </a:lnTo>
                <a:lnTo>
                  <a:pt x="2850333" y="1043790"/>
                </a:lnTo>
                <a:lnTo>
                  <a:pt x="2962259" y="865263"/>
                </a:lnTo>
                <a:lnTo>
                  <a:pt x="3076450" y="1045619"/>
                </a:lnTo>
                <a:lnTo>
                  <a:pt x="3230520" y="1045619"/>
                </a:lnTo>
                <a:lnTo>
                  <a:pt x="3040779" y="765865"/>
                </a:lnTo>
                <a:lnTo>
                  <a:pt x="3239278" y="470560"/>
                </a:lnTo>
                <a:lnTo>
                  <a:pt x="3080743" y="470560"/>
                </a:lnTo>
                <a:lnTo>
                  <a:pt x="3079633" y="472432"/>
                </a:lnTo>
                <a:lnTo>
                  <a:pt x="2959013" y="663041"/>
                </a:lnTo>
                <a:lnTo>
                  <a:pt x="2837282" y="470560"/>
                </a:lnTo>
                <a:lnTo>
                  <a:pt x="2684259" y="470560"/>
                </a:lnTo>
                <a:lnTo>
                  <a:pt x="2880536" y="762525"/>
                </a:lnTo>
                <a:close/>
                <a:moveTo>
                  <a:pt x="2435776" y="1053472"/>
                </a:moveTo>
                <a:cubicBezTo>
                  <a:pt x="2586919" y="1053472"/>
                  <a:pt x="2709867" y="921316"/>
                  <a:pt x="2709867" y="758827"/>
                </a:cubicBezTo>
                <a:cubicBezTo>
                  <a:pt x="2709867" y="745937"/>
                  <a:pt x="2708821" y="732536"/>
                  <a:pt x="2706621" y="716625"/>
                </a:cubicBezTo>
                <a:lnTo>
                  <a:pt x="2706279" y="714116"/>
                </a:lnTo>
                <a:lnTo>
                  <a:pt x="2283757" y="714116"/>
                </a:lnTo>
                <a:cubicBezTo>
                  <a:pt x="2302895" y="637008"/>
                  <a:pt x="2363857" y="585512"/>
                  <a:pt x="2436438" y="585512"/>
                </a:cubicBezTo>
                <a:cubicBezTo>
                  <a:pt x="2488001" y="585512"/>
                  <a:pt x="2537065" y="611058"/>
                  <a:pt x="2567653" y="653834"/>
                </a:cubicBezTo>
                <a:lnTo>
                  <a:pt x="2569020" y="655705"/>
                </a:lnTo>
                <a:lnTo>
                  <a:pt x="2674581" y="606059"/>
                </a:lnTo>
                <a:lnTo>
                  <a:pt x="2672979" y="603315"/>
                </a:lnTo>
                <a:cubicBezTo>
                  <a:pt x="2622761" y="517487"/>
                  <a:pt x="2532109" y="464182"/>
                  <a:pt x="2436438" y="464182"/>
                </a:cubicBezTo>
                <a:cubicBezTo>
                  <a:pt x="2284589" y="464182"/>
                  <a:pt x="2161043" y="596339"/>
                  <a:pt x="2161043" y="758827"/>
                </a:cubicBezTo>
                <a:cubicBezTo>
                  <a:pt x="2161043" y="921316"/>
                  <a:pt x="2284290" y="1053472"/>
                  <a:pt x="2435776" y="1053472"/>
                </a:cubicBezTo>
                <a:close/>
                <a:moveTo>
                  <a:pt x="3465499" y="1053797"/>
                </a:moveTo>
                <a:cubicBezTo>
                  <a:pt x="3532357" y="1053797"/>
                  <a:pt x="3607715" y="1031230"/>
                  <a:pt x="3667032" y="993346"/>
                </a:cubicBezTo>
                <a:lnTo>
                  <a:pt x="3670214" y="991304"/>
                </a:lnTo>
                <a:lnTo>
                  <a:pt x="3615767" y="890564"/>
                </a:lnTo>
                <a:lnTo>
                  <a:pt x="3612307" y="892521"/>
                </a:lnTo>
                <a:cubicBezTo>
                  <a:pt x="3556344" y="924300"/>
                  <a:pt x="3501662" y="942530"/>
                  <a:pt x="3462231" y="942530"/>
                </a:cubicBezTo>
                <a:cubicBezTo>
                  <a:pt x="3410925" y="942530"/>
                  <a:pt x="3392683" y="915536"/>
                  <a:pt x="3392683" y="892437"/>
                </a:cubicBezTo>
                <a:cubicBezTo>
                  <a:pt x="3392683" y="853808"/>
                  <a:pt x="3439376" y="837600"/>
                  <a:pt x="3498522" y="817158"/>
                </a:cubicBezTo>
                <a:lnTo>
                  <a:pt x="3516721" y="810841"/>
                </a:lnTo>
                <a:cubicBezTo>
                  <a:pt x="3598615" y="782934"/>
                  <a:pt x="3686021" y="744625"/>
                  <a:pt x="3686021" y="643376"/>
                </a:cubicBezTo>
                <a:cubicBezTo>
                  <a:pt x="3686021" y="476781"/>
                  <a:pt x="3537120" y="458828"/>
                  <a:pt x="3473040" y="458828"/>
                </a:cubicBezTo>
                <a:cubicBezTo>
                  <a:pt x="3390398" y="458828"/>
                  <a:pt x="3307286" y="487332"/>
                  <a:pt x="3238998" y="539147"/>
                </a:cubicBezTo>
                <a:lnTo>
                  <a:pt x="3235986" y="541381"/>
                </a:lnTo>
                <a:lnTo>
                  <a:pt x="3296862" y="637143"/>
                </a:lnTo>
                <a:lnTo>
                  <a:pt x="3300194" y="634825"/>
                </a:lnTo>
                <a:cubicBezTo>
                  <a:pt x="3359318" y="593729"/>
                  <a:pt x="3423847" y="570140"/>
                  <a:pt x="3477376" y="570140"/>
                </a:cubicBezTo>
                <a:cubicBezTo>
                  <a:pt x="3547928" y="570140"/>
                  <a:pt x="3555553" y="607427"/>
                  <a:pt x="3555553" y="623508"/>
                </a:cubicBezTo>
                <a:cubicBezTo>
                  <a:pt x="3555553" y="664731"/>
                  <a:pt x="3507088" y="679387"/>
                  <a:pt x="3450974" y="696340"/>
                </a:cubicBezTo>
                <a:lnTo>
                  <a:pt x="3429102" y="702998"/>
                </a:lnTo>
                <a:cubicBezTo>
                  <a:pt x="3342423" y="729033"/>
                  <a:pt x="3262238" y="767555"/>
                  <a:pt x="3262238" y="872527"/>
                </a:cubicBezTo>
                <a:cubicBezTo>
                  <a:pt x="3262238" y="997749"/>
                  <a:pt x="3364317" y="1053797"/>
                  <a:pt x="3465499" y="1053797"/>
                </a:cubicBezTo>
                <a:close/>
                <a:moveTo>
                  <a:pt x="3998780" y="1056698"/>
                </a:moveTo>
                <a:cubicBezTo>
                  <a:pt x="4159771" y="1056698"/>
                  <a:pt x="4290772" y="922754"/>
                  <a:pt x="4290772" y="758118"/>
                </a:cubicBezTo>
                <a:cubicBezTo>
                  <a:pt x="4290772" y="593416"/>
                  <a:pt x="4159771" y="459495"/>
                  <a:pt x="3998780" y="459495"/>
                </a:cubicBezTo>
                <a:cubicBezTo>
                  <a:pt x="3837747" y="459495"/>
                  <a:pt x="3706746" y="593416"/>
                  <a:pt x="3706746" y="758118"/>
                </a:cubicBezTo>
                <a:cubicBezTo>
                  <a:pt x="3706746" y="922754"/>
                  <a:pt x="3837747" y="1056698"/>
                  <a:pt x="3998780" y="1056698"/>
                </a:cubicBezTo>
                <a:close/>
                <a:moveTo>
                  <a:pt x="1964548" y="1193822"/>
                </a:moveTo>
                <a:lnTo>
                  <a:pt x="2102683" y="1193822"/>
                </a:lnTo>
                <a:lnTo>
                  <a:pt x="2102683" y="470482"/>
                </a:lnTo>
                <a:lnTo>
                  <a:pt x="1964548" y="470482"/>
                </a:lnTo>
                <a:close/>
                <a:moveTo>
                  <a:pt x="1454707" y="1193853"/>
                </a:moveTo>
                <a:lnTo>
                  <a:pt x="1918924" y="1193853"/>
                </a:lnTo>
                <a:lnTo>
                  <a:pt x="1918924" y="1070312"/>
                </a:lnTo>
                <a:lnTo>
                  <a:pt x="1592842" y="1070312"/>
                </a:lnTo>
                <a:lnTo>
                  <a:pt x="1592842" y="890870"/>
                </a:lnTo>
                <a:lnTo>
                  <a:pt x="1852793" y="890870"/>
                </a:lnTo>
                <a:lnTo>
                  <a:pt x="1852793" y="768116"/>
                </a:lnTo>
                <a:lnTo>
                  <a:pt x="1592842" y="768116"/>
                </a:lnTo>
                <a:lnTo>
                  <a:pt x="1592842" y="469280"/>
                </a:lnTo>
                <a:lnTo>
                  <a:pt x="1454707" y="469280"/>
                </a:lnTo>
                <a:close/>
                <a:moveTo>
                  <a:pt x="897506" y="1637208"/>
                </a:moveTo>
                <a:cubicBezTo>
                  <a:pt x="779642" y="1637208"/>
                  <a:pt x="683735" y="1539149"/>
                  <a:pt x="683735" y="1418670"/>
                </a:cubicBezTo>
                <a:lnTo>
                  <a:pt x="683735" y="1200069"/>
                </a:lnTo>
                <a:lnTo>
                  <a:pt x="897506" y="1200069"/>
                </a:lnTo>
                <a:cubicBezTo>
                  <a:pt x="1015350" y="1200069"/>
                  <a:pt x="1111277" y="1298107"/>
                  <a:pt x="1111277" y="1418670"/>
                </a:cubicBezTo>
                <a:cubicBezTo>
                  <a:pt x="1111277" y="1539149"/>
                  <a:pt x="1015350" y="1637208"/>
                  <a:pt x="897506" y="1637208"/>
                </a:cubicBezTo>
                <a:close/>
                <a:moveTo>
                  <a:pt x="897506" y="1768194"/>
                </a:moveTo>
                <a:cubicBezTo>
                  <a:pt x="1086030" y="1768194"/>
                  <a:pt x="1239352" y="1611406"/>
                  <a:pt x="1239352" y="1418670"/>
                </a:cubicBezTo>
                <a:cubicBezTo>
                  <a:pt x="1239352" y="1225871"/>
                  <a:pt x="1086030" y="1069082"/>
                  <a:pt x="897506" y="1069082"/>
                </a:cubicBezTo>
                <a:lnTo>
                  <a:pt x="683735" y="1069082"/>
                </a:lnTo>
                <a:lnTo>
                  <a:pt x="683735" y="892811"/>
                </a:lnTo>
                <a:lnTo>
                  <a:pt x="884989" y="892811"/>
                </a:lnTo>
                <a:lnTo>
                  <a:pt x="884989" y="761802"/>
                </a:lnTo>
                <a:lnTo>
                  <a:pt x="683735" y="761802"/>
                </a:lnTo>
                <a:lnTo>
                  <a:pt x="683735" y="543243"/>
                </a:lnTo>
                <a:cubicBezTo>
                  <a:pt x="683735" y="350486"/>
                  <a:pt x="530370" y="193656"/>
                  <a:pt x="341889" y="193656"/>
                </a:cubicBezTo>
                <a:cubicBezTo>
                  <a:pt x="153365" y="193656"/>
                  <a:pt x="0" y="350486"/>
                  <a:pt x="0" y="543243"/>
                </a:cubicBezTo>
                <a:cubicBezTo>
                  <a:pt x="0" y="736022"/>
                  <a:pt x="153365" y="892811"/>
                  <a:pt x="341889" y="892811"/>
                </a:cubicBezTo>
                <a:lnTo>
                  <a:pt x="555661" y="892811"/>
                </a:lnTo>
                <a:lnTo>
                  <a:pt x="555661" y="1069082"/>
                </a:lnTo>
                <a:lnTo>
                  <a:pt x="354363" y="1069082"/>
                </a:lnTo>
                <a:lnTo>
                  <a:pt x="354363" y="1200069"/>
                </a:lnTo>
                <a:lnTo>
                  <a:pt x="555661" y="1200069"/>
                </a:lnTo>
                <a:lnTo>
                  <a:pt x="555661" y="1418670"/>
                </a:lnTo>
                <a:cubicBezTo>
                  <a:pt x="555661" y="1611406"/>
                  <a:pt x="709025" y="1768194"/>
                  <a:pt x="897506" y="1768194"/>
                </a:cubicBezTo>
                <a:close/>
              </a:path>
            </a:pathLst>
          </a:custGeom>
          <a:solidFill>
            <a:srgbClr val="FFFFFF"/>
          </a:solidFill>
          <a:ln w="245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3201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/ End Slide - 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7">
            <a:extLst>
              <a:ext uri="{FF2B5EF4-FFF2-40B4-BE49-F238E27FC236}">
                <a16:creationId xmlns:a16="http://schemas.microsoft.com/office/drawing/2014/main" id="{609E88B6-4B99-80FD-4888-0684413E80B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2431662" y="1689750"/>
            <a:ext cx="4280677" cy="1764000"/>
          </a:xfrm>
          <a:custGeom>
            <a:avLst/>
            <a:gdLst>
              <a:gd name="connsiteX0" fmla="*/ 1211853 w 2548925"/>
              <a:gd name="connsiteY0" fmla="*/ 104418 h 1050374"/>
              <a:gd name="connsiteX1" fmla="*/ 1171351 w 2548925"/>
              <a:gd name="connsiteY1" fmla="*/ 75849 h 1050374"/>
              <a:gd name="connsiteX2" fmla="*/ 1171351 w 2548925"/>
              <a:gd name="connsiteY2" fmla="*/ 75368 h 1050374"/>
              <a:gd name="connsiteX3" fmla="*/ 1207018 w 2548925"/>
              <a:gd name="connsiteY3" fmla="*/ 47292 h 1050374"/>
              <a:gd name="connsiteX4" fmla="*/ 1253547 w 2548925"/>
              <a:gd name="connsiteY4" fmla="*/ 84984 h 1050374"/>
              <a:gd name="connsiteX5" fmla="*/ 1253547 w 2548925"/>
              <a:gd name="connsiteY5" fmla="*/ 98908 h 1050374"/>
              <a:gd name="connsiteX6" fmla="*/ 1211853 w 2548925"/>
              <a:gd name="connsiteY6" fmla="*/ 104418 h 1050374"/>
              <a:gd name="connsiteX7" fmla="*/ 1558875 w 2548925"/>
              <a:gd name="connsiteY7" fmla="*/ 161514 h 1050374"/>
              <a:gd name="connsiteX8" fmla="*/ 1570688 w 2548925"/>
              <a:gd name="connsiteY8" fmla="*/ 161514 h 1050374"/>
              <a:gd name="connsiteX9" fmla="*/ 1570688 w 2548925"/>
              <a:gd name="connsiteY9" fmla="*/ 39101 h 1050374"/>
              <a:gd name="connsiteX10" fmla="*/ 1558875 w 2548925"/>
              <a:gd name="connsiteY10" fmla="*/ 39101 h 1050374"/>
              <a:gd name="connsiteX11" fmla="*/ 1330229 w 2548925"/>
              <a:gd name="connsiteY11" fmla="*/ 161545 h 1050374"/>
              <a:gd name="connsiteX12" fmla="*/ 1343971 w 2548925"/>
              <a:gd name="connsiteY12" fmla="*/ 161545 h 1050374"/>
              <a:gd name="connsiteX13" fmla="*/ 1395067 w 2548925"/>
              <a:gd name="connsiteY13" fmla="*/ 52083 h 1050374"/>
              <a:gd name="connsiteX14" fmla="*/ 1439426 w 2548925"/>
              <a:gd name="connsiteY14" fmla="*/ 161545 h 1050374"/>
              <a:gd name="connsiteX15" fmla="*/ 1452444 w 2548925"/>
              <a:gd name="connsiteY15" fmla="*/ 161545 h 1050374"/>
              <a:gd name="connsiteX16" fmla="*/ 1399165 w 2548925"/>
              <a:gd name="connsiteY16" fmla="*/ 34811 h 1050374"/>
              <a:gd name="connsiteX17" fmla="*/ 1358194 w 2548925"/>
              <a:gd name="connsiteY17" fmla="*/ 0 h 1050374"/>
              <a:gd name="connsiteX18" fmla="*/ 1333845 w 2548925"/>
              <a:gd name="connsiteY18" fmla="*/ 5281 h 1050374"/>
              <a:gd name="connsiteX19" fmla="*/ 1337944 w 2548925"/>
              <a:gd name="connsiteY19" fmla="*/ 15605 h 1050374"/>
              <a:gd name="connsiteX20" fmla="*/ 1358918 w 2548925"/>
              <a:gd name="connsiteY20" fmla="*/ 11043 h 1050374"/>
              <a:gd name="connsiteX21" fmla="*/ 1389281 w 2548925"/>
              <a:gd name="connsiteY21" fmla="*/ 39840 h 1050374"/>
              <a:gd name="connsiteX22" fmla="*/ 1213540 w 2548925"/>
              <a:gd name="connsiteY22" fmla="*/ 163476 h 1050374"/>
              <a:gd name="connsiteX23" fmla="*/ 1252342 w 2548925"/>
              <a:gd name="connsiteY23" fmla="*/ 150019 h 1050374"/>
              <a:gd name="connsiteX24" fmla="*/ 1264878 w 2548925"/>
              <a:gd name="connsiteY24" fmla="*/ 115461 h 1050374"/>
              <a:gd name="connsiteX25" fmla="*/ 1264878 w 2548925"/>
              <a:gd name="connsiteY25" fmla="*/ 39130 h 1050374"/>
              <a:gd name="connsiteX26" fmla="*/ 1253306 w 2548925"/>
              <a:gd name="connsiteY26" fmla="*/ 39130 h 1050374"/>
              <a:gd name="connsiteX27" fmla="*/ 1253306 w 2548925"/>
              <a:gd name="connsiteY27" fmla="*/ 59536 h 1050374"/>
              <a:gd name="connsiteX28" fmla="*/ 1206308 w 2548925"/>
              <a:gd name="connsiteY28" fmla="*/ 36261 h 1050374"/>
              <a:gd name="connsiteX29" fmla="*/ 1158815 w 2548925"/>
              <a:gd name="connsiteY29" fmla="*/ 74661 h 1050374"/>
              <a:gd name="connsiteX30" fmla="*/ 1158815 w 2548925"/>
              <a:gd name="connsiteY30" fmla="*/ 75141 h 1050374"/>
              <a:gd name="connsiteX31" fmla="*/ 1212576 w 2548925"/>
              <a:gd name="connsiteY31" fmla="*/ 114981 h 1050374"/>
              <a:gd name="connsiteX32" fmla="*/ 1253306 w 2548925"/>
              <a:gd name="connsiteY32" fmla="*/ 109699 h 1050374"/>
              <a:gd name="connsiteX33" fmla="*/ 1253306 w 2548925"/>
              <a:gd name="connsiteY33" fmla="*/ 114981 h 1050374"/>
              <a:gd name="connsiteX34" fmla="*/ 1212817 w 2548925"/>
              <a:gd name="connsiteY34" fmla="*/ 152433 h 1050374"/>
              <a:gd name="connsiteX35" fmla="*/ 1174244 w 2548925"/>
              <a:gd name="connsiteY35" fmla="*/ 142589 h 1050374"/>
              <a:gd name="connsiteX36" fmla="*/ 1169905 w 2548925"/>
              <a:gd name="connsiteY36" fmla="*/ 152913 h 1050374"/>
              <a:gd name="connsiteX37" fmla="*/ 1213540 w 2548925"/>
              <a:gd name="connsiteY37" fmla="*/ 163476 h 1050374"/>
              <a:gd name="connsiteX38" fmla="*/ 1766855 w 2548925"/>
              <a:gd name="connsiteY38" fmla="*/ 163952 h 1050374"/>
              <a:gd name="connsiteX39" fmla="*/ 1810478 w 2548925"/>
              <a:gd name="connsiteY39" fmla="*/ 150508 h 1050374"/>
              <a:gd name="connsiteX40" fmla="*/ 1804223 w 2548925"/>
              <a:gd name="connsiteY40" fmla="*/ 140665 h 1050374"/>
              <a:gd name="connsiteX41" fmla="*/ 1766373 w 2548925"/>
              <a:gd name="connsiteY41" fmla="*/ 152909 h 1050374"/>
              <a:gd name="connsiteX42" fmla="*/ 1738420 w 2548925"/>
              <a:gd name="connsiteY42" fmla="*/ 131542 h 1050374"/>
              <a:gd name="connsiteX43" fmla="*/ 1738420 w 2548925"/>
              <a:gd name="connsiteY43" fmla="*/ 131074 h 1050374"/>
              <a:gd name="connsiteX44" fmla="*/ 1772641 w 2548925"/>
              <a:gd name="connsiteY44" fmla="*/ 107307 h 1050374"/>
              <a:gd name="connsiteX45" fmla="*/ 1813130 w 2548925"/>
              <a:gd name="connsiteY45" fmla="*/ 72976 h 1050374"/>
              <a:gd name="connsiteX46" fmla="*/ 1813130 w 2548925"/>
              <a:gd name="connsiteY46" fmla="*/ 72496 h 1050374"/>
              <a:gd name="connsiteX47" fmla="*/ 1770725 w 2548925"/>
              <a:gd name="connsiteY47" fmla="*/ 36725 h 1050374"/>
              <a:gd name="connsiteX48" fmla="*/ 1720339 w 2548925"/>
              <a:gd name="connsiteY48" fmla="*/ 54491 h 1050374"/>
              <a:gd name="connsiteX49" fmla="*/ 1727331 w 2548925"/>
              <a:gd name="connsiteY49" fmla="*/ 63853 h 1050374"/>
              <a:gd name="connsiteX50" fmla="*/ 1771436 w 2548925"/>
              <a:gd name="connsiteY50" fmla="*/ 47768 h 1050374"/>
              <a:gd name="connsiteX51" fmla="*/ 1801089 w 2548925"/>
              <a:gd name="connsiteY51" fmla="*/ 71056 h 1050374"/>
              <a:gd name="connsiteX52" fmla="*/ 1801089 w 2548925"/>
              <a:gd name="connsiteY52" fmla="*/ 71536 h 1050374"/>
              <a:gd name="connsiteX53" fmla="*/ 1768555 w 2548925"/>
              <a:gd name="connsiteY53" fmla="*/ 96011 h 1050374"/>
              <a:gd name="connsiteX54" fmla="*/ 1726366 w 2548925"/>
              <a:gd name="connsiteY54" fmla="*/ 129621 h 1050374"/>
              <a:gd name="connsiteX55" fmla="*/ 1726366 w 2548925"/>
              <a:gd name="connsiteY55" fmla="*/ 130102 h 1050374"/>
              <a:gd name="connsiteX56" fmla="*/ 1766855 w 2548925"/>
              <a:gd name="connsiteY56" fmla="*/ 163952 h 1050374"/>
              <a:gd name="connsiteX57" fmla="*/ 1659554 w 2548925"/>
              <a:gd name="connsiteY57" fmla="*/ 164435 h 1050374"/>
              <a:gd name="connsiteX58" fmla="*/ 1708735 w 2548925"/>
              <a:gd name="connsiteY58" fmla="*/ 141868 h 1050374"/>
              <a:gd name="connsiteX59" fmla="*/ 1700297 w 2548925"/>
              <a:gd name="connsiteY59" fmla="*/ 133238 h 1050374"/>
              <a:gd name="connsiteX60" fmla="*/ 1659326 w 2548925"/>
              <a:gd name="connsiteY60" fmla="*/ 153392 h 1050374"/>
              <a:gd name="connsiteX61" fmla="*/ 1609676 w 2548925"/>
              <a:gd name="connsiteY61" fmla="*/ 100816 h 1050374"/>
              <a:gd name="connsiteX62" fmla="*/ 1609676 w 2548925"/>
              <a:gd name="connsiteY62" fmla="*/ 100348 h 1050374"/>
              <a:gd name="connsiteX63" fmla="*/ 1660290 w 2548925"/>
              <a:gd name="connsiteY63" fmla="*/ 47291 h 1050374"/>
              <a:gd name="connsiteX64" fmla="*/ 1701502 w 2548925"/>
              <a:gd name="connsiteY64" fmla="*/ 67698 h 1050374"/>
              <a:gd name="connsiteX65" fmla="*/ 1709712 w 2548925"/>
              <a:gd name="connsiteY65" fmla="*/ 60496 h 1050374"/>
              <a:gd name="connsiteX66" fmla="*/ 1659554 w 2548925"/>
              <a:gd name="connsiteY66" fmla="*/ 36261 h 1050374"/>
              <a:gd name="connsiteX67" fmla="*/ 1596899 w 2548925"/>
              <a:gd name="connsiteY67" fmla="*/ 99868 h 1050374"/>
              <a:gd name="connsiteX68" fmla="*/ 1596899 w 2548925"/>
              <a:gd name="connsiteY68" fmla="*/ 100348 h 1050374"/>
              <a:gd name="connsiteX69" fmla="*/ 1659554 w 2548925"/>
              <a:gd name="connsiteY69" fmla="*/ 164435 h 1050374"/>
              <a:gd name="connsiteX70" fmla="*/ 1089352 w 2548925"/>
              <a:gd name="connsiteY70" fmla="*/ 164450 h 1050374"/>
              <a:gd name="connsiteX71" fmla="*/ 1138533 w 2548925"/>
              <a:gd name="connsiteY71" fmla="*/ 114021 h 1050374"/>
              <a:gd name="connsiteX72" fmla="*/ 1138533 w 2548925"/>
              <a:gd name="connsiteY72" fmla="*/ 39143 h 1050374"/>
              <a:gd name="connsiteX73" fmla="*/ 1126720 w 2548925"/>
              <a:gd name="connsiteY73" fmla="*/ 39143 h 1050374"/>
              <a:gd name="connsiteX74" fmla="*/ 1126720 w 2548925"/>
              <a:gd name="connsiteY74" fmla="*/ 111861 h 1050374"/>
              <a:gd name="connsiteX75" fmla="*/ 1087665 w 2548925"/>
              <a:gd name="connsiteY75" fmla="*/ 153634 h 1050374"/>
              <a:gd name="connsiteX76" fmla="*/ 1045006 w 2548925"/>
              <a:gd name="connsiteY76" fmla="*/ 109953 h 1050374"/>
              <a:gd name="connsiteX77" fmla="*/ 1045006 w 2548925"/>
              <a:gd name="connsiteY77" fmla="*/ 39143 h 1050374"/>
              <a:gd name="connsiteX78" fmla="*/ 1033193 w 2548925"/>
              <a:gd name="connsiteY78" fmla="*/ 39143 h 1050374"/>
              <a:gd name="connsiteX79" fmla="*/ 1033193 w 2548925"/>
              <a:gd name="connsiteY79" fmla="*/ 161556 h 1050374"/>
              <a:gd name="connsiteX80" fmla="*/ 1045006 w 2548925"/>
              <a:gd name="connsiteY80" fmla="*/ 161556 h 1050374"/>
              <a:gd name="connsiteX81" fmla="*/ 1045006 w 2548925"/>
              <a:gd name="connsiteY81" fmla="*/ 138749 h 1050374"/>
              <a:gd name="connsiteX82" fmla="*/ 1089352 w 2548925"/>
              <a:gd name="connsiteY82" fmla="*/ 164450 h 1050374"/>
              <a:gd name="connsiteX83" fmla="*/ 927336 w 2548925"/>
              <a:gd name="connsiteY83" fmla="*/ 194672 h 1050374"/>
              <a:gd name="connsiteX84" fmla="*/ 882749 w 2548925"/>
              <a:gd name="connsiteY84" fmla="*/ 97455 h 1050374"/>
              <a:gd name="connsiteX85" fmla="*/ 971695 w 2548925"/>
              <a:gd name="connsiteY85" fmla="*/ 97455 h 1050374"/>
              <a:gd name="connsiteX86" fmla="*/ 1479480 w 2548925"/>
              <a:gd name="connsiteY86" fmla="*/ 200676 h 1050374"/>
              <a:gd name="connsiteX87" fmla="*/ 1491293 w 2548925"/>
              <a:gd name="connsiteY87" fmla="*/ 200676 h 1050374"/>
              <a:gd name="connsiteX88" fmla="*/ 1491293 w 2548925"/>
              <a:gd name="connsiteY88" fmla="*/ 161544 h 1050374"/>
              <a:gd name="connsiteX89" fmla="*/ 1534434 w 2548925"/>
              <a:gd name="connsiteY89" fmla="*/ 161544 h 1050374"/>
              <a:gd name="connsiteX90" fmla="*/ 1534434 w 2548925"/>
              <a:gd name="connsiteY90" fmla="*/ 150753 h 1050374"/>
              <a:gd name="connsiteX91" fmla="*/ 1491293 w 2548925"/>
              <a:gd name="connsiteY91" fmla="*/ 150753 h 1050374"/>
              <a:gd name="connsiteX92" fmla="*/ 1491293 w 2548925"/>
              <a:gd name="connsiteY92" fmla="*/ 71781 h 1050374"/>
              <a:gd name="connsiteX93" fmla="*/ 1515871 w 2548925"/>
              <a:gd name="connsiteY93" fmla="*/ 48013 h 1050374"/>
              <a:gd name="connsiteX94" fmla="*/ 1533952 w 2548925"/>
              <a:gd name="connsiteY94" fmla="*/ 52335 h 1050374"/>
              <a:gd name="connsiteX95" fmla="*/ 1533952 w 2548925"/>
              <a:gd name="connsiteY95" fmla="*/ 41291 h 1050374"/>
              <a:gd name="connsiteX96" fmla="*/ 1513942 w 2548925"/>
              <a:gd name="connsiteY96" fmla="*/ 36970 h 1050374"/>
              <a:gd name="connsiteX97" fmla="*/ 1479480 w 2548925"/>
              <a:gd name="connsiteY97" fmla="*/ 70568 h 1050374"/>
              <a:gd name="connsiteX98" fmla="*/ 1479480 w 2548925"/>
              <a:gd name="connsiteY98" fmla="*/ 150753 h 1050374"/>
              <a:gd name="connsiteX99" fmla="*/ 1461640 w 2548925"/>
              <a:gd name="connsiteY99" fmla="*/ 150753 h 1050374"/>
              <a:gd name="connsiteX100" fmla="*/ 1461640 w 2548925"/>
              <a:gd name="connsiteY100" fmla="*/ 161544 h 1050374"/>
              <a:gd name="connsiteX101" fmla="*/ 1479480 w 2548925"/>
              <a:gd name="connsiteY101" fmla="*/ 161544 h 1050374"/>
              <a:gd name="connsiteX102" fmla="*/ 921550 w 2548925"/>
              <a:gd name="connsiteY102" fmla="*/ 208344 h 1050374"/>
              <a:gd name="connsiteX103" fmla="*/ 933617 w 2548925"/>
              <a:gd name="connsiteY103" fmla="*/ 208344 h 1050374"/>
              <a:gd name="connsiteX104" fmla="*/ 1012184 w 2548925"/>
              <a:gd name="connsiteY104" fmla="*/ 39129 h 1050374"/>
              <a:gd name="connsiteX105" fmla="*/ 998442 w 2548925"/>
              <a:gd name="connsiteY105" fmla="*/ 39129 h 1050374"/>
              <a:gd name="connsiteX106" fmla="*/ 976999 w 2548925"/>
              <a:gd name="connsiteY106" fmla="*/ 86171 h 1050374"/>
              <a:gd name="connsiteX107" fmla="*/ 877445 w 2548925"/>
              <a:gd name="connsiteY107" fmla="*/ 86171 h 1050374"/>
              <a:gd name="connsiteX108" fmla="*/ 855989 w 2548925"/>
              <a:gd name="connsiteY108" fmla="*/ 39129 h 1050374"/>
              <a:gd name="connsiteX109" fmla="*/ 842970 w 2548925"/>
              <a:gd name="connsiteY109" fmla="*/ 39129 h 1050374"/>
              <a:gd name="connsiteX110" fmla="*/ 1557428 w 2548925"/>
              <a:gd name="connsiteY110" fmla="*/ 209529 h 1050374"/>
              <a:gd name="connsiteX111" fmla="*/ 1572134 w 2548925"/>
              <a:gd name="connsiteY111" fmla="*/ 209529 h 1050374"/>
              <a:gd name="connsiteX112" fmla="*/ 1572134 w 2548925"/>
              <a:gd name="connsiteY112" fmla="*/ 193444 h 1050374"/>
              <a:gd name="connsiteX113" fmla="*/ 1557428 w 2548925"/>
              <a:gd name="connsiteY113" fmla="*/ 193444 h 1050374"/>
              <a:gd name="connsiteX114" fmla="*/ 1296826 w 2548925"/>
              <a:gd name="connsiteY114" fmla="*/ 214318 h 1050374"/>
              <a:gd name="connsiteX115" fmla="*/ 1308639 w 2548925"/>
              <a:gd name="connsiteY115" fmla="*/ 214318 h 1050374"/>
              <a:gd name="connsiteX116" fmla="*/ 1308639 w 2548925"/>
              <a:gd name="connsiteY116" fmla="*/ 39089 h 1050374"/>
              <a:gd name="connsiteX117" fmla="*/ 1296826 w 2548925"/>
              <a:gd name="connsiteY117" fmla="*/ 39089 h 1050374"/>
              <a:gd name="connsiteX118" fmla="*/ 203092 w 2548925"/>
              <a:gd name="connsiteY118" fmla="*/ 452549 h 1050374"/>
              <a:gd name="connsiteX119" fmla="*/ 76093 w 2548925"/>
              <a:gd name="connsiteY119" fmla="*/ 322706 h 1050374"/>
              <a:gd name="connsiteX120" fmla="*/ 203092 w 2548925"/>
              <a:gd name="connsiteY120" fmla="*/ 192851 h 1050374"/>
              <a:gd name="connsiteX121" fmla="*/ 330078 w 2548925"/>
              <a:gd name="connsiteY121" fmla="*/ 322706 h 1050374"/>
              <a:gd name="connsiteX122" fmla="*/ 330078 w 2548925"/>
              <a:gd name="connsiteY122" fmla="*/ 452549 h 1050374"/>
              <a:gd name="connsiteX123" fmla="*/ 2375474 w 2548925"/>
              <a:gd name="connsiteY123" fmla="*/ 553153 h 1050374"/>
              <a:gd name="connsiteX124" fmla="*/ 2274905 w 2548925"/>
              <a:gd name="connsiteY124" fmla="*/ 450351 h 1050374"/>
              <a:gd name="connsiteX125" fmla="*/ 2375474 w 2548925"/>
              <a:gd name="connsiteY125" fmla="*/ 347510 h 1050374"/>
              <a:gd name="connsiteX126" fmla="*/ 2476042 w 2548925"/>
              <a:gd name="connsiteY126" fmla="*/ 450351 h 1050374"/>
              <a:gd name="connsiteX127" fmla="*/ 2375474 w 2548925"/>
              <a:gd name="connsiteY127" fmla="*/ 553153 h 1050374"/>
              <a:gd name="connsiteX128" fmla="*/ 1446957 w 2548925"/>
              <a:gd name="connsiteY128" fmla="*/ 553732 h 1050374"/>
              <a:gd name="connsiteX129" fmla="*/ 1362300 w 2548925"/>
              <a:gd name="connsiteY129" fmla="*/ 490239 h 1050374"/>
              <a:gd name="connsiteX130" fmla="*/ 1532376 w 2548925"/>
              <a:gd name="connsiteY130" fmla="*/ 490239 h 1050374"/>
              <a:gd name="connsiteX131" fmla="*/ 1446957 w 2548925"/>
              <a:gd name="connsiteY131" fmla="*/ 553732 h 1050374"/>
              <a:gd name="connsiteX132" fmla="*/ 1598433 w 2548925"/>
              <a:gd name="connsiteY132" fmla="*/ 621151 h 1050374"/>
              <a:gd name="connsiteX133" fmla="*/ 1692569 w 2548925"/>
              <a:gd name="connsiteY133" fmla="*/ 621151 h 1050374"/>
              <a:gd name="connsiteX134" fmla="*/ 1693242 w 2548925"/>
              <a:gd name="connsiteY134" fmla="*/ 620052 h 1050374"/>
              <a:gd name="connsiteX135" fmla="*/ 1759729 w 2548925"/>
              <a:gd name="connsiteY135" fmla="*/ 514015 h 1050374"/>
              <a:gd name="connsiteX136" fmla="*/ 1827562 w 2548925"/>
              <a:gd name="connsiteY136" fmla="*/ 621151 h 1050374"/>
              <a:gd name="connsiteX137" fmla="*/ 1919084 w 2548925"/>
              <a:gd name="connsiteY137" fmla="*/ 621151 h 1050374"/>
              <a:gd name="connsiteX138" fmla="*/ 1806372 w 2548925"/>
              <a:gd name="connsiteY138" fmla="*/ 454956 h 1050374"/>
              <a:gd name="connsiteX139" fmla="*/ 1924286 w 2548925"/>
              <a:gd name="connsiteY139" fmla="*/ 279537 h 1050374"/>
              <a:gd name="connsiteX140" fmla="*/ 1830112 w 2548925"/>
              <a:gd name="connsiteY140" fmla="*/ 279537 h 1050374"/>
              <a:gd name="connsiteX141" fmla="*/ 1829452 w 2548925"/>
              <a:gd name="connsiteY141" fmla="*/ 280649 h 1050374"/>
              <a:gd name="connsiteX142" fmla="*/ 1757801 w 2548925"/>
              <a:gd name="connsiteY142" fmla="*/ 393876 h 1050374"/>
              <a:gd name="connsiteX143" fmla="*/ 1685489 w 2548925"/>
              <a:gd name="connsiteY143" fmla="*/ 279537 h 1050374"/>
              <a:gd name="connsiteX144" fmla="*/ 1594589 w 2548925"/>
              <a:gd name="connsiteY144" fmla="*/ 279537 h 1050374"/>
              <a:gd name="connsiteX145" fmla="*/ 1711183 w 2548925"/>
              <a:gd name="connsiteY145" fmla="*/ 452985 h 1050374"/>
              <a:gd name="connsiteX146" fmla="*/ 1446957 w 2548925"/>
              <a:gd name="connsiteY146" fmla="*/ 625806 h 1050374"/>
              <a:gd name="connsiteX147" fmla="*/ 1609775 w 2548925"/>
              <a:gd name="connsiteY147" fmla="*/ 450778 h 1050374"/>
              <a:gd name="connsiteX148" fmla="*/ 1607847 w 2548925"/>
              <a:gd name="connsiteY148" fmla="*/ 425709 h 1050374"/>
              <a:gd name="connsiteX149" fmla="*/ 1607644 w 2548925"/>
              <a:gd name="connsiteY149" fmla="*/ 424218 h 1050374"/>
              <a:gd name="connsiteX150" fmla="*/ 1356653 w 2548925"/>
              <a:gd name="connsiteY150" fmla="*/ 424218 h 1050374"/>
              <a:gd name="connsiteX151" fmla="*/ 1447350 w 2548925"/>
              <a:gd name="connsiteY151" fmla="*/ 347824 h 1050374"/>
              <a:gd name="connsiteX152" fmla="*/ 1525296 w 2548925"/>
              <a:gd name="connsiteY152" fmla="*/ 388409 h 1050374"/>
              <a:gd name="connsiteX153" fmla="*/ 1526108 w 2548925"/>
              <a:gd name="connsiteY153" fmla="*/ 389521 h 1050374"/>
              <a:gd name="connsiteX154" fmla="*/ 1588814 w 2548925"/>
              <a:gd name="connsiteY154" fmla="*/ 360030 h 1050374"/>
              <a:gd name="connsiteX155" fmla="*/ 1587862 w 2548925"/>
              <a:gd name="connsiteY155" fmla="*/ 358400 h 1050374"/>
              <a:gd name="connsiteX156" fmla="*/ 1447350 w 2548925"/>
              <a:gd name="connsiteY156" fmla="*/ 275751 h 1050374"/>
              <a:gd name="connsiteX157" fmla="*/ 1283771 w 2548925"/>
              <a:gd name="connsiteY157" fmla="*/ 450778 h 1050374"/>
              <a:gd name="connsiteX158" fmla="*/ 1446957 w 2548925"/>
              <a:gd name="connsiteY158" fmla="*/ 625806 h 1050374"/>
              <a:gd name="connsiteX159" fmla="*/ 2058683 w 2548925"/>
              <a:gd name="connsiteY159" fmla="*/ 625985 h 1050374"/>
              <a:gd name="connsiteX160" fmla="*/ 2178398 w 2548925"/>
              <a:gd name="connsiteY160" fmla="*/ 590100 h 1050374"/>
              <a:gd name="connsiteX161" fmla="*/ 2180289 w 2548925"/>
              <a:gd name="connsiteY161" fmla="*/ 588887 h 1050374"/>
              <a:gd name="connsiteX162" fmla="*/ 2147946 w 2548925"/>
              <a:gd name="connsiteY162" fmla="*/ 529033 h 1050374"/>
              <a:gd name="connsiteX163" fmla="*/ 2145890 w 2548925"/>
              <a:gd name="connsiteY163" fmla="*/ 530195 h 1050374"/>
              <a:gd name="connsiteX164" fmla="*/ 2056741 w 2548925"/>
              <a:gd name="connsiteY164" fmla="*/ 559901 h 1050374"/>
              <a:gd name="connsiteX165" fmla="*/ 2015428 w 2548925"/>
              <a:gd name="connsiteY165" fmla="*/ 530145 h 1050374"/>
              <a:gd name="connsiteX166" fmla="*/ 2078299 w 2548925"/>
              <a:gd name="connsiteY166" fmla="*/ 485428 h 1050374"/>
              <a:gd name="connsiteX167" fmla="*/ 2089109 w 2548925"/>
              <a:gd name="connsiteY167" fmla="*/ 481675 h 1050374"/>
              <a:gd name="connsiteX168" fmla="*/ 2189678 w 2548925"/>
              <a:gd name="connsiteY168" fmla="*/ 382195 h 1050374"/>
              <a:gd name="connsiteX169" fmla="*/ 2063162 w 2548925"/>
              <a:gd name="connsiteY169" fmla="*/ 272569 h 1050374"/>
              <a:gd name="connsiteX170" fmla="*/ 1924134 w 2548925"/>
              <a:gd name="connsiteY170" fmla="*/ 320281 h 1050374"/>
              <a:gd name="connsiteX171" fmla="*/ 1922345 w 2548925"/>
              <a:gd name="connsiteY171" fmla="*/ 321608 h 1050374"/>
              <a:gd name="connsiteX172" fmla="*/ 1958507 w 2548925"/>
              <a:gd name="connsiteY172" fmla="*/ 378493 h 1050374"/>
              <a:gd name="connsiteX173" fmla="*/ 1960487 w 2548925"/>
              <a:gd name="connsiteY173" fmla="*/ 377116 h 1050374"/>
              <a:gd name="connsiteX174" fmla="*/ 2065737 w 2548925"/>
              <a:gd name="connsiteY174" fmla="*/ 338691 h 1050374"/>
              <a:gd name="connsiteX175" fmla="*/ 2112177 w 2548925"/>
              <a:gd name="connsiteY175" fmla="*/ 370394 h 1050374"/>
              <a:gd name="connsiteX176" fmla="*/ 2050054 w 2548925"/>
              <a:gd name="connsiteY176" fmla="*/ 413658 h 1050374"/>
              <a:gd name="connsiteX177" fmla="*/ 2037061 w 2548925"/>
              <a:gd name="connsiteY177" fmla="*/ 417613 h 1050374"/>
              <a:gd name="connsiteX178" fmla="*/ 1937939 w 2548925"/>
              <a:gd name="connsiteY178" fmla="*/ 518318 h 1050374"/>
              <a:gd name="connsiteX179" fmla="*/ 2058683 w 2548925"/>
              <a:gd name="connsiteY179" fmla="*/ 625985 h 1050374"/>
              <a:gd name="connsiteX180" fmla="*/ 2375474 w 2548925"/>
              <a:gd name="connsiteY180" fmla="*/ 627716 h 1050374"/>
              <a:gd name="connsiteX181" fmla="*/ 2548925 w 2548925"/>
              <a:gd name="connsiteY181" fmla="*/ 450351 h 1050374"/>
              <a:gd name="connsiteX182" fmla="*/ 2375474 w 2548925"/>
              <a:gd name="connsiteY182" fmla="*/ 272961 h 1050374"/>
              <a:gd name="connsiteX183" fmla="*/ 2201997 w 2548925"/>
              <a:gd name="connsiteY183" fmla="*/ 450351 h 1050374"/>
              <a:gd name="connsiteX184" fmla="*/ 2375474 w 2548925"/>
              <a:gd name="connsiteY184" fmla="*/ 627716 h 1050374"/>
              <a:gd name="connsiteX185" fmla="*/ 1166969 w 2548925"/>
              <a:gd name="connsiteY185" fmla="*/ 709147 h 1050374"/>
              <a:gd name="connsiteX186" fmla="*/ 1249025 w 2548925"/>
              <a:gd name="connsiteY186" fmla="*/ 709147 h 1050374"/>
              <a:gd name="connsiteX187" fmla="*/ 1249025 w 2548925"/>
              <a:gd name="connsiteY187" fmla="*/ 279463 h 1050374"/>
              <a:gd name="connsiteX188" fmla="*/ 1166969 w 2548925"/>
              <a:gd name="connsiteY188" fmla="*/ 279463 h 1050374"/>
              <a:gd name="connsiteX189" fmla="*/ 864153 w 2548925"/>
              <a:gd name="connsiteY189" fmla="*/ 709184 h 1050374"/>
              <a:gd name="connsiteX190" fmla="*/ 1139899 w 2548925"/>
              <a:gd name="connsiteY190" fmla="*/ 709184 h 1050374"/>
              <a:gd name="connsiteX191" fmla="*/ 1139899 w 2548925"/>
              <a:gd name="connsiteY191" fmla="*/ 635797 h 1050374"/>
              <a:gd name="connsiteX192" fmla="*/ 946209 w 2548925"/>
              <a:gd name="connsiteY192" fmla="*/ 635797 h 1050374"/>
              <a:gd name="connsiteX193" fmla="*/ 946209 w 2548925"/>
              <a:gd name="connsiteY193" fmla="*/ 529203 h 1050374"/>
              <a:gd name="connsiteX194" fmla="*/ 1100628 w 2548925"/>
              <a:gd name="connsiteY194" fmla="*/ 529203 h 1050374"/>
              <a:gd name="connsiteX195" fmla="*/ 1100628 w 2548925"/>
              <a:gd name="connsiteY195" fmla="*/ 456284 h 1050374"/>
              <a:gd name="connsiteX196" fmla="*/ 946209 w 2548925"/>
              <a:gd name="connsiteY196" fmla="*/ 456284 h 1050374"/>
              <a:gd name="connsiteX197" fmla="*/ 946209 w 2548925"/>
              <a:gd name="connsiteY197" fmla="*/ 278767 h 1050374"/>
              <a:gd name="connsiteX198" fmla="*/ 864153 w 2548925"/>
              <a:gd name="connsiteY198" fmla="*/ 278767 h 1050374"/>
              <a:gd name="connsiteX199" fmla="*/ 533144 w 2548925"/>
              <a:gd name="connsiteY199" fmla="*/ 972564 h 1050374"/>
              <a:gd name="connsiteX200" fmla="*/ 406158 w 2548925"/>
              <a:gd name="connsiteY200" fmla="*/ 842734 h 1050374"/>
              <a:gd name="connsiteX201" fmla="*/ 406158 w 2548925"/>
              <a:gd name="connsiteY201" fmla="*/ 712879 h 1050374"/>
              <a:gd name="connsiteX202" fmla="*/ 533144 w 2548925"/>
              <a:gd name="connsiteY202" fmla="*/ 712879 h 1050374"/>
              <a:gd name="connsiteX203" fmla="*/ 660130 w 2548925"/>
              <a:gd name="connsiteY203" fmla="*/ 842734 h 1050374"/>
              <a:gd name="connsiteX204" fmla="*/ 533144 w 2548925"/>
              <a:gd name="connsiteY204" fmla="*/ 972564 h 1050374"/>
              <a:gd name="connsiteX205" fmla="*/ 533144 w 2548925"/>
              <a:gd name="connsiteY205" fmla="*/ 1050374 h 1050374"/>
              <a:gd name="connsiteX206" fmla="*/ 736210 w 2548925"/>
              <a:gd name="connsiteY206" fmla="*/ 842734 h 1050374"/>
              <a:gd name="connsiteX207" fmla="*/ 533144 w 2548925"/>
              <a:gd name="connsiteY207" fmla="*/ 635069 h 1050374"/>
              <a:gd name="connsiteX208" fmla="*/ 406158 w 2548925"/>
              <a:gd name="connsiteY208" fmla="*/ 635069 h 1050374"/>
              <a:gd name="connsiteX209" fmla="*/ 406158 w 2548925"/>
              <a:gd name="connsiteY209" fmla="*/ 530358 h 1050374"/>
              <a:gd name="connsiteX210" fmla="*/ 525709 w 2548925"/>
              <a:gd name="connsiteY210" fmla="*/ 530358 h 1050374"/>
              <a:gd name="connsiteX211" fmla="*/ 525709 w 2548925"/>
              <a:gd name="connsiteY211" fmla="*/ 452549 h 1050374"/>
              <a:gd name="connsiteX212" fmla="*/ 406158 w 2548925"/>
              <a:gd name="connsiteY212" fmla="*/ 452549 h 1050374"/>
              <a:gd name="connsiteX213" fmla="*/ 406158 w 2548925"/>
              <a:gd name="connsiteY213" fmla="*/ 322706 h 1050374"/>
              <a:gd name="connsiteX214" fmla="*/ 203092 w 2548925"/>
              <a:gd name="connsiteY214" fmla="*/ 115041 h 1050374"/>
              <a:gd name="connsiteX215" fmla="*/ 0 w 2548925"/>
              <a:gd name="connsiteY215" fmla="*/ 322706 h 1050374"/>
              <a:gd name="connsiteX216" fmla="*/ 203092 w 2548925"/>
              <a:gd name="connsiteY216" fmla="*/ 530358 h 1050374"/>
              <a:gd name="connsiteX217" fmla="*/ 330078 w 2548925"/>
              <a:gd name="connsiteY217" fmla="*/ 530358 h 1050374"/>
              <a:gd name="connsiteX218" fmla="*/ 330078 w 2548925"/>
              <a:gd name="connsiteY218" fmla="*/ 635069 h 1050374"/>
              <a:gd name="connsiteX219" fmla="*/ 210502 w 2548925"/>
              <a:gd name="connsiteY219" fmla="*/ 635069 h 1050374"/>
              <a:gd name="connsiteX220" fmla="*/ 210502 w 2548925"/>
              <a:gd name="connsiteY220" fmla="*/ 712879 h 1050374"/>
              <a:gd name="connsiteX221" fmla="*/ 330078 w 2548925"/>
              <a:gd name="connsiteY221" fmla="*/ 712879 h 1050374"/>
              <a:gd name="connsiteX222" fmla="*/ 330078 w 2548925"/>
              <a:gd name="connsiteY222" fmla="*/ 842734 h 1050374"/>
              <a:gd name="connsiteX223" fmla="*/ 533144 w 2548925"/>
              <a:gd name="connsiteY223" fmla="*/ 1050374 h 1050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</a:cxnLst>
            <a:rect l="l" t="t" r="r" b="b"/>
            <a:pathLst>
              <a:path w="2548925" h="1050374">
                <a:moveTo>
                  <a:pt x="1211853" y="104418"/>
                </a:moveTo>
                <a:cubicBezTo>
                  <a:pt x="1185816" y="104418"/>
                  <a:pt x="1171351" y="92894"/>
                  <a:pt x="1171351" y="75849"/>
                </a:cubicBezTo>
                <a:lnTo>
                  <a:pt x="1171351" y="75368"/>
                </a:lnTo>
                <a:cubicBezTo>
                  <a:pt x="1171351" y="57616"/>
                  <a:pt x="1188227" y="47292"/>
                  <a:pt x="1207018" y="47292"/>
                </a:cubicBezTo>
                <a:cubicBezTo>
                  <a:pt x="1232104" y="47292"/>
                  <a:pt x="1253547" y="62644"/>
                  <a:pt x="1253547" y="84984"/>
                </a:cubicBezTo>
                <a:lnTo>
                  <a:pt x="1253547" y="98908"/>
                </a:lnTo>
                <a:cubicBezTo>
                  <a:pt x="1243181" y="101549"/>
                  <a:pt x="1229452" y="104418"/>
                  <a:pt x="1211853" y="104418"/>
                </a:cubicBezTo>
                <a:close/>
                <a:moveTo>
                  <a:pt x="1558875" y="161514"/>
                </a:moveTo>
                <a:lnTo>
                  <a:pt x="1570688" y="161514"/>
                </a:lnTo>
                <a:lnTo>
                  <a:pt x="1570688" y="39101"/>
                </a:lnTo>
                <a:lnTo>
                  <a:pt x="1558875" y="39101"/>
                </a:lnTo>
                <a:close/>
                <a:moveTo>
                  <a:pt x="1330229" y="161545"/>
                </a:moveTo>
                <a:lnTo>
                  <a:pt x="1343971" y="161545"/>
                </a:lnTo>
                <a:lnTo>
                  <a:pt x="1395067" y="52083"/>
                </a:lnTo>
                <a:lnTo>
                  <a:pt x="1439426" y="161545"/>
                </a:lnTo>
                <a:lnTo>
                  <a:pt x="1452444" y="161545"/>
                </a:lnTo>
                <a:lnTo>
                  <a:pt x="1399165" y="34811"/>
                </a:lnTo>
                <a:cubicBezTo>
                  <a:pt x="1388329" y="9123"/>
                  <a:pt x="1375793" y="0"/>
                  <a:pt x="1358194" y="0"/>
                </a:cubicBezTo>
                <a:cubicBezTo>
                  <a:pt x="1348792" y="0"/>
                  <a:pt x="1342042" y="1680"/>
                  <a:pt x="1333845" y="5281"/>
                </a:cubicBezTo>
                <a:lnTo>
                  <a:pt x="1337944" y="15605"/>
                </a:lnTo>
                <a:cubicBezTo>
                  <a:pt x="1344453" y="12484"/>
                  <a:pt x="1349757" y="11043"/>
                  <a:pt x="1358918" y="11043"/>
                </a:cubicBezTo>
                <a:cubicBezTo>
                  <a:pt x="1371682" y="11043"/>
                  <a:pt x="1380120" y="18485"/>
                  <a:pt x="1389281" y="39840"/>
                </a:cubicBezTo>
                <a:close/>
                <a:moveTo>
                  <a:pt x="1213540" y="163476"/>
                </a:moveTo>
                <a:cubicBezTo>
                  <a:pt x="1230162" y="163476"/>
                  <a:pt x="1243422" y="158915"/>
                  <a:pt x="1252342" y="150019"/>
                </a:cubicBezTo>
                <a:cubicBezTo>
                  <a:pt x="1260538" y="141869"/>
                  <a:pt x="1264878" y="130586"/>
                  <a:pt x="1264878" y="115461"/>
                </a:cubicBezTo>
                <a:lnTo>
                  <a:pt x="1264878" y="39130"/>
                </a:lnTo>
                <a:lnTo>
                  <a:pt x="1253306" y="39130"/>
                </a:lnTo>
                <a:lnTo>
                  <a:pt x="1253306" y="59536"/>
                </a:lnTo>
                <a:cubicBezTo>
                  <a:pt x="1244868" y="47772"/>
                  <a:pt x="1229693" y="36261"/>
                  <a:pt x="1206308" y="36261"/>
                </a:cubicBezTo>
                <a:cubicBezTo>
                  <a:pt x="1183405" y="36261"/>
                  <a:pt x="1158815" y="49213"/>
                  <a:pt x="1158815" y="74661"/>
                </a:cubicBezTo>
                <a:lnTo>
                  <a:pt x="1158815" y="75141"/>
                </a:lnTo>
                <a:cubicBezTo>
                  <a:pt x="1158815" y="100576"/>
                  <a:pt x="1180753" y="114981"/>
                  <a:pt x="1212576" y="114981"/>
                </a:cubicBezTo>
                <a:cubicBezTo>
                  <a:pt x="1229693" y="114981"/>
                  <a:pt x="1241493" y="112820"/>
                  <a:pt x="1253306" y="109699"/>
                </a:cubicBezTo>
                <a:lnTo>
                  <a:pt x="1253306" y="114981"/>
                </a:lnTo>
                <a:cubicBezTo>
                  <a:pt x="1253306" y="139709"/>
                  <a:pt x="1238118" y="152433"/>
                  <a:pt x="1212817" y="152433"/>
                </a:cubicBezTo>
                <a:cubicBezTo>
                  <a:pt x="1197870" y="152433"/>
                  <a:pt x="1185575" y="148351"/>
                  <a:pt x="1174244" y="142589"/>
                </a:cubicBezTo>
                <a:lnTo>
                  <a:pt x="1169905" y="152913"/>
                </a:lnTo>
                <a:cubicBezTo>
                  <a:pt x="1183405" y="159155"/>
                  <a:pt x="1196665" y="163476"/>
                  <a:pt x="1213540" y="163476"/>
                </a:cubicBezTo>
                <a:close/>
                <a:moveTo>
                  <a:pt x="1766855" y="163952"/>
                </a:moveTo>
                <a:cubicBezTo>
                  <a:pt x="1781561" y="163952"/>
                  <a:pt x="1798196" y="158671"/>
                  <a:pt x="1810478" y="150508"/>
                </a:cubicBezTo>
                <a:lnTo>
                  <a:pt x="1804223" y="140665"/>
                </a:lnTo>
                <a:cubicBezTo>
                  <a:pt x="1792892" y="148107"/>
                  <a:pt x="1779391" y="152909"/>
                  <a:pt x="1766373" y="152909"/>
                </a:cubicBezTo>
                <a:cubicBezTo>
                  <a:pt x="1749510" y="152909"/>
                  <a:pt x="1738420" y="143786"/>
                  <a:pt x="1738420" y="131542"/>
                </a:cubicBezTo>
                <a:lnTo>
                  <a:pt x="1738420" y="131074"/>
                </a:lnTo>
                <a:cubicBezTo>
                  <a:pt x="1738420" y="117390"/>
                  <a:pt x="1755042" y="112336"/>
                  <a:pt x="1772641" y="107307"/>
                </a:cubicBezTo>
                <a:cubicBezTo>
                  <a:pt x="1792410" y="101773"/>
                  <a:pt x="1813130" y="94583"/>
                  <a:pt x="1813130" y="72976"/>
                </a:cubicBezTo>
                <a:lnTo>
                  <a:pt x="1813130" y="72496"/>
                </a:lnTo>
                <a:cubicBezTo>
                  <a:pt x="1813130" y="50649"/>
                  <a:pt x="1794338" y="36725"/>
                  <a:pt x="1770725" y="36725"/>
                </a:cubicBezTo>
                <a:cubicBezTo>
                  <a:pt x="1752873" y="36725"/>
                  <a:pt x="1733345" y="43927"/>
                  <a:pt x="1720339" y="54491"/>
                </a:cubicBezTo>
                <a:lnTo>
                  <a:pt x="1727331" y="63853"/>
                </a:lnTo>
                <a:cubicBezTo>
                  <a:pt x="1740819" y="53530"/>
                  <a:pt x="1755778" y="47768"/>
                  <a:pt x="1771436" y="47768"/>
                </a:cubicBezTo>
                <a:cubicBezTo>
                  <a:pt x="1788070" y="47768"/>
                  <a:pt x="1801089" y="56891"/>
                  <a:pt x="1801089" y="71056"/>
                </a:cubicBezTo>
                <a:lnTo>
                  <a:pt x="1801089" y="71536"/>
                </a:lnTo>
                <a:cubicBezTo>
                  <a:pt x="1801089" y="85928"/>
                  <a:pt x="1785660" y="91209"/>
                  <a:pt x="1768555" y="96011"/>
                </a:cubicBezTo>
                <a:cubicBezTo>
                  <a:pt x="1748546" y="101773"/>
                  <a:pt x="1726366" y="107787"/>
                  <a:pt x="1726366" y="129621"/>
                </a:cubicBezTo>
                <a:lnTo>
                  <a:pt x="1726366" y="130102"/>
                </a:lnTo>
                <a:cubicBezTo>
                  <a:pt x="1726366" y="149788"/>
                  <a:pt x="1743001" y="163952"/>
                  <a:pt x="1766855" y="163952"/>
                </a:cubicBezTo>
                <a:close/>
                <a:moveTo>
                  <a:pt x="1659554" y="164435"/>
                </a:moveTo>
                <a:cubicBezTo>
                  <a:pt x="1682711" y="164435"/>
                  <a:pt x="1697163" y="153872"/>
                  <a:pt x="1708735" y="141868"/>
                </a:cubicBezTo>
                <a:lnTo>
                  <a:pt x="1700297" y="133238"/>
                </a:lnTo>
                <a:cubicBezTo>
                  <a:pt x="1689689" y="144029"/>
                  <a:pt x="1677635" y="153392"/>
                  <a:pt x="1659326" y="153392"/>
                </a:cubicBezTo>
                <a:cubicBezTo>
                  <a:pt x="1631360" y="153392"/>
                  <a:pt x="1609676" y="130117"/>
                  <a:pt x="1609676" y="100816"/>
                </a:cubicBezTo>
                <a:lnTo>
                  <a:pt x="1609676" y="100348"/>
                </a:lnTo>
                <a:cubicBezTo>
                  <a:pt x="1609676" y="70819"/>
                  <a:pt x="1632084" y="47291"/>
                  <a:pt x="1660290" y="47291"/>
                </a:cubicBezTo>
                <a:cubicBezTo>
                  <a:pt x="1677635" y="47291"/>
                  <a:pt x="1691149" y="56174"/>
                  <a:pt x="1701502" y="67698"/>
                </a:cubicBezTo>
                <a:lnTo>
                  <a:pt x="1709712" y="60496"/>
                </a:lnTo>
                <a:cubicBezTo>
                  <a:pt x="1697163" y="46344"/>
                  <a:pt x="1682229" y="36261"/>
                  <a:pt x="1659554" y="36261"/>
                </a:cubicBezTo>
                <a:cubicBezTo>
                  <a:pt x="1624128" y="36261"/>
                  <a:pt x="1596899" y="65537"/>
                  <a:pt x="1596899" y="99868"/>
                </a:cubicBezTo>
                <a:lnTo>
                  <a:pt x="1596899" y="100348"/>
                </a:lnTo>
                <a:cubicBezTo>
                  <a:pt x="1596899" y="134666"/>
                  <a:pt x="1624369" y="164435"/>
                  <a:pt x="1659554" y="164435"/>
                </a:cubicBezTo>
                <a:close/>
                <a:moveTo>
                  <a:pt x="1089352" y="164450"/>
                </a:moveTo>
                <a:cubicBezTo>
                  <a:pt x="1120452" y="164450"/>
                  <a:pt x="1138533" y="143323"/>
                  <a:pt x="1138533" y="114021"/>
                </a:cubicBezTo>
                <a:lnTo>
                  <a:pt x="1138533" y="39143"/>
                </a:lnTo>
                <a:lnTo>
                  <a:pt x="1126720" y="39143"/>
                </a:lnTo>
                <a:lnTo>
                  <a:pt x="1126720" y="111861"/>
                </a:lnTo>
                <a:cubicBezTo>
                  <a:pt x="1126720" y="137081"/>
                  <a:pt x="1112496" y="153634"/>
                  <a:pt x="1087665" y="153634"/>
                </a:cubicBezTo>
                <a:cubicBezTo>
                  <a:pt x="1063569" y="153634"/>
                  <a:pt x="1045006" y="135401"/>
                  <a:pt x="1045006" y="109953"/>
                </a:cubicBezTo>
                <a:lnTo>
                  <a:pt x="1045006" y="39143"/>
                </a:lnTo>
                <a:lnTo>
                  <a:pt x="1033193" y="39143"/>
                </a:lnTo>
                <a:lnTo>
                  <a:pt x="1033193" y="161556"/>
                </a:lnTo>
                <a:lnTo>
                  <a:pt x="1045006" y="161556"/>
                </a:lnTo>
                <a:lnTo>
                  <a:pt x="1045006" y="138749"/>
                </a:lnTo>
                <a:cubicBezTo>
                  <a:pt x="1053203" y="153154"/>
                  <a:pt x="1066945" y="164450"/>
                  <a:pt x="1089352" y="164450"/>
                </a:cubicBezTo>
                <a:close/>
                <a:moveTo>
                  <a:pt x="927336" y="194672"/>
                </a:moveTo>
                <a:lnTo>
                  <a:pt x="882749" y="97455"/>
                </a:lnTo>
                <a:lnTo>
                  <a:pt x="971695" y="97455"/>
                </a:lnTo>
                <a:close/>
                <a:moveTo>
                  <a:pt x="1479480" y="200676"/>
                </a:moveTo>
                <a:lnTo>
                  <a:pt x="1491293" y="200676"/>
                </a:lnTo>
                <a:lnTo>
                  <a:pt x="1491293" y="161544"/>
                </a:lnTo>
                <a:lnTo>
                  <a:pt x="1534434" y="161544"/>
                </a:lnTo>
                <a:lnTo>
                  <a:pt x="1534434" y="150753"/>
                </a:lnTo>
                <a:lnTo>
                  <a:pt x="1491293" y="150753"/>
                </a:lnTo>
                <a:lnTo>
                  <a:pt x="1491293" y="71781"/>
                </a:lnTo>
                <a:cubicBezTo>
                  <a:pt x="1491293" y="54255"/>
                  <a:pt x="1501647" y="48013"/>
                  <a:pt x="1515871" y="48013"/>
                </a:cubicBezTo>
                <a:cubicBezTo>
                  <a:pt x="1521898" y="48013"/>
                  <a:pt x="1526961" y="49214"/>
                  <a:pt x="1533952" y="52335"/>
                </a:cubicBezTo>
                <a:lnTo>
                  <a:pt x="1533952" y="41291"/>
                </a:lnTo>
                <a:cubicBezTo>
                  <a:pt x="1527684" y="38410"/>
                  <a:pt x="1521657" y="36970"/>
                  <a:pt x="1513942" y="36970"/>
                </a:cubicBezTo>
                <a:cubicBezTo>
                  <a:pt x="1494909" y="36970"/>
                  <a:pt x="1479480" y="47280"/>
                  <a:pt x="1479480" y="70568"/>
                </a:cubicBezTo>
                <a:lnTo>
                  <a:pt x="1479480" y="150753"/>
                </a:lnTo>
                <a:lnTo>
                  <a:pt x="1461640" y="150753"/>
                </a:lnTo>
                <a:lnTo>
                  <a:pt x="1461640" y="161544"/>
                </a:lnTo>
                <a:lnTo>
                  <a:pt x="1479480" y="161544"/>
                </a:lnTo>
                <a:close/>
                <a:moveTo>
                  <a:pt x="921550" y="208344"/>
                </a:moveTo>
                <a:lnTo>
                  <a:pt x="933617" y="208344"/>
                </a:lnTo>
                <a:lnTo>
                  <a:pt x="1012184" y="39129"/>
                </a:lnTo>
                <a:lnTo>
                  <a:pt x="998442" y="39129"/>
                </a:lnTo>
                <a:lnTo>
                  <a:pt x="976999" y="86171"/>
                </a:lnTo>
                <a:lnTo>
                  <a:pt x="877445" y="86171"/>
                </a:lnTo>
                <a:lnTo>
                  <a:pt x="855989" y="39129"/>
                </a:lnTo>
                <a:lnTo>
                  <a:pt x="842970" y="39129"/>
                </a:lnTo>
                <a:close/>
                <a:moveTo>
                  <a:pt x="1557428" y="209529"/>
                </a:moveTo>
                <a:lnTo>
                  <a:pt x="1572134" y="209529"/>
                </a:lnTo>
                <a:lnTo>
                  <a:pt x="1572134" y="193444"/>
                </a:lnTo>
                <a:lnTo>
                  <a:pt x="1557428" y="193444"/>
                </a:lnTo>
                <a:close/>
                <a:moveTo>
                  <a:pt x="1296826" y="214318"/>
                </a:moveTo>
                <a:lnTo>
                  <a:pt x="1308639" y="214318"/>
                </a:lnTo>
                <a:lnTo>
                  <a:pt x="1308639" y="39089"/>
                </a:lnTo>
                <a:lnTo>
                  <a:pt x="1296826" y="39089"/>
                </a:lnTo>
                <a:close/>
                <a:moveTo>
                  <a:pt x="203092" y="452549"/>
                </a:moveTo>
                <a:cubicBezTo>
                  <a:pt x="133089" y="452549"/>
                  <a:pt x="76093" y="394299"/>
                  <a:pt x="76093" y="322706"/>
                </a:cubicBezTo>
                <a:cubicBezTo>
                  <a:pt x="76093" y="251113"/>
                  <a:pt x="133089" y="192851"/>
                  <a:pt x="203092" y="192851"/>
                </a:cubicBezTo>
                <a:cubicBezTo>
                  <a:pt x="273107" y="192851"/>
                  <a:pt x="330078" y="251113"/>
                  <a:pt x="330078" y="322706"/>
                </a:cubicBezTo>
                <a:lnTo>
                  <a:pt x="330078" y="452549"/>
                </a:lnTo>
                <a:close/>
                <a:moveTo>
                  <a:pt x="2375474" y="553153"/>
                </a:moveTo>
                <a:cubicBezTo>
                  <a:pt x="2320012" y="553153"/>
                  <a:pt x="2274905" y="507034"/>
                  <a:pt x="2274905" y="450351"/>
                </a:cubicBezTo>
                <a:cubicBezTo>
                  <a:pt x="2274905" y="393630"/>
                  <a:pt x="2320012" y="347510"/>
                  <a:pt x="2375474" y="347510"/>
                </a:cubicBezTo>
                <a:cubicBezTo>
                  <a:pt x="2430910" y="347510"/>
                  <a:pt x="2476042" y="393630"/>
                  <a:pt x="2476042" y="450351"/>
                </a:cubicBezTo>
                <a:cubicBezTo>
                  <a:pt x="2476042" y="507034"/>
                  <a:pt x="2430910" y="553153"/>
                  <a:pt x="2375474" y="553153"/>
                </a:cubicBezTo>
                <a:close/>
                <a:moveTo>
                  <a:pt x="1446957" y="553732"/>
                </a:moveTo>
                <a:cubicBezTo>
                  <a:pt x="1409615" y="553732"/>
                  <a:pt x="1377386" y="530218"/>
                  <a:pt x="1362300" y="490239"/>
                </a:cubicBezTo>
                <a:lnTo>
                  <a:pt x="1532376" y="490239"/>
                </a:lnTo>
                <a:cubicBezTo>
                  <a:pt x="1517315" y="530218"/>
                  <a:pt x="1484794" y="553732"/>
                  <a:pt x="1446957" y="553732"/>
                </a:cubicBezTo>
                <a:close/>
                <a:moveTo>
                  <a:pt x="1598433" y="621151"/>
                </a:moveTo>
                <a:lnTo>
                  <a:pt x="1692569" y="621151"/>
                </a:lnTo>
                <a:lnTo>
                  <a:pt x="1693242" y="620052"/>
                </a:lnTo>
                <a:lnTo>
                  <a:pt x="1759729" y="514015"/>
                </a:lnTo>
                <a:lnTo>
                  <a:pt x="1827562" y="621151"/>
                </a:lnTo>
                <a:lnTo>
                  <a:pt x="1919084" y="621151"/>
                </a:lnTo>
                <a:lnTo>
                  <a:pt x="1806372" y="454956"/>
                </a:lnTo>
                <a:lnTo>
                  <a:pt x="1924286" y="279537"/>
                </a:lnTo>
                <a:lnTo>
                  <a:pt x="1830112" y="279537"/>
                </a:lnTo>
                <a:lnTo>
                  <a:pt x="1829452" y="280649"/>
                </a:lnTo>
                <a:lnTo>
                  <a:pt x="1757801" y="393876"/>
                </a:lnTo>
                <a:lnTo>
                  <a:pt x="1685489" y="279537"/>
                </a:lnTo>
                <a:lnTo>
                  <a:pt x="1594589" y="279537"/>
                </a:lnTo>
                <a:lnTo>
                  <a:pt x="1711183" y="452985"/>
                </a:lnTo>
                <a:close/>
                <a:moveTo>
                  <a:pt x="1446957" y="625806"/>
                </a:moveTo>
                <a:cubicBezTo>
                  <a:pt x="1536741" y="625806"/>
                  <a:pt x="1609775" y="547301"/>
                  <a:pt x="1609775" y="450778"/>
                </a:cubicBezTo>
                <a:cubicBezTo>
                  <a:pt x="1609775" y="443121"/>
                  <a:pt x="1609154" y="435161"/>
                  <a:pt x="1607847" y="425709"/>
                </a:cubicBezTo>
                <a:lnTo>
                  <a:pt x="1607644" y="424218"/>
                </a:lnTo>
                <a:lnTo>
                  <a:pt x="1356653" y="424218"/>
                </a:lnTo>
                <a:cubicBezTo>
                  <a:pt x="1368022" y="378414"/>
                  <a:pt x="1404235" y="347824"/>
                  <a:pt x="1447350" y="347824"/>
                </a:cubicBezTo>
                <a:cubicBezTo>
                  <a:pt x="1477980" y="347824"/>
                  <a:pt x="1507126" y="362999"/>
                  <a:pt x="1525296" y="388409"/>
                </a:cubicBezTo>
                <a:lnTo>
                  <a:pt x="1526108" y="389521"/>
                </a:lnTo>
                <a:lnTo>
                  <a:pt x="1588814" y="360030"/>
                </a:lnTo>
                <a:lnTo>
                  <a:pt x="1587862" y="358400"/>
                </a:lnTo>
                <a:cubicBezTo>
                  <a:pt x="1558032" y="307415"/>
                  <a:pt x="1504182" y="275751"/>
                  <a:pt x="1447350" y="275751"/>
                </a:cubicBezTo>
                <a:cubicBezTo>
                  <a:pt x="1357148" y="275751"/>
                  <a:pt x="1283771" y="354255"/>
                  <a:pt x="1283771" y="450778"/>
                </a:cubicBezTo>
                <a:cubicBezTo>
                  <a:pt x="1283771" y="547301"/>
                  <a:pt x="1356970" y="625806"/>
                  <a:pt x="1446957" y="625806"/>
                </a:cubicBezTo>
                <a:close/>
                <a:moveTo>
                  <a:pt x="2058683" y="625985"/>
                </a:moveTo>
                <a:cubicBezTo>
                  <a:pt x="2098397" y="625985"/>
                  <a:pt x="2143162" y="612592"/>
                  <a:pt x="2178398" y="590100"/>
                </a:cubicBezTo>
                <a:lnTo>
                  <a:pt x="2180289" y="588887"/>
                </a:lnTo>
                <a:lnTo>
                  <a:pt x="2147946" y="529033"/>
                </a:lnTo>
                <a:lnTo>
                  <a:pt x="2145890" y="530195"/>
                </a:lnTo>
                <a:cubicBezTo>
                  <a:pt x="2112647" y="549073"/>
                  <a:pt x="2080164" y="559901"/>
                  <a:pt x="2056741" y="559901"/>
                </a:cubicBezTo>
                <a:cubicBezTo>
                  <a:pt x="2026264" y="559901"/>
                  <a:pt x="2015428" y="543867"/>
                  <a:pt x="2015428" y="530145"/>
                </a:cubicBezTo>
                <a:cubicBezTo>
                  <a:pt x="2015428" y="507199"/>
                  <a:pt x="2043165" y="497570"/>
                  <a:pt x="2078299" y="485428"/>
                </a:cubicBezTo>
                <a:lnTo>
                  <a:pt x="2089109" y="481675"/>
                </a:lnTo>
                <a:cubicBezTo>
                  <a:pt x="2137757" y="465097"/>
                  <a:pt x="2189678" y="442340"/>
                  <a:pt x="2189678" y="382195"/>
                </a:cubicBezTo>
                <a:cubicBezTo>
                  <a:pt x="2189678" y="283234"/>
                  <a:pt x="2101227" y="272569"/>
                  <a:pt x="2063162" y="272569"/>
                </a:cubicBezTo>
                <a:cubicBezTo>
                  <a:pt x="2014070" y="272569"/>
                  <a:pt x="1964699" y="289501"/>
                  <a:pt x="1924134" y="320281"/>
                </a:cubicBezTo>
                <a:lnTo>
                  <a:pt x="1922345" y="321608"/>
                </a:lnTo>
                <a:lnTo>
                  <a:pt x="1958507" y="378493"/>
                </a:lnTo>
                <a:lnTo>
                  <a:pt x="1960487" y="377116"/>
                </a:lnTo>
                <a:cubicBezTo>
                  <a:pt x="1995608" y="352704"/>
                  <a:pt x="2033940" y="338691"/>
                  <a:pt x="2065737" y="338691"/>
                </a:cubicBezTo>
                <a:cubicBezTo>
                  <a:pt x="2107647" y="338691"/>
                  <a:pt x="2112177" y="360841"/>
                  <a:pt x="2112177" y="370394"/>
                </a:cubicBezTo>
                <a:cubicBezTo>
                  <a:pt x="2112177" y="394881"/>
                  <a:pt x="2083387" y="403587"/>
                  <a:pt x="2050054" y="413658"/>
                </a:cubicBezTo>
                <a:lnTo>
                  <a:pt x="2037061" y="417613"/>
                </a:lnTo>
                <a:cubicBezTo>
                  <a:pt x="1985572" y="433079"/>
                  <a:pt x="1937939" y="455961"/>
                  <a:pt x="1937939" y="518318"/>
                </a:cubicBezTo>
                <a:cubicBezTo>
                  <a:pt x="1937939" y="592716"/>
                  <a:pt x="1998577" y="625985"/>
                  <a:pt x="2058683" y="625985"/>
                </a:cubicBezTo>
                <a:close/>
                <a:moveTo>
                  <a:pt x="2375474" y="627716"/>
                </a:moveTo>
                <a:cubicBezTo>
                  <a:pt x="2471107" y="627716"/>
                  <a:pt x="2548925" y="548150"/>
                  <a:pt x="2548925" y="450351"/>
                </a:cubicBezTo>
                <a:cubicBezTo>
                  <a:pt x="2548925" y="352514"/>
                  <a:pt x="2471107" y="272961"/>
                  <a:pt x="2375474" y="272961"/>
                </a:cubicBezTo>
                <a:cubicBezTo>
                  <a:pt x="2279815" y="272961"/>
                  <a:pt x="2201997" y="352514"/>
                  <a:pt x="2201997" y="450351"/>
                </a:cubicBezTo>
                <a:cubicBezTo>
                  <a:pt x="2201997" y="548150"/>
                  <a:pt x="2279815" y="627716"/>
                  <a:pt x="2375474" y="627716"/>
                </a:cubicBezTo>
                <a:close/>
                <a:moveTo>
                  <a:pt x="1166969" y="709147"/>
                </a:moveTo>
                <a:lnTo>
                  <a:pt x="1249025" y="709147"/>
                </a:lnTo>
                <a:lnTo>
                  <a:pt x="1249025" y="279463"/>
                </a:lnTo>
                <a:lnTo>
                  <a:pt x="1166969" y="279463"/>
                </a:lnTo>
                <a:close/>
                <a:moveTo>
                  <a:pt x="864153" y="709184"/>
                </a:moveTo>
                <a:lnTo>
                  <a:pt x="1139899" y="709184"/>
                </a:lnTo>
                <a:lnTo>
                  <a:pt x="1139899" y="635797"/>
                </a:lnTo>
                <a:lnTo>
                  <a:pt x="946209" y="635797"/>
                </a:lnTo>
                <a:lnTo>
                  <a:pt x="946209" y="529203"/>
                </a:lnTo>
                <a:lnTo>
                  <a:pt x="1100628" y="529203"/>
                </a:lnTo>
                <a:lnTo>
                  <a:pt x="1100628" y="456284"/>
                </a:lnTo>
                <a:lnTo>
                  <a:pt x="946209" y="456284"/>
                </a:lnTo>
                <a:lnTo>
                  <a:pt x="946209" y="278767"/>
                </a:lnTo>
                <a:lnTo>
                  <a:pt x="864153" y="278767"/>
                </a:lnTo>
                <a:close/>
                <a:moveTo>
                  <a:pt x="533144" y="972564"/>
                </a:moveTo>
                <a:cubicBezTo>
                  <a:pt x="463129" y="972564"/>
                  <a:pt x="406158" y="914314"/>
                  <a:pt x="406158" y="842734"/>
                </a:cubicBezTo>
                <a:lnTo>
                  <a:pt x="406158" y="712879"/>
                </a:lnTo>
                <a:lnTo>
                  <a:pt x="533144" y="712879"/>
                </a:lnTo>
                <a:cubicBezTo>
                  <a:pt x="603159" y="712879"/>
                  <a:pt x="660130" y="771128"/>
                  <a:pt x="660130" y="842734"/>
                </a:cubicBezTo>
                <a:cubicBezTo>
                  <a:pt x="660130" y="914314"/>
                  <a:pt x="603159" y="972564"/>
                  <a:pt x="533144" y="972564"/>
                </a:cubicBezTo>
                <a:close/>
                <a:moveTo>
                  <a:pt x="533144" y="1050374"/>
                </a:moveTo>
                <a:cubicBezTo>
                  <a:pt x="645132" y="1050374"/>
                  <a:pt x="736210" y="957237"/>
                  <a:pt x="736210" y="842734"/>
                </a:cubicBezTo>
                <a:cubicBezTo>
                  <a:pt x="736210" y="728218"/>
                  <a:pt x="645132" y="635069"/>
                  <a:pt x="533144" y="635069"/>
                </a:cubicBezTo>
                <a:lnTo>
                  <a:pt x="406158" y="635069"/>
                </a:lnTo>
                <a:lnTo>
                  <a:pt x="406158" y="530358"/>
                </a:lnTo>
                <a:lnTo>
                  <a:pt x="525709" y="530358"/>
                </a:lnTo>
                <a:lnTo>
                  <a:pt x="525709" y="452549"/>
                </a:lnTo>
                <a:lnTo>
                  <a:pt x="406158" y="452549"/>
                </a:lnTo>
                <a:lnTo>
                  <a:pt x="406158" y="322706"/>
                </a:lnTo>
                <a:cubicBezTo>
                  <a:pt x="406158" y="208203"/>
                  <a:pt x="315067" y="115041"/>
                  <a:pt x="203092" y="115041"/>
                </a:cubicBezTo>
                <a:cubicBezTo>
                  <a:pt x="91103" y="115041"/>
                  <a:pt x="0" y="208203"/>
                  <a:pt x="0" y="322706"/>
                </a:cubicBezTo>
                <a:cubicBezTo>
                  <a:pt x="0" y="437222"/>
                  <a:pt x="91103" y="530358"/>
                  <a:pt x="203092" y="530358"/>
                </a:cubicBezTo>
                <a:lnTo>
                  <a:pt x="330078" y="530358"/>
                </a:lnTo>
                <a:lnTo>
                  <a:pt x="330078" y="635069"/>
                </a:lnTo>
                <a:lnTo>
                  <a:pt x="210502" y="635069"/>
                </a:lnTo>
                <a:lnTo>
                  <a:pt x="210502" y="712879"/>
                </a:lnTo>
                <a:lnTo>
                  <a:pt x="330078" y="712879"/>
                </a:lnTo>
                <a:lnTo>
                  <a:pt x="330078" y="842734"/>
                </a:lnTo>
                <a:cubicBezTo>
                  <a:pt x="330078" y="957237"/>
                  <a:pt x="421181" y="1050374"/>
                  <a:pt x="533144" y="1050374"/>
                </a:cubicBezTo>
                <a:close/>
              </a:path>
            </a:pathLst>
          </a:custGeom>
          <a:solidFill>
            <a:srgbClr val="FFFFFF"/>
          </a:solidFill>
          <a:ln w="1266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14957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 / End Slide - S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28">
            <a:extLst>
              <a:ext uri="{FF2B5EF4-FFF2-40B4-BE49-F238E27FC236}">
                <a16:creationId xmlns:a16="http://schemas.microsoft.com/office/drawing/2014/main" id="{BE14E2E6-9A76-1A70-677D-416D286F876A}"/>
              </a:ext>
            </a:extLst>
          </p:cNvPr>
          <p:cNvSpPr>
            <a:spLocks noChangeAspect="1"/>
          </p:cNvSpPr>
          <p:nvPr userDrawn="1"/>
        </p:nvSpPr>
        <p:spPr>
          <a:xfrm>
            <a:off x="2443311" y="1689750"/>
            <a:ext cx="4257378" cy="1764000"/>
          </a:xfrm>
          <a:custGeom>
            <a:avLst/>
            <a:gdLst>
              <a:gd name="connsiteX0" fmla="*/ 1105274 w 1911254"/>
              <a:gd name="connsiteY0" fmla="*/ 787908 h 791908"/>
              <a:gd name="connsiteX1" fmla="*/ 1105308 w 1911254"/>
              <a:gd name="connsiteY1" fmla="*/ 787916 h 791908"/>
              <a:gd name="connsiteX2" fmla="*/ 1105274 w 1911254"/>
              <a:gd name="connsiteY2" fmla="*/ 788003 h 791908"/>
              <a:gd name="connsiteX3" fmla="*/ 1513020 w 1911254"/>
              <a:gd name="connsiteY3" fmla="*/ 713327 h 791908"/>
              <a:gd name="connsiteX4" fmla="*/ 1482672 w 1911254"/>
              <a:gd name="connsiteY4" fmla="*/ 734854 h 791908"/>
              <a:gd name="connsiteX5" fmla="*/ 1482672 w 1911254"/>
              <a:gd name="connsiteY5" fmla="*/ 735235 h 791908"/>
              <a:gd name="connsiteX6" fmla="*/ 1509405 w 1911254"/>
              <a:gd name="connsiteY6" fmla="*/ 756380 h 791908"/>
              <a:gd name="connsiteX7" fmla="*/ 1544320 w 1911254"/>
              <a:gd name="connsiteY7" fmla="*/ 727996 h 791908"/>
              <a:gd name="connsiteX8" fmla="*/ 1544320 w 1911254"/>
              <a:gd name="connsiteY8" fmla="*/ 717518 h 791908"/>
              <a:gd name="connsiteX9" fmla="*/ 1513020 w 1911254"/>
              <a:gd name="connsiteY9" fmla="*/ 713327 h 791908"/>
              <a:gd name="connsiteX10" fmla="*/ 1011947 w 1911254"/>
              <a:gd name="connsiteY10" fmla="*/ 676560 h 791908"/>
              <a:gd name="connsiteX11" fmla="*/ 974369 w 1911254"/>
              <a:gd name="connsiteY11" fmla="*/ 716184 h 791908"/>
              <a:gd name="connsiteX12" fmla="*/ 974369 w 1911254"/>
              <a:gd name="connsiteY12" fmla="*/ 716565 h 791908"/>
              <a:gd name="connsiteX13" fmla="*/ 1011947 w 1911254"/>
              <a:gd name="connsiteY13" fmla="*/ 756189 h 791908"/>
              <a:gd name="connsiteX14" fmla="*/ 1048098 w 1911254"/>
              <a:gd name="connsiteY14" fmla="*/ 716755 h 791908"/>
              <a:gd name="connsiteX15" fmla="*/ 1048098 w 1911254"/>
              <a:gd name="connsiteY15" fmla="*/ 716374 h 791908"/>
              <a:gd name="connsiteX16" fmla="*/ 1011947 w 1911254"/>
              <a:gd name="connsiteY16" fmla="*/ 676560 h 791908"/>
              <a:gd name="connsiteX17" fmla="*/ 901686 w 1911254"/>
              <a:gd name="connsiteY17" fmla="*/ 676560 h 791908"/>
              <a:gd name="connsiteX18" fmla="*/ 864108 w 1911254"/>
              <a:gd name="connsiteY18" fmla="*/ 716184 h 791908"/>
              <a:gd name="connsiteX19" fmla="*/ 864108 w 1911254"/>
              <a:gd name="connsiteY19" fmla="*/ 716565 h 791908"/>
              <a:gd name="connsiteX20" fmla="*/ 901686 w 1911254"/>
              <a:gd name="connsiteY20" fmla="*/ 756189 h 791908"/>
              <a:gd name="connsiteX21" fmla="*/ 937837 w 1911254"/>
              <a:gd name="connsiteY21" fmla="*/ 716755 h 791908"/>
              <a:gd name="connsiteX22" fmla="*/ 937837 w 1911254"/>
              <a:gd name="connsiteY22" fmla="*/ 716374 h 791908"/>
              <a:gd name="connsiteX23" fmla="*/ 901686 w 1911254"/>
              <a:gd name="connsiteY23" fmla="*/ 676560 h 791908"/>
              <a:gd name="connsiteX24" fmla="*/ 1576856 w 1911254"/>
              <a:gd name="connsiteY24" fmla="*/ 670274 h 791908"/>
              <a:gd name="connsiteX25" fmla="*/ 1585703 w 1911254"/>
              <a:gd name="connsiteY25" fmla="*/ 670274 h 791908"/>
              <a:gd name="connsiteX26" fmla="*/ 1585703 w 1911254"/>
              <a:gd name="connsiteY26" fmla="*/ 762571 h 791908"/>
              <a:gd name="connsiteX27" fmla="*/ 1576856 w 1911254"/>
              <a:gd name="connsiteY27" fmla="*/ 762571 h 791908"/>
              <a:gd name="connsiteX28" fmla="*/ 1102515 w 1911254"/>
              <a:gd name="connsiteY28" fmla="*/ 670179 h 791908"/>
              <a:gd name="connsiteX29" fmla="*/ 1112790 w 1911254"/>
              <a:gd name="connsiteY29" fmla="*/ 670179 h 791908"/>
              <a:gd name="connsiteX30" fmla="*/ 1151129 w 1911254"/>
              <a:gd name="connsiteY30" fmla="*/ 752665 h 791908"/>
              <a:gd name="connsiteX31" fmla="*/ 1184426 w 1911254"/>
              <a:gd name="connsiteY31" fmla="*/ 670179 h 791908"/>
              <a:gd name="connsiteX32" fmla="*/ 1194225 w 1911254"/>
              <a:gd name="connsiteY32" fmla="*/ 670179 h 791908"/>
              <a:gd name="connsiteX33" fmla="*/ 1154268 w 1911254"/>
              <a:gd name="connsiteY33" fmla="*/ 765715 h 791908"/>
              <a:gd name="connsiteX34" fmla="*/ 1123540 w 1911254"/>
              <a:gd name="connsiteY34" fmla="*/ 791908 h 791908"/>
              <a:gd name="connsiteX35" fmla="*/ 1105308 w 1911254"/>
              <a:gd name="connsiteY35" fmla="*/ 787916 h 791908"/>
              <a:gd name="connsiteX36" fmla="*/ 1108318 w 1911254"/>
              <a:gd name="connsiteY36" fmla="*/ 780193 h 791908"/>
              <a:gd name="connsiteX37" fmla="*/ 1124015 w 1911254"/>
              <a:gd name="connsiteY37" fmla="*/ 783622 h 791908"/>
              <a:gd name="connsiteX38" fmla="*/ 1146753 w 1911254"/>
              <a:gd name="connsiteY38" fmla="*/ 761905 h 791908"/>
              <a:gd name="connsiteX39" fmla="*/ 752229 w 1911254"/>
              <a:gd name="connsiteY39" fmla="*/ 670179 h 791908"/>
              <a:gd name="connsiteX40" fmla="*/ 761077 w 1911254"/>
              <a:gd name="connsiteY40" fmla="*/ 670179 h 791908"/>
              <a:gd name="connsiteX41" fmla="*/ 761077 w 1911254"/>
              <a:gd name="connsiteY41" fmla="*/ 725043 h 791908"/>
              <a:gd name="connsiteX42" fmla="*/ 790378 w 1911254"/>
              <a:gd name="connsiteY42" fmla="*/ 756571 h 791908"/>
              <a:gd name="connsiteX43" fmla="*/ 822343 w 1911254"/>
              <a:gd name="connsiteY43" fmla="*/ 723614 h 791908"/>
              <a:gd name="connsiteX44" fmla="*/ 822343 w 1911254"/>
              <a:gd name="connsiteY44" fmla="*/ 670274 h 791908"/>
              <a:gd name="connsiteX45" fmla="*/ 831191 w 1911254"/>
              <a:gd name="connsiteY45" fmla="*/ 670274 h 791908"/>
              <a:gd name="connsiteX46" fmla="*/ 831191 w 1911254"/>
              <a:gd name="connsiteY46" fmla="*/ 762571 h 791908"/>
              <a:gd name="connsiteX47" fmla="*/ 822343 w 1911254"/>
              <a:gd name="connsiteY47" fmla="*/ 762571 h 791908"/>
              <a:gd name="connsiteX48" fmla="*/ 822343 w 1911254"/>
              <a:gd name="connsiteY48" fmla="*/ 745427 h 791908"/>
              <a:gd name="connsiteX49" fmla="*/ 789046 w 1911254"/>
              <a:gd name="connsiteY49" fmla="*/ 764762 h 791908"/>
              <a:gd name="connsiteX50" fmla="*/ 752134 w 1911254"/>
              <a:gd name="connsiteY50" fmla="*/ 726758 h 791908"/>
              <a:gd name="connsiteX51" fmla="*/ 752229 w 1911254"/>
              <a:gd name="connsiteY51" fmla="*/ 726662 h 791908"/>
              <a:gd name="connsiteX52" fmla="*/ 1514352 w 1911254"/>
              <a:gd name="connsiteY52" fmla="*/ 668750 h 791908"/>
              <a:gd name="connsiteX53" fmla="*/ 1543463 w 1911254"/>
              <a:gd name="connsiteY53" fmla="*/ 678846 h 791908"/>
              <a:gd name="connsiteX54" fmla="*/ 1552882 w 1911254"/>
              <a:gd name="connsiteY54" fmla="*/ 704945 h 791908"/>
              <a:gd name="connsiteX55" fmla="*/ 1552882 w 1911254"/>
              <a:gd name="connsiteY55" fmla="*/ 762476 h 791908"/>
              <a:gd name="connsiteX56" fmla="*/ 1544224 w 1911254"/>
              <a:gd name="connsiteY56" fmla="*/ 762476 h 791908"/>
              <a:gd name="connsiteX57" fmla="*/ 1544224 w 1911254"/>
              <a:gd name="connsiteY57" fmla="*/ 747141 h 791908"/>
              <a:gd name="connsiteX58" fmla="*/ 1509025 w 1911254"/>
              <a:gd name="connsiteY58" fmla="*/ 764667 h 791908"/>
              <a:gd name="connsiteX59" fmla="*/ 1473444 w 1911254"/>
              <a:gd name="connsiteY59" fmla="*/ 735711 h 791908"/>
              <a:gd name="connsiteX60" fmla="*/ 1473254 w 1911254"/>
              <a:gd name="connsiteY60" fmla="*/ 735711 h 791908"/>
              <a:gd name="connsiteX61" fmla="*/ 1473254 w 1911254"/>
              <a:gd name="connsiteY61" fmla="*/ 735330 h 791908"/>
              <a:gd name="connsiteX62" fmla="*/ 1513591 w 1911254"/>
              <a:gd name="connsiteY62" fmla="*/ 705326 h 791908"/>
              <a:gd name="connsiteX63" fmla="*/ 1544129 w 1911254"/>
              <a:gd name="connsiteY63" fmla="*/ 709327 h 791908"/>
              <a:gd name="connsiteX64" fmla="*/ 1544129 w 1911254"/>
              <a:gd name="connsiteY64" fmla="*/ 705326 h 791908"/>
              <a:gd name="connsiteX65" fmla="*/ 1513781 w 1911254"/>
              <a:gd name="connsiteY65" fmla="*/ 677132 h 791908"/>
              <a:gd name="connsiteX66" fmla="*/ 1484860 w 1911254"/>
              <a:gd name="connsiteY66" fmla="*/ 684562 h 791908"/>
              <a:gd name="connsiteX67" fmla="*/ 1481626 w 1911254"/>
              <a:gd name="connsiteY67" fmla="*/ 676751 h 791908"/>
              <a:gd name="connsiteX68" fmla="*/ 1514352 w 1911254"/>
              <a:gd name="connsiteY68" fmla="*/ 668750 h 791908"/>
              <a:gd name="connsiteX69" fmla="*/ 1012898 w 1911254"/>
              <a:gd name="connsiteY69" fmla="*/ 668178 h 791908"/>
              <a:gd name="connsiteX70" fmla="*/ 1057706 w 1911254"/>
              <a:gd name="connsiteY70" fmla="*/ 716184 h 791908"/>
              <a:gd name="connsiteX71" fmla="*/ 1057706 w 1911254"/>
              <a:gd name="connsiteY71" fmla="*/ 716565 h 791908"/>
              <a:gd name="connsiteX72" fmla="*/ 1012898 w 1911254"/>
              <a:gd name="connsiteY72" fmla="*/ 764857 h 791908"/>
              <a:gd name="connsiteX73" fmla="*/ 974939 w 1911254"/>
              <a:gd name="connsiteY73" fmla="*/ 742759 h 791908"/>
              <a:gd name="connsiteX74" fmla="*/ 974939 w 1911254"/>
              <a:gd name="connsiteY74" fmla="*/ 791622 h 791908"/>
              <a:gd name="connsiteX75" fmla="*/ 966092 w 1911254"/>
              <a:gd name="connsiteY75" fmla="*/ 791622 h 791908"/>
              <a:gd name="connsiteX76" fmla="*/ 966092 w 1911254"/>
              <a:gd name="connsiteY76" fmla="*/ 670369 h 791908"/>
              <a:gd name="connsiteX77" fmla="*/ 966092 w 1911254"/>
              <a:gd name="connsiteY77" fmla="*/ 670274 h 791908"/>
              <a:gd name="connsiteX78" fmla="*/ 974939 w 1911254"/>
              <a:gd name="connsiteY78" fmla="*/ 670274 h 791908"/>
              <a:gd name="connsiteX79" fmla="*/ 974939 w 1911254"/>
              <a:gd name="connsiteY79" fmla="*/ 690943 h 791908"/>
              <a:gd name="connsiteX80" fmla="*/ 1012898 w 1911254"/>
              <a:gd name="connsiteY80" fmla="*/ 668178 h 791908"/>
              <a:gd name="connsiteX81" fmla="*/ 902637 w 1911254"/>
              <a:gd name="connsiteY81" fmla="*/ 668178 h 791908"/>
              <a:gd name="connsiteX82" fmla="*/ 947446 w 1911254"/>
              <a:gd name="connsiteY82" fmla="*/ 716184 h 791908"/>
              <a:gd name="connsiteX83" fmla="*/ 947446 w 1911254"/>
              <a:gd name="connsiteY83" fmla="*/ 716565 h 791908"/>
              <a:gd name="connsiteX84" fmla="*/ 902637 w 1911254"/>
              <a:gd name="connsiteY84" fmla="*/ 764857 h 791908"/>
              <a:gd name="connsiteX85" fmla="*/ 864679 w 1911254"/>
              <a:gd name="connsiteY85" fmla="*/ 742759 h 791908"/>
              <a:gd name="connsiteX86" fmla="*/ 864679 w 1911254"/>
              <a:gd name="connsiteY86" fmla="*/ 791622 h 791908"/>
              <a:gd name="connsiteX87" fmla="*/ 855831 w 1911254"/>
              <a:gd name="connsiteY87" fmla="*/ 791622 h 791908"/>
              <a:gd name="connsiteX88" fmla="*/ 855831 w 1911254"/>
              <a:gd name="connsiteY88" fmla="*/ 670369 h 791908"/>
              <a:gd name="connsiteX89" fmla="*/ 855831 w 1911254"/>
              <a:gd name="connsiteY89" fmla="*/ 670274 h 791908"/>
              <a:gd name="connsiteX90" fmla="*/ 864679 w 1911254"/>
              <a:gd name="connsiteY90" fmla="*/ 670274 h 791908"/>
              <a:gd name="connsiteX91" fmla="*/ 864679 w 1911254"/>
              <a:gd name="connsiteY91" fmla="*/ 690943 h 791908"/>
              <a:gd name="connsiteX92" fmla="*/ 902637 w 1911254"/>
              <a:gd name="connsiteY92" fmla="*/ 668178 h 791908"/>
              <a:gd name="connsiteX93" fmla="*/ 1653724 w 1911254"/>
              <a:gd name="connsiteY93" fmla="*/ 668083 h 791908"/>
              <a:gd name="connsiteX94" fmla="*/ 1690636 w 1911254"/>
              <a:gd name="connsiteY94" fmla="*/ 706088 h 791908"/>
              <a:gd name="connsiteX95" fmla="*/ 1690636 w 1911254"/>
              <a:gd name="connsiteY95" fmla="*/ 762571 h 791908"/>
              <a:gd name="connsiteX96" fmla="*/ 1681788 w 1911254"/>
              <a:gd name="connsiteY96" fmla="*/ 762571 h 791908"/>
              <a:gd name="connsiteX97" fmla="*/ 1681788 w 1911254"/>
              <a:gd name="connsiteY97" fmla="*/ 707707 h 791908"/>
              <a:gd name="connsiteX98" fmla="*/ 1652487 w 1911254"/>
              <a:gd name="connsiteY98" fmla="*/ 676275 h 791908"/>
              <a:gd name="connsiteX99" fmla="*/ 1620522 w 1911254"/>
              <a:gd name="connsiteY99" fmla="*/ 709231 h 791908"/>
              <a:gd name="connsiteX100" fmla="*/ 1620522 w 1911254"/>
              <a:gd name="connsiteY100" fmla="*/ 762571 h 791908"/>
              <a:gd name="connsiteX101" fmla="*/ 1611674 w 1911254"/>
              <a:gd name="connsiteY101" fmla="*/ 762571 h 791908"/>
              <a:gd name="connsiteX102" fmla="*/ 1611674 w 1911254"/>
              <a:gd name="connsiteY102" fmla="*/ 670274 h 791908"/>
              <a:gd name="connsiteX103" fmla="*/ 1620427 w 1911254"/>
              <a:gd name="connsiteY103" fmla="*/ 670274 h 791908"/>
              <a:gd name="connsiteX104" fmla="*/ 1620427 w 1911254"/>
              <a:gd name="connsiteY104" fmla="*/ 687419 h 791908"/>
              <a:gd name="connsiteX105" fmla="*/ 1653724 w 1911254"/>
              <a:gd name="connsiteY105" fmla="*/ 668083 h 791908"/>
              <a:gd name="connsiteX106" fmla="*/ 687062 w 1911254"/>
              <a:gd name="connsiteY106" fmla="*/ 634174 h 791908"/>
              <a:gd name="connsiteX107" fmla="*/ 730443 w 1911254"/>
              <a:gd name="connsiteY107" fmla="*/ 649509 h 791908"/>
              <a:gd name="connsiteX108" fmla="*/ 724450 w 1911254"/>
              <a:gd name="connsiteY108" fmla="*/ 656939 h 791908"/>
              <a:gd name="connsiteX109" fmla="*/ 686681 w 1911254"/>
              <a:gd name="connsiteY109" fmla="*/ 642651 h 791908"/>
              <a:gd name="connsiteX110" fmla="*/ 655762 w 1911254"/>
              <a:gd name="connsiteY110" fmla="*/ 666559 h 791908"/>
              <a:gd name="connsiteX111" fmla="*/ 655762 w 1911254"/>
              <a:gd name="connsiteY111" fmla="*/ 666940 h 791908"/>
              <a:gd name="connsiteX112" fmla="*/ 692675 w 1911254"/>
              <a:gd name="connsiteY112" fmla="*/ 694658 h 791908"/>
              <a:gd name="connsiteX113" fmla="*/ 734248 w 1911254"/>
              <a:gd name="connsiteY113" fmla="*/ 729614 h 791908"/>
              <a:gd name="connsiteX114" fmla="*/ 734248 w 1911254"/>
              <a:gd name="connsiteY114" fmla="*/ 729995 h 791908"/>
              <a:gd name="connsiteX115" fmla="*/ 692294 w 1911254"/>
              <a:gd name="connsiteY115" fmla="*/ 764571 h 791908"/>
              <a:gd name="connsiteX116" fmla="*/ 641302 w 1911254"/>
              <a:gd name="connsiteY116" fmla="*/ 744283 h 791908"/>
              <a:gd name="connsiteX117" fmla="*/ 641302 w 1911254"/>
              <a:gd name="connsiteY117" fmla="*/ 744093 h 791908"/>
              <a:gd name="connsiteX118" fmla="*/ 647486 w 1911254"/>
              <a:gd name="connsiteY118" fmla="*/ 737044 h 791908"/>
              <a:gd name="connsiteX119" fmla="*/ 692865 w 1911254"/>
              <a:gd name="connsiteY119" fmla="*/ 755903 h 791908"/>
              <a:gd name="connsiteX120" fmla="*/ 724830 w 1911254"/>
              <a:gd name="connsiteY120" fmla="*/ 730757 h 791908"/>
              <a:gd name="connsiteX121" fmla="*/ 724830 w 1911254"/>
              <a:gd name="connsiteY121" fmla="*/ 730376 h 791908"/>
              <a:gd name="connsiteX122" fmla="*/ 689060 w 1911254"/>
              <a:gd name="connsiteY122" fmla="*/ 703421 h 791908"/>
              <a:gd name="connsiteX123" fmla="*/ 646439 w 1911254"/>
              <a:gd name="connsiteY123" fmla="*/ 667797 h 791908"/>
              <a:gd name="connsiteX124" fmla="*/ 646439 w 1911254"/>
              <a:gd name="connsiteY124" fmla="*/ 667416 h 791908"/>
              <a:gd name="connsiteX125" fmla="*/ 687062 w 1911254"/>
              <a:gd name="connsiteY125" fmla="*/ 634174 h 791908"/>
              <a:gd name="connsiteX126" fmla="*/ 1575714 w 1911254"/>
              <a:gd name="connsiteY126" fmla="*/ 634079 h 791908"/>
              <a:gd name="connsiteX127" fmla="*/ 1586749 w 1911254"/>
              <a:gd name="connsiteY127" fmla="*/ 634079 h 791908"/>
              <a:gd name="connsiteX128" fmla="*/ 1586749 w 1911254"/>
              <a:gd name="connsiteY128" fmla="*/ 646176 h 791908"/>
              <a:gd name="connsiteX129" fmla="*/ 1575714 w 1911254"/>
              <a:gd name="connsiteY129" fmla="*/ 646176 h 791908"/>
              <a:gd name="connsiteX130" fmla="*/ 1314380 w 1911254"/>
              <a:gd name="connsiteY130" fmla="*/ 633602 h 791908"/>
              <a:gd name="connsiteX131" fmla="*/ 1363564 w 1911254"/>
              <a:gd name="connsiteY131" fmla="*/ 653890 h 791908"/>
              <a:gd name="connsiteX132" fmla="*/ 1356905 w 1911254"/>
              <a:gd name="connsiteY132" fmla="*/ 660748 h 791908"/>
              <a:gd name="connsiteX133" fmla="*/ 1314284 w 1911254"/>
              <a:gd name="connsiteY133" fmla="*/ 642079 h 791908"/>
              <a:gd name="connsiteX134" fmla="*/ 1261009 w 1911254"/>
              <a:gd name="connsiteY134" fmla="*/ 698753 h 791908"/>
              <a:gd name="connsiteX135" fmla="*/ 1261009 w 1911254"/>
              <a:gd name="connsiteY135" fmla="*/ 699134 h 791908"/>
              <a:gd name="connsiteX136" fmla="*/ 1314475 w 1911254"/>
              <a:gd name="connsiteY136" fmla="*/ 756094 h 791908"/>
              <a:gd name="connsiteX137" fmla="*/ 1358046 w 1911254"/>
              <a:gd name="connsiteY137" fmla="*/ 736377 h 791908"/>
              <a:gd name="connsiteX138" fmla="*/ 1364420 w 1911254"/>
              <a:gd name="connsiteY138" fmla="*/ 742568 h 791908"/>
              <a:gd name="connsiteX139" fmla="*/ 1314189 w 1911254"/>
              <a:gd name="connsiteY139" fmla="*/ 764666 h 791908"/>
              <a:gd name="connsiteX140" fmla="*/ 1251305 w 1911254"/>
              <a:gd name="connsiteY140" fmla="*/ 699515 h 791908"/>
              <a:gd name="connsiteX141" fmla="*/ 1251115 w 1911254"/>
              <a:gd name="connsiteY141" fmla="*/ 699515 h 791908"/>
              <a:gd name="connsiteX142" fmla="*/ 1251115 w 1911254"/>
              <a:gd name="connsiteY142" fmla="*/ 699134 h 791908"/>
              <a:gd name="connsiteX143" fmla="*/ 1314380 w 1911254"/>
              <a:gd name="connsiteY143" fmla="*/ 633602 h 791908"/>
              <a:gd name="connsiteX144" fmla="*/ 1379166 w 1911254"/>
              <a:gd name="connsiteY144" fmla="*/ 630459 h 791908"/>
              <a:gd name="connsiteX145" fmla="*/ 1387918 w 1911254"/>
              <a:gd name="connsiteY145" fmla="*/ 630459 h 791908"/>
              <a:gd name="connsiteX146" fmla="*/ 1387918 w 1911254"/>
              <a:gd name="connsiteY146" fmla="*/ 687418 h 791908"/>
              <a:gd name="connsiteX147" fmla="*/ 1421216 w 1911254"/>
              <a:gd name="connsiteY147" fmla="*/ 668083 h 791908"/>
              <a:gd name="connsiteX148" fmla="*/ 1458128 w 1911254"/>
              <a:gd name="connsiteY148" fmla="*/ 706087 h 791908"/>
              <a:gd name="connsiteX149" fmla="*/ 1458128 w 1911254"/>
              <a:gd name="connsiteY149" fmla="*/ 762571 h 791908"/>
              <a:gd name="connsiteX150" fmla="*/ 1449280 w 1911254"/>
              <a:gd name="connsiteY150" fmla="*/ 762571 h 791908"/>
              <a:gd name="connsiteX151" fmla="*/ 1449280 w 1911254"/>
              <a:gd name="connsiteY151" fmla="*/ 707707 h 791908"/>
              <a:gd name="connsiteX152" fmla="*/ 1419979 w 1911254"/>
              <a:gd name="connsiteY152" fmla="*/ 676274 h 791908"/>
              <a:gd name="connsiteX153" fmla="*/ 1388014 w 1911254"/>
              <a:gd name="connsiteY153" fmla="*/ 709231 h 791908"/>
              <a:gd name="connsiteX154" fmla="*/ 1388014 w 1911254"/>
              <a:gd name="connsiteY154" fmla="*/ 762571 h 791908"/>
              <a:gd name="connsiteX155" fmla="*/ 1379166 w 1911254"/>
              <a:gd name="connsiteY155" fmla="*/ 762571 h 791908"/>
              <a:gd name="connsiteX156" fmla="*/ 1077589 w 1911254"/>
              <a:gd name="connsiteY156" fmla="*/ 630459 h 791908"/>
              <a:gd name="connsiteX157" fmla="*/ 1086436 w 1911254"/>
              <a:gd name="connsiteY157" fmla="*/ 630459 h 791908"/>
              <a:gd name="connsiteX158" fmla="*/ 1086436 w 1911254"/>
              <a:gd name="connsiteY158" fmla="*/ 762571 h 791908"/>
              <a:gd name="connsiteX159" fmla="*/ 1077589 w 1911254"/>
              <a:gd name="connsiteY159" fmla="*/ 762571 h 791908"/>
              <a:gd name="connsiteX160" fmla="*/ 152215 w 1911254"/>
              <a:gd name="connsiteY160" fmla="*/ 450533 h 791908"/>
              <a:gd name="connsiteX161" fmla="*/ 57081 w 1911254"/>
              <a:gd name="connsiteY161" fmla="*/ 548640 h 791908"/>
              <a:gd name="connsiteX162" fmla="*/ 152215 w 1911254"/>
              <a:gd name="connsiteY162" fmla="*/ 646748 h 791908"/>
              <a:gd name="connsiteX163" fmla="*/ 247350 w 1911254"/>
              <a:gd name="connsiteY163" fmla="*/ 548640 h 791908"/>
              <a:gd name="connsiteX164" fmla="*/ 247350 w 1911254"/>
              <a:gd name="connsiteY164" fmla="*/ 450533 h 791908"/>
              <a:gd name="connsiteX165" fmla="*/ 1780919 w 1911254"/>
              <a:gd name="connsiteY165" fmla="*/ 375285 h 791908"/>
              <a:gd name="connsiteX166" fmla="*/ 1705763 w 1911254"/>
              <a:gd name="connsiteY166" fmla="*/ 452437 h 791908"/>
              <a:gd name="connsiteX167" fmla="*/ 1780919 w 1911254"/>
              <a:gd name="connsiteY167" fmla="*/ 529589 h 791908"/>
              <a:gd name="connsiteX168" fmla="*/ 1856076 w 1911254"/>
              <a:gd name="connsiteY168" fmla="*/ 452437 h 791908"/>
              <a:gd name="connsiteX169" fmla="*/ 1780919 w 1911254"/>
              <a:gd name="connsiteY169" fmla="*/ 375285 h 791908"/>
              <a:gd name="connsiteX170" fmla="*/ 1085485 w 1911254"/>
              <a:gd name="connsiteY170" fmla="*/ 374332 h 791908"/>
              <a:gd name="connsiteX171" fmla="*/ 1021745 w 1911254"/>
              <a:gd name="connsiteY171" fmla="*/ 421957 h 791908"/>
              <a:gd name="connsiteX172" fmla="*/ 1149225 w 1911254"/>
              <a:gd name="connsiteY172" fmla="*/ 421957 h 791908"/>
              <a:gd name="connsiteX173" fmla="*/ 1085485 w 1911254"/>
              <a:gd name="connsiteY173" fmla="*/ 374332 h 791908"/>
              <a:gd name="connsiteX174" fmla="*/ 1198696 w 1911254"/>
              <a:gd name="connsiteY174" fmla="*/ 323850 h 791908"/>
              <a:gd name="connsiteX175" fmla="*/ 1269096 w 1911254"/>
              <a:gd name="connsiteY175" fmla="*/ 323850 h 791908"/>
              <a:gd name="connsiteX176" fmla="*/ 1269096 w 1911254"/>
              <a:gd name="connsiteY176" fmla="*/ 324802 h 791908"/>
              <a:gd name="connsiteX177" fmla="*/ 1319517 w 1911254"/>
              <a:gd name="connsiteY177" fmla="*/ 404813 h 791908"/>
              <a:gd name="connsiteX178" fmla="*/ 1369938 w 1911254"/>
              <a:gd name="connsiteY178" fmla="*/ 323850 h 791908"/>
              <a:gd name="connsiteX179" fmla="*/ 1438435 w 1911254"/>
              <a:gd name="connsiteY179" fmla="*/ 323850 h 791908"/>
              <a:gd name="connsiteX180" fmla="*/ 1354717 w 1911254"/>
              <a:gd name="connsiteY180" fmla="*/ 448627 h 791908"/>
              <a:gd name="connsiteX181" fmla="*/ 1443192 w 1911254"/>
              <a:gd name="connsiteY181" fmla="*/ 581025 h 791908"/>
              <a:gd name="connsiteX182" fmla="*/ 1371841 w 1911254"/>
              <a:gd name="connsiteY182" fmla="*/ 581025 h 791908"/>
              <a:gd name="connsiteX183" fmla="*/ 1371841 w 1911254"/>
              <a:gd name="connsiteY183" fmla="*/ 580073 h 791908"/>
              <a:gd name="connsiteX184" fmla="*/ 1317614 w 1911254"/>
              <a:gd name="connsiteY184" fmla="*/ 495300 h 791908"/>
              <a:gd name="connsiteX185" fmla="*/ 1263388 w 1911254"/>
              <a:gd name="connsiteY185" fmla="*/ 581025 h 791908"/>
              <a:gd name="connsiteX186" fmla="*/ 1195842 w 1911254"/>
              <a:gd name="connsiteY186" fmla="*/ 581025 h 791908"/>
              <a:gd name="connsiteX187" fmla="*/ 1283366 w 1911254"/>
              <a:gd name="connsiteY187" fmla="*/ 450533 h 791908"/>
              <a:gd name="connsiteX188" fmla="*/ 1543082 w 1911254"/>
              <a:gd name="connsiteY188" fmla="*/ 320992 h 791908"/>
              <a:gd name="connsiteX189" fmla="*/ 1632509 w 1911254"/>
              <a:gd name="connsiteY189" fmla="*/ 347662 h 791908"/>
              <a:gd name="connsiteX190" fmla="*/ 1633460 w 1911254"/>
              <a:gd name="connsiteY190" fmla="*/ 348615 h 791908"/>
              <a:gd name="connsiteX191" fmla="*/ 1609677 w 1911254"/>
              <a:gd name="connsiteY191" fmla="*/ 393382 h 791908"/>
              <a:gd name="connsiteX192" fmla="*/ 1607774 w 1911254"/>
              <a:gd name="connsiteY192" fmla="*/ 392430 h 791908"/>
              <a:gd name="connsiteX193" fmla="*/ 1541180 w 1911254"/>
              <a:gd name="connsiteY193" fmla="*/ 369570 h 791908"/>
              <a:gd name="connsiteX194" fmla="*/ 1509785 w 1911254"/>
              <a:gd name="connsiteY194" fmla="*/ 392430 h 791908"/>
              <a:gd name="connsiteX195" fmla="*/ 1557353 w 1911254"/>
              <a:gd name="connsiteY195" fmla="*/ 425767 h 791908"/>
              <a:gd name="connsiteX196" fmla="*/ 1565915 w 1911254"/>
              <a:gd name="connsiteY196" fmla="*/ 428625 h 791908"/>
              <a:gd name="connsiteX197" fmla="*/ 1641071 w 1911254"/>
              <a:gd name="connsiteY197" fmla="*/ 504825 h 791908"/>
              <a:gd name="connsiteX198" fmla="*/ 1545936 w 1911254"/>
              <a:gd name="connsiteY198" fmla="*/ 587692 h 791908"/>
              <a:gd name="connsiteX199" fmla="*/ 1441288 w 1911254"/>
              <a:gd name="connsiteY199" fmla="*/ 551497 h 791908"/>
              <a:gd name="connsiteX200" fmla="*/ 1440337 w 1911254"/>
              <a:gd name="connsiteY200" fmla="*/ 550545 h 791908"/>
              <a:gd name="connsiteX201" fmla="*/ 1466975 w 1911254"/>
              <a:gd name="connsiteY201" fmla="*/ 507682 h 791908"/>
              <a:gd name="connsiteX202" fmla="*/ 1468877 w 1911254"/>
              <a:gd name="connsiteY202" fmla="*/ 508635 h 791908"/>
              <a:gd name="connsiteX203" fmla="*/ 1547839 w 1911254"/>
              <a:gd name="connsiteY203" fmla="*/ 537210 h 791908"/>
              <a:gd name="connsiteX204" fmla="*/ 1583039 w 1911254"/>
              <a:gd name="connsiteY204" fmla="*/ 513397 h 791908"/>
              <a:gd name="connsiteX205" fmla="*/ 1536423 w 1911254"/>
              <a:gd name="connsiteY205" fmla="*/ 481012 h 791908"/>
              <a:gd name="connsiteX206" fmla="*/ 1526909 w 1911254"/>
              <a:gd name="connsiteY206" fmla="*/ 478155 h 791908"/>
              <a:gd name="connsiteX207" fmla="*/ 1452705 w 1911254"/>
              <a:gd name="connsiteY207" fmla="*/ 401955 h 791908"/>
              <a:gd name="connsiteX208" fmla="*/ 1543082 w 1911254"/>
              <a:gd name="connsiteY208" fmla="*/ 320992 h 791908"/>
              <a:gd name="connsiteX209" fmla="*/ 1086437 w 1911254"/>
              <a:gd name="connsiteY209" fmla="*/ 320039 h 791908"/>
              <a:gd name="connsiteX210" fmla="*/ 1208209 w 1911254"/>
              <a:gd name="connsiteY210" fmla="*/ 452437 h 791908"/>
              <a:gd name="connsiteX211" fmla="*/ 1206306 w 1911254"/>
              <a:gd name="connsiteY211" fmla="*/ 471487 h 791908"/>
              <a:gd name="connsiteX212" fmla="*/ 1206306 w 1911254"/>
              <a:gd name="connsiteY212" fmla="*/ 472439 h 791908"/>
              <a:gd name="connsiteX213" fmla="*/ 1017940 w 1911254"/>
              <a:gd name="connsiteY213" fmla="*/ 472439 h 791908"/>
              <a:gd name="connsiteX214" fmla="*/ 1085485 w 1911254"/>
              <a:gd name="connsiteY214" fmla="*/ 529589 h 791908"/>
              <a:gd name="connsiteX215" fmla="*/ 1143517 w 1911254"/>
              <a:gd name="connsiteY215" fmla="*/ 499109 h 791908"/>
              <a:gd name="connsiteX216" fmla="*/ 1192987 w 1911254"/>
              <a:gd name="connsiteY216" fmla="*/ 521969 h 791908"/>
              <a:gd name="connsiteX217" fmla="*/ 1192036 w 1911254"/>
              <a:gd name="connsiteY217" fmla="*/ 522922 h 791908"/>
              <a:gd name="connsiteX218" fmla="*/ 1086437 w 1911254"/>
              <a:gd name="connsiteY218" fmla="*/ 584834 h 791908"/>
              <a:gd name="connsiteX219" fmla="*/ 963713 w 1911254"/>
              <a:gd name="connsiteY219" fmla="*/ 452437 h 791908"/>
              <a:gd name="connsiteX220" fmla="*/ 1086437 w 1911254"/>
              <a:gd name="connsiteY220" fmla="*/ 320039 h 791908"/>
              <a:gd name="connsiteX221" fmla="*/ 1780919 w 1911254"/>
              <a:gd name="connsiteY221" fmla="*/ 319087 h 791908"/>
              <a:gd name="connsiteX222" fmla="*/ 1911254 w 1911254"/>
              <a:gd name="connsiteY222" fmla="*/ 452437 h 791908"/>
              <a:gd name="connsiteX223" fmla="*/ 1780919 w 1911254"/>
              <a:gd name="connsiteY223" fmla="*/ 585787 h 791908"/>
              <a:gd name="connsiteX224" fmla="*/ 1650585 w 1911254"/>
              <a:gd name="connsiteY224" fmla="*/ 452437 h 791908"/>
              <a:gd name="connsiteX225" fmla="*/ 1780919 w 1911254"/>
              <a:gd name="connsiteY225" fmla="*/ 319087 h 791908"/>
              <a:gd name="connsiteX226" fmla="*/ 875238 w 1911254"/>
              <a:gd name="connsiteY226" fmla="*/ 257175 h 791908"/>
              <a:gd name="connsiteX227" fmla="*/ 937075 w 1911254"/>
              <a:gd name="connsiteY227" fmla="*/ 257175 h 791908"/>
              <a:gd name="connsiteX228" fmla="*/ 937075 w 1911254"/>
              <a:gd name="connsiteY228" fmla="*/ 581025 h 791908"/>
              <a:gd name="connsiteX229" fmla="*/ 875238 w 1911254"/>
              <a:gd name="connsiteY229" fmla="*/ 581025 h 791908"/>
              <a:gd name="connsiteX230" fmla="*/ 647867 w 1911254"/>
              <a:gd name="connsiteY230" fmla="*/ 257175 h 791908"/>
              <a:gd name="connsiteX231" fmla="*/ 854309 w 1911254"/>
              <a:gd name="connsiteY231" fmla="*/ 257175 h 791908"/>
              <a:gd name="connsiteX232" fmla="*/ 854309 w 1911254"/>
              <a:gd name="connsiteY232" fmla="*/ 312420 h 791908"/>
              <a:gd name="connsiteX233" fmla="*/ 709704 w 1911254"/>
              <a:gd name="connsiteY233" fmla="*/ 312420 h 791908"/>
              <a:gd name="connsiteX234" fmla="*/ 709704 w 1911254"/>
              <a:gd name="connsiteY234" fmla="*/ 393383 h 791908"/>
              <a:gd name="connsiteX235" fmla="*/ 825769 w 1911254"/>
              <a:gd name="connsiteY235" fmla="*/ 393383 h 791908"/>
              <a:gd name="connsiteX236" fmla="*/ 825769 w 1911254"/>
              <a:gd name="connsiteY236" fmla="*/ 447675 h 791908"/>
              <a:gd name="connsiteX237" fmla="*/ 709704 w 1911254"/>
              <a:gd name="connsiteY237" fmla="*/ 447675 h 791908"/>
              <a:gd name="connsiteX238" fmla="*/ 709704 w 1911254"/>
              <a:gd name="connsiteY238" fmla="*/ 581978 h 791908"/>
              <a:gd name="connsiteX239" fmla="*/ 647867 w 1911254"/>
              <a:gd name="connsiteY239" fmla="*/ 581978 h 791908"/>
              <a:gd name="connsiteX240" fmla="*/ 399565 w 1911254"/>
              <a:gd name="connsiteY240" fmla="*/ 58102 h 791908"/>
              <a:gd name="connsiteX241" fmla="*/ 304431 w 1911254"/>
              <a:gd name="connsiteY241" fmla="*/ 156210 h 791908"/>
              <a:gd name="connsiteX242" fmla="*/ 304431 w 1911254"/>
              <a:gd name="connsiteY242" fmla="*/ 254318 h 791908"/>
              <a:gd name="connsiteX243" fmla="*/ 399565 w 1911254"/>
              <a:gd name="connsiteY243" fmla="*/ 254318 h 791908"/>
              <a:gd name="connsiteX244" fmla="*/ 494700 w 1911254"/>
              <a:gd name="connsiteY244" fmla="*/ 156210 h 791908"/>
              <a:gd name="connsiteX245" fmla="*/ 399565 w 1911254"/>
              <a:gd name="connsiteY245" fmla="*/ 58102 h 791908"/>
              <a:gd name="connsiteX246" fmla="*/ 399565 w 1911254"/>
              <a:gd name="connsiteY246" fmla="*/ 0 h 791908"/>
              <a:gd name="connsiteX247" fmla="*/ 551780 w 1911254"/>
              <a:gd name="connsiteY247" fmla="*/ 156210 h 791908"/>
              <a:gd name="connsiteX248" fmla="*/ 399565 w 1911254"/>
              <a:gd name="connsiteY248" fmla="*/ 312420 h 791908"/>
              <a:gd name="connsiteX249" fmla="*/ 304431 w 1911254"/>
              <a:gd name="connsiteY249" fmla="*/ 312420 h 791908"/>
              <a:gd name="connsiteX250" fmla="*/ 304431 w 1911254"/>
              <a:gd name="connsiteY250" fmla="*/ 391478 h 791908"/>
              <a:gd name="connsiteX251" fmla="*/ 393857 w 1911254"/>
              <a:gd name="connsiteY251" fmla="*/ 391478 h 791908"/>
              <a:gd name="connsiteX252" fmla="*/ 393857 w 1911254"/>
              <a:gd name="connsiteY252" fmla="*/ 450533 h 791908"/>
              <a:gd name="connsiteX253" fmla="*/ 304431 w 1911254"/>
              <a:gd name="connsiteY253" fmla="*/ 450533 h 791908"/>
              <a:gd name="connsiteX254" fmla="*/ 304431 w 1911254"/>
              <a:gd name="connsiteY254" fmla="*/ 548640 h 791908"/>
              <a:gd name="connsiteX255" fmla="*/ 152215 w 1911254"/>
              <a:gd name="connsiteY255" fmla="*/ 704850 h 791908"/>
              <a:gd name="connsiteX256" fmla="*/ 0 w 1911254"/>
              <a:gd name="connsiteY256" fmla="*/ 548640 h 791908"/>
              <a:gd name="connsiteX257" fmla="*/ 152215 w 1911254"/>
              <a:gd name="connsiteY257" fmla="*/ 392430 h 791908"/>
              <a:gd name="connsiteX258" fmla="*/ 247350 w 1911254"/>
              <a:gd name="connsiteY258" fmla="*/ 392430 h 791908"/>
              <a:gd name="connsiteX259" fmla="*/ 247350 w 1911254"/>
              <a:gd name="connsiteY259" fmla="*/ 313373 h 791908"/>
              <a:gd name="connsiteX260" fmla="*/ 157923 w 1911254"/>
              <a:gd name="connsiteY260" fmla="*/ 313373 h 791908"/>
              <a:gd name="connsiteX261" fmla="*/ 157923 w 1911254"/>
              <a:gd name="connsiteY261" fmla="*/ 254318 h 791908"/>
              <a:gd name="connsiteX262" fmla="*/ 247350 w 1911254"/>
              <a:gd name="connsiteY262" fmla="*/ 254318 h 791908"/>
              <a:gd name="connsiteX263" fmla="*/ 247350 w 1911254"/>
              <a:gd name="connsiteY263" fmla="*/ 156210 h 791908"/>
              <a:gd name="connsiteX264" fmla="*/ 399565 w 1911254"/>
              <a:gd name="connsiteY264" fmla="*/ 0 h 791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1911254" h="791908">
                <a:moveTo>
                  <a:pt x="1105274" y="787908"/>
                </a:moveTo>
                <a:lnTo>
                  <a:pt x="1105308" y="787916"/>
                </a:lnTo>
                <a:lnTo>
                  <a:pt x="1105274" y="788003"/>
                </a:lnTo>
                <a:close/>
                <a:moveTo>
                  <a:pt x="1513020" y="713327"/>
                </a:moveTo>
                <a:cubicBezTo>
                  <a:pt x="1493518" y="713327"/>
                  <a:pt x="1482672" y="721995"/>
                  <a:pt x="1482672" y="734854"/>
                </a:cubicBezTo>
                <a:lnTo>
                  <a:pt x="1482672" y="735235"/>
                </a:lnTo>
                <a:cubicBezTo>
                  <a:pt x="1482672" y="748665"/>
                  <a:pt x="1495325" y="756380"/>
                  <a:pt x="1509405" y="756380"/>
                </a:cubicBezTo>
                <a:cubicBezTo>
                  <a:pt x="1528242" y="756380"/>
                  <a:pt x="1544320" y="744760"/>
                  <a:pt x="1544320" y="727996"/>
                </a:cubicBezTo>
                <a:lnTo>
                  <a:pt x="1544320" y="717518"/>
                </a:lnTo>
                <a:cubicBezTo>
                  <a:pt x="1536518" y="715518"/>
                  <a:pt x="1526244" y="713327"/>
                  <a:pt x="1513020" y="713327"/>
                </a:cubicBezTo>
                <a:close/>
                <a:moveTo>
                  <a:pt x="1011947" y="676560"/>
                </a:moveTo>
                <a:cubicBezTo>
                  <a:pt x="992634" y="676560"/>
                  <a:pt x="974369" y="692657"/>
                  <a:pt x="974369" y="716184"/>
                </a:cubicBezTo>
                <a:lnTo>
                  <a:pt x="974369" y="716565"/>
                </a:lnTo>
                <a:cubicBezTo>
                  <a:pt x="974369" y="740282"/>
                  <a:pt x="992825" y="756189"/>
                  <a:pt x="1011947" y="756189"/>
                </a:cubicBezTo>
                <a:cubicBezTo>
                  <a:pt x="1031069" y="756189"/>
                  <a:pt x="1048098" y="741520"/>
                  <a:pt x="1048098" y="716755"/>
                </a:cubicBezTo>
                <a:lnTo>
                  <a:pt x="1048098" y="716374"/>
                </a:lnTo>
                <a:cubicBezTo>
                  <a:pt x="1048098" y="692181"/>
                  <a:pt x="1031259" y="676560"/>
                  <a:pt x="1011947" y="676560"/>
                </a:cubicBezTo>
                <a:close/>
                <a:moveTo>
                  <a:pt x="901686" y="676560"/>
                </a:moveTo>
                <a:cubicBezTo>
                  <a:pt x="882374" y="676560"/>
                  <a:pt x="864108" y="692657"/>
                  <a:pt x="864108" y="716184"/>
                </a:cubicBezTo>
                <a:lnTo>
                  <a:pt x="864108" y="716565"/>
                </a:lnTo>
                <a:cubicBezTo>
                  <a:pt x="864108" y="740282"/>
                  <a:pt x="882564" y="756189"/>
                  <a:pt x="901686" y="756189"/>
                </a:cubicBezTo>
                <a:cubicBezTo>
                  <a:pt x="920808" y="756189"/>
                  <a:pt x="937837" y="741520"/>
                  <a:pt x="937837" y="716755"/>
                </a:cubicBezTo>
                <a:lnTo>
                  <a:pt x="937837" y="716374"/>
                </a:lnTo>
                <a:cubicBezTo>
                  <a:pt x="937837" y="692181"/>
                  <a:pt x="920998" y="676560"/>
                  <a:pt x="901686" y="676560"/>
                </a:cubicBezTo>
                <a:close/>
                <a:moveTo>
                  <a:pt x="1576856" y="670274"/>
                </a:moveTo>
                <a:lnTo>
                  <a:pt x="1585703" y="670274"/>
                </a:lnTo>
                <a:lnTo>
                  <a:pt x="1585703" y="762571"/>
                </a:lnTo>
                <a:lnTo>
                  <a:pt x="1576856" y="762571"/>
                </a:lnTo>
                <a:close/>
                <a:moveTo>
                  <a:pt x="1102515" y="670179"/>
                </a:moveTo>
                <a:lnTo>
                  <a:pt x="1112790" y="670179"/>
                </a:lnTo>
                <a:lnTo>
                  <a:pt x="1151129" y="752665"/>
                </a:lnTo>
                <a:lnTo>
                  <a:pt x="1184426" y="670179"/>
                </a:lnTo>
                <a:lnTo>
                  <a:pt x="1194225" y="670179"/>
                </a:lnTo>
                <a:lnTo>
                  <a:pt x="1154268" y="765715"/>
                </a:lnTo>
                <a:cubicBezTo>
                  <a:pt x="1146087" y="785050"/>
                  <a:pt x="1136763" y="791908"/>
                  <a:pt x="1123540" y="791908"/>
                </a:cubicBezTo>
                <a:lnTo>
                  <a:pt x="1105308" y="787916"/>
                </a:lnTo>
                <a:lnTo>
                  <a:pt x="1108318" y="780193"/>
                </a:lnTo>
                <a:cubicBezTo>
                  <a:pt x="1113170" y="782574"/>
                  <a:pt x="1117166" y="783622"/>
                  <a:pt x="1124015" y="783622"/>
                </a:cubicBezTo>
                <a:cubicBezTo>
                  <a:pt x="1133624" y="783622"/>
                  <a:pt x="1139903" y="778002"/>
                  <a:pt x="1146753" y="761905"/>
                </a:cubicBezTo>
                <a:close/>
                <a:moveTo>
                  <a:pt x="752229" y="670179"/>
                </a:moveTo>
                <a:lnTo>
                  <a:pt x="761077" y="670179"/>
                </a:lnTo>
                <a:lnTo>
                  <a:pt x="761077" y="725043"/>
                </a:lnTo>
                <a:cubicBezTo>
                  <a:pt x="761077" y="744093"/>
                  <a:pt x="771732" y="756571"/>
                  <a:pt x="790378" y="756571"/>
                </a:cubicBezTo>
                <a:cubicBezTo>
                  <a:pt x="809024" y="756571"/>
                  <a:pt x="822343" y="742855"/>
                  <a:pt x="822343" y="723614"/>
                </a:cubicBezTo>
                <a:lnTo>
                  <a:pt x="822343" y="670274"/>
                </a:lnTo>
                <a:lnTo>
                  <a:pt x="831191" y="670274"/>
                </a:lnTo>
                <a:lnTo>
                  <a:pt x="831191" y="762571"/>
                </a:lnTo>
                <a:lnTo>
                  <a:pt x="822343" y="762571"/>
                </a:lnTo>
                <a:lnTo>
                  <a:pt x="822343" y="745427"/>
                </a:lnTo>
                <a:cubicBezTo>
                  <a:pt x="816160" y="756285"/>
                  <a:pt x="805885" y="764762"/>
                  <a:pt x="789046" y="764762"/>
                </a:cubicBezTo>
                <a:cubicBezTo>
                  <a:pt x="765738" y="764762"/>
                  <a:pt x="752134" y="748856"/>
                  <a:pt x="752134" y="726758"/>
                </a:cubicBezTo>
                <a:lnTo>
                  <a:pt x="752229" y="726662"/>
                </a:lnTo>
                <a:close/>
                <a:moveTo>
                  <a:pt x="1514352" y="668750"/>
                </a:moveTo>
                <a:cubicBezTo>
                  <a:pt x="1527005" y="668750"/>
                  <a:pt x="1536804" y="672179"/>
                  <a:pt x="1543463" y="678846"/>
                </a:cubicBezTo>
                <a:cubicBezTo>
                  <a:pt x="1549647" y="685038"/>
                  <a:pt x="1552882" y="693515"/>
                  <a:pt x="1552882" y="704945"/>
                </a:cubicBezTo>
                <a:lnTo>
                  <a:pt x="1552882" y="762476"/>
                </a:lnTo>
                <a:lnTo>
                  <a:pt x="1544224" y="762476"/>
                </a:lnTo>
                <a:lnTo>
                  <a:pt x="1544224" y="747141"/>
                </a:lnTo>
                <a:cubicBezTo>
                  <a:pt x="1537850" y="755999"/>
                  <a:pt x="1526529" y="764667"/>
                  <a:pt x="1509025" y="764667"/>
                </a:cubicBezTo>
                <a:cubicBezTo>
                  <a:pt x="1491520" y="764667"/>
                  <a:pt x="1473444" y="754856"/>
                  <a:pt x="1473444" y="735711"/>
                </a:cubicBezTo>
                <a:lnTo>
                  <a:pt x="1473254" y="735711"/>
                </a:lnTo>
                <a:lnTo>
                  <a:pt x="1473254" y="735330"/>
                </a:lnTo>
                <a:cubicBezTo>
                  <a:pt x="1473254" y="716185"/>
                  <a:pt x="1489712" y="705326"/>
                  <a:pt x="1513591" y="705326"/>
                </a:cubicBezTo>
                <a:cubicBezTo>
                  <a:pt x="1526434" y="705326"/>
                  <a:pt x="1535282" y="706945"/>
                  <a:pt x="1544129" y="709327"/>
                </a:cubicBezTo>
                <a:lnTo>
                  <a:pt x="1544129" y="705326"/>
                </a:lnTo>
                <a:cubicBezTo>
                  <a:pt x="1544129" y="686657"/>
                  <a:pt x="1532713" y="677132"/>
                  <a:pt x="1513781" y="677132"/>
                </a:cubicBezTo>
                <a:cubicBezTo>
                  <a:pt x="1502555" y="677132"/>
                  <a:pt x="1493327" y="680180"/>
                  <a:pt x="1484860" y="684562"/>
                </a:cubicBezTo>
                <a:lnTo>
                  <a:pt x="1481626" y="676751"/>
                </a:lnTo>
                <a:cubicBezTo>
                  <a:pt x="1491710" y="672084"/>
                  <a:pt x="1501699" y="668750"/>
                  <a:pt x="1514352" y="668750"/>
                </a:cubicBezTo>
                <a:close/>
                <a:moveTo>
                  <a:pt x="1012898" y="668178"/>
                </a:moveTo>
                <a:cubicBezTo>
                  <a:pt x="1035160" y="668178"/>
                  <a:pt x="1057706" y="686085"/>
                  <a:pt x="1057706" y="716184"/>
                </a:cubicBezTo>
                <a:lnTo>
                  <a:pt x="1057706" y="716565"/>
                </a:lnTo>
                <a:cubicBezTo>
                  <a:pt x="1057706" y="746569"/>
                  <a:pt x="1035065" y="764857"/>
                  <a:pt x="1012898" y="764857"/>
                </a:cubicBezTo>
                <a:cubicBezTo>
                  <a:pt x="994442" y="764857"/>
                  <a:pt x="982550" y="754379"/>
                  <a:pt x="974939" y="742759"/>
                </a:cubicBezTo>
                <a:lnTo>
                  <a:pt x="974939" y="791622"/>
                </a:lnTo>
                <a:lnTo>
                  <a:pt x="966092" y="791622"/>
                </a:lnTo>
                <a:lnTo>
                  <a:pt x="966092" y="670369"/>
                </a:lnTo>
                <a:lnTo>
                  <a:pt x="966092" y="670274"/>
                </a:lnTo>
                <a:lnTo>
                  <a:pt x="974939" y="670274"/>
                </a:lnTo>
                <a:lnTo>
                  <a:pt x="974939" y="690943"/>
                </a:lnTo>
                <a:cubicBezTo>
                  <a:pt x="982931" y="678846"/>
                  <a:pt x="994632" y="668178"/>
                  <a:pt x="1012898" y="668178"/>
                </a:cubicBezTo>
                <a:close/>
                <a:moveTo>
                  <a:pt x="902637" y="668178"/>
                </a:moveTo>
                <a:cubicBezTo>
                  <a:pt x="924899" y="668178"/>
                  <a:pt x="947446" y="686085"/>
                  <a:pt x="947446" y="716184"/>
                </a:cubicBezTo>
                <a:lnTo>
                  <a:pt x="947446" y="716565"/>
                </a:lnTo>
                <a:cubicBezTo>
                  <a:pt x="947446" y="746569"/>
                  <a:pt x="924804" y="764857"/>
                  <a:pt x="902637" y="764857"/>
                </a:cubicBezTo>
                <a:cubicBezTo>
                  <a:pt x="884181" y="764857"/>
                  <a:pt x="872289" y="754379"/>
                  <a:pt x="864679" y="742759"/>
                </a:cubicBezTo>
                <a:lnTo>
                  <a:pt x="864679" y="791622"/>
                </a:lnTo>
                <a:lnTo>
                  <a:pt x="855831" y="791622"/>
                </a:lnTo>
                <a:lnTo>
                  <a:pt x="855831" y="670369"/>
                </a:lnTo>
                <a:lnTo>
                  <a:pt x="855831" y="670274"/>
                </a:lnTo>
                <a:lnTo>
                  <a:pt x="864679" y="670274"/>
                </a:lnTo>
                <a:lnTo>
                  <a:pt x="864679" y="690943"/>
                </a:lnTo>
                <a:cubicBezTo>
                  <a:pt x="872670" y="678846"/>
                  <a:pt x="884371" y="668178"/>
                  <a:pt x="902637" y="668178"/>
                </a:cubicBezTo>
                <a:close/>
                <a:moveTo>
                  <a:pt x="1653724" y="668083"/>
                </a:moveTo>
                <a:cubicBezTo>
                  <a:pt x="1677032" y="668083"/>
                  <a:pt x="1690636" y="683990"/>
                  <a:pt x="1690636" y="706088"/>
                </a:cubicBezTo>
                <a:lnTo>
                  <a:pt x="1690636" y="762571"/>
                </a:lnTo>
                <a:lnTo>
                  <a:pt x="1681788" y="762571"/>
                </a:lnTo>
                <a:lnTo>
                  <a:pt x="1681788" y="707707"/>
                </a:lnTo>
                <a:cubicBezTo>
                  <a:pt x="1681788" y="688752"/>
                  <a:pt x="1671133" y="676275"/>
                  <a:pt x="1652487" y="676275"/>
                </a:cubicBezTo>
                <a:cubicBezTo>
                  <a:pt x="1633841" y="676275"/>
                  <a:pt x="1620522" y="689991"/>
                  <a:pt x="1620522" y="709231"/>
                </a:cubicBezTo>
                <a:lnTo>
                  <a:pt x="1620522" y="762571"/>
                </a:lnTo>
                <a:lnTo>
                  <a:pt x="1611674" y="762571"/>
                </a:lnTo>
                <a:lnTo>
                  <a:pt x="1611674" y="670274"/>
                </a:lnTo>
                <a:lnTo>
                  <a:pt x="1620427" y="670274"/>
                </a:lnTo>
                <a:lnTo>
                  <a:pt x="1620427" y="687419"/>
                </a:lnTo>
                <a:cubicBezTo>
                  <a:pt x="1626610" y="676560"/>
                  <a:pt x="1636885" y="668083"/>
                  <a:pt x="1653724" y="668083"/>
                </a:cubicBezTo>
                <a:close/>
                <a:moveTo>
                  <a:pt x="687062" y="634174"/>
                </a:moveTo>
                <a:cubicBezTo>
                  <a:pt x="705518" y="634174"/>
                  <a:pt x="717600" y="639222"/>
                  <a:pt x="730443" y="649509"/>
                </a:cubicBezTo>
                <a:lnTo>
                  <a:pt x="724450" y="656939"/>
                </a:lnTo>
                <a:cubicBezTo>
                  <a:pt x="712558" y="646652"/>
                  <a:pt x="700571" y="642651"/>
                  <a:pt x="686681" y="642651"/>
                </a:cubicBezTo>
                <a:cubicBezTo>
                  <a:pt x="668035" y="642651"/>
                  <a:pt x="655762" y="653319"/>
                  <a:pt x="655762" y="666559"/>
                </a:cubicBezTo>
                <a:lnTo>
                  <a:pt x="655762" y="666940"/>
                </a:lnTo>
                <a:cubicBezTo>
                  <a:pt x="655762" y="680370"/>
                  <a:pt x="662612" y="688466"/>
                  <a:pt x="692675" y="694658"/>
                </a:cubicBezTo>
                <a:cubicBezTo>
                  <a:pt x="721976" y="700658"/>
                  <a:pt x="734248" y="711136"/>
                  <a:pt x="734248" y="729614"/>
                </a:cubicBezTo>
                <a:lnTo>
                  <a:pt x="734248" y="729995"/>
                </a:lnTo>
                <a:cubicBezTo>
                  <a:pt x="734248" y="750474"/>
                  <a:pt x="716744" y="764571"/>
                  <a:pt x="692294" y="764571"/>
                </a:cubicBezTo>
                <a:cubicBezTo>
                  <a:pt x="672030" y="764571"/>
                  <a:pt x="656524" y="757904"/>
                  <a:pt x="641302" y="744283"/>
                </a:cubicBezTo>
                <a:lnTo>
                  <a:pt x="641302" y="744093"/>
                </a:lnTo>
                <a:lnTo>
                  <a:pt x="647486" y="737044"/>
                </a:lnTo>
                <a:cubicBezTo>
                  <a:pt x="661375" y="749903"/>
                  <a:pt x="674219" y="755903"/>
                  <a:pt x="692865" y="755903"/>
                </a:cubicBezTo>
                <a:cubicBezTo>
                  <a:pt x="711511" y="755903"/>
                  <a:pt x="724830" y="745235"/>
                  <a:pt x="724830" y="730757"/>
                </a:cubicBezTo>
                <a:lnTo>
                  <a:pt x="724830" y="730376"/>
                </a:lnTo>
                <a:cubicBezTo>
                  <a:pt x="724830" y="716946"/>
                  <a:pt x="717790" y="709231"/>
                  <a:pt x="689060" y="703421"/>
                </a:cubicBezTo>
                <a:cubicBezTo>
                  <a:pt x="658712" y="697229"/>
                  <a:pt x="646439" y="686943"/>
                  <a:pt x="646439" y="667797"/>
                </a:cubicBezTo>
                <a:lnTo>
                  <a:pt x="646439" y="667416"/>
                </a:lnTo>
                <a:cubicBezTo>
                  <a:pt x="646439" y="648652"/>
                  <a:pt x="663563" y="634174"/>
                  <a:pt x="687062" y="634174"/>
                </a:cubicBezTo>
                <a:close/>
                <a:moveTo>
                  <a:pt x="1575714" y="634079"/>
                </a:moveTo>
                <a:lnTo>
                  <a:pt x="1586749" y="634079"/>
                </a:lnTo>
                <a:lnTo>
                  <a:pt x="1586749" y="646176"/>
                </a:lnTo>
                <a:lnTo>
                  <a:pt x="1575714" y="646176"/>
                </a:lnTo>
                <a:close/>
                <a:moveTo>
                  <a:pt x="1314380" y="633602"/>
                </a:moveTo>
                <a:cubicBezTo>
                  <a:pt x="1337021" y="633602"/>
                  <a:pt x="1350531" y="641889"/>
                  <a:pt x="1363564" y="653890"/>
                </a:cubicBezTo>
                <a:lnTo>
                  <a:pt x="1356905" y="660748"/>
                </a:lnTo>
                <a:cubicBezTo>
                  <a:pt x="1345869" y="650080"/>
                  <a:pt x="1333216" y="642079"/>
                  <a:pt x="1314284" y="642079"/>
                </a:cubicBezTo>
                <a:cubicBezTo>
                  <a:pt x="1283937" y="642079"/>
                  <a:pt x="1261009" y="666844"/>
                  <a:pt x="1261009" y="698753"/>
                </a:cubicBezTo>
                <a:lnTo>
                  <a:pt x="1261009" y="699134"/>
                </a:lnTo>
                <a:cubicBezTo>
                  <a:pt x="1261009" y="731138"/>
                  <a:pt x="1284317" y="756094"/>
                  <a:pt x="1314475" y="756094"/>
                </a:cubicBezTo>
                <a:cubicBezTo>
                  <a:pt x="1332740" y="756094"/>
                  <a:pt x="1345203" y="749045"/>
                  <a:pt x="1358046" y="736377"/>
                </a:cubicBezTo>
                <a:lnTo>
                  <a:pt x="1364420" y="742568"/>
                </a:lnTo>
                <a:cubicBezTo>
                  <a:pt x="1351006" y="755808"/>
                  <a:pt x="1336546" y="764666"/>
                  <a:pt x="1314189" y="764666"/>
                </a:cubicBezTo>
                <a:cubicBezTo>
                  <a:pt x="1278038" y="764666"/>
                  <a:pt x="1251305" y="735901"/>
                  <a:pt x="1251305" y="699515"/>
                </a:cubicBezTo>
                <a:lnTo>
                  <a:pt x="1251115" y="699515"/>
                </a:lnTo>
                <a:lnTo>
                  <a:pt x="1251115" y="699134"/>
                </a:lnTo>
                <a:cubicBezTo>
                  <a:pt x="1251115" y="663320"/>
                  <a:pt x="1277848" y="633602"/>
                  <a:pt x="1314380" y="633602"/>
                </a:cubicBezTo>
                <a:close/>
                <a:moveTo>
                  <a:pt x="1379166" y="630459"/>
                </a:moveTo>
                <a:lnTo>
                  <a:pt x="1387918" y="630459"/>
                </a:lnTo>
                <a:lnTo>
                  <a:pt x="1387918" y="687418"/>
                </a:lnTo>
                <a:cubicBezTo>
                  <a:pt x="1394102" y="676560"/>
                  <a:pt x="1404377" y="668083"/>
                  <a:pt x="1421216" y="668083"/>
                </a:cubicBezTo>
                <a:cubicBezTo>
                  <a:pt x="1444523" y="668083"/>
                  <a:pt x="1458128" y="683989"/>
                  <a:pt x="1458128" y="706087"/>
                </a:cubicBezTo>
                <a:lnTo>
                  <a:pt x="1458128" y="762571"/>
                </a:lnTo>
                <a:lnTo>
                  <a:pt x="1449280" y="762571"/>
                </a:lnTo>
                <a:lnTo>
                  <a:pt x="1449280" y="707707"/>
                </a:lnTo>
                <a:cubicBezTo>
                  <a:pt x="1449280" y="688752"/>
                  <a:pt x="1438625" y="676274"/>
                  <a:pt x="1419979" y="676274"/>
                </a:cubicBezTo>
                <a:cubicBezTo>
                  <a:pt x="1401332" y="676274"/>
                  <a:pt x="1388014" y="689990"/>
                  <a:pt x="1388014" y="709231"/>
                </a:cubicBezTo>
                <a:lnTo>
                  <a:pt x="1388014" y="762571"/>
                </a:lnTo>
                <a:lnTo>
                  <a:pt x="1379166" y="762571"/>
                </a:lnTo>
                <a:close/>
                <a:moveTo>
                  <a:pt x="1077589" y="630459"/>
                </a:moveTo>
                <a:lnTo>
                  <a:pt x="1086436" y="630459"/>
                </a:lnTo>
                <a:lnTo>
                  <a:pt x="1086436" y="762571"/>
                </a:lnTo>
                <a:lnTo>
                  <a:pt x="1077589" y="762571"/>
                </a:lnTo>
                <a:close/>
                <a:moveTo>
                  <a:pt x="152215" y="450533"/>
                </a:moveTo>
                <a:cubicBezTo>
                  <a:pt x="99891" y="450533"/>
                  <a:pt x="57081" y="494348"/>
                  <a:pt x="57081" y="548640"/>
                </a:cubicBezTo>
                <a:cubicBezTo>
                  <a:pt x="57081" y="602933"/>
                  <a:pt x="99891" y="646748"/>
                  <a:pt x="152215" y="646748"/>
                </a:cubicBezTo>
                <a:cubicBezTo>
                  <a:pt x="204539" y="646748"/>
                  <a:pt x="247350" y="602933"/>
                  <a:pt x="247350" y="548640"/>
                </a:cubicBezTo>
                <a:lnTo>
                  <a:pt x="247350" y="450533"/>
                </a:lnTo>
                <a:close/>
                <a:moveTo>
                  <a:pt x="1780919" y="375285"/>
                </a:moveTo>
                <a:cubicBezTo>
                  <a:pt x="1740011" y="375285"/>
                  <a:pt x="1705763" y="410527"/>
                  <a:pt x="1705763" y="452437"/>
                </a:cubicBezTo>
                <a:cubicBezTo>
                  <a:pt x="1705763" y="494347"/>
                  <a:pt x="1739060" y="529589"/>
                  <a:pt x="1780919" y="529589"/>
                </a:cubicBezTo>
                <a:cubicBezTo>
                  <a:pt x="1822779" y="529589"/>
                  <a:pt x="1856076" y="495300"/>
                  <a:pt x="1856076" y="452437"/>
                </a:cubicBezTo>
                <a:cubicBezTo>
                  <a:pt x="1856076" y="410527"/>
                  <a:pt x="1821827" y="375285"/>
                  <a:pt x="1780919" y="375285"/>
                </a:cubicBezTo>
                <a:close/>
                <a:moveTo>
                  <a:pt x="1085485" y="374332"/>
                </a:moveTo>
                <a:cubicBezTo>
                  <a:pt x="1056945" y="374332"/>
                  <a:pt x="1033161" y="391477"/>
                  <a:pt x="1021745" y="421957"/>
                </a:cubicBezTo>
                <a:lnTo>
                  <a:pt x="1149225" y="421957"/>
                </a:lnTo>
                <a:cubicBezTo>
                  <a:pt x="1137809" y="392429"/>
                  <a:pt x="1114026" y="374332"/>
                  <a:pt x="1085485" y="374332"/>
                </a:cubicBezTo>
                <a:close/>
                <a:moveTo>
                  <a:pt x="1198696" y="323850"/>
                </a:moveTo>
                <a:lnTo>
                  <a:pt x="1269096" y="323850"/>
                </a:lnTo>
                <a:lnTo>
                  <a:pt x="1269096" y="324802"/>
                </a:lnTo>
                <a:lnTo>
                  <a:pt x="1319517" y="404813"/>
                </a:lnTo>
                <a:lnTo>
                  <a:pt x="1369938" y="323850"/>
                </a:lnTo>
                <a:lnTo>
                  <a:pt x="1438435" y="323850"/>
                </a:lnTo>
                <a:lnTo>
                  <a:pt x="1354717" y="448627"/>
                </a:lnTo>
                <a:lnTo>
                  <a:pt x="1443192" y="581025"/>
                </a:lnTo>
                <a:lnTo>
                  <a:pt x="1371841" y="581025"/>
                </a:lnTo>
                <a:lnTo>
                  <a:pt x="1371841" y="580073"/>
                </a:lnTo>
                <a:lnTo>
                  <a:pt x="1317614" y="495300"/>
                </a:lnTo>
                <a:lnTo>
                  <a:pt x="1263388" y="581025"/>
                </a:lnTo>
                <a:lnTo>
                  <a:pt x="1195842" y="581025"/>
                </a:lnTo>
                <a:lnTo>
                  <a:pt x="1283366" y="450533"/>
                </a:lnTo>
                <a:close/>
                <a:moveTo>
                  <a:pt x="1543082" y="320992"/>
                </a:moveTo>
                <a:cubicBezTo>
                  <a:pt x="1572574" y="320992"/>
                  <a:pt x="1605871" y="330517"/>
                  <a:pt x="1632509" y="347662"/>
                </a:cubicBezTo>
                <a:lnTo>
                  <a:pt x="1633460" y="348615"/>
                </a:lnTo>
                <a:lnTo>
                  <a:pt x="1609677" y="393382"/>
                </a:lnTo>
                <a:lnTo>
                  <a:pt x="1607774" y="392430"/>
                </a:lnTo>
                <a:cubicBezTo>
                  <a:pt x="1583039" y="378142"/>
                  <a:pt x="1558304" y="369570"/>
                  <a:pt x="1541180" y="369570"/>
                </a:cubicBezTo>
                <a:cubicBezTo>
                  <a:pt x="1518347" y="369570"/>
                  <a:pt x="1509785" y="381952"/>
                  <a:pt x="1509785" y="392430"/>
                </a:cubicBezTo>
                <a:cubicBezTo>
                  <a:pt x="1509785" y="409575"/>
                  <a:pt x="1530715" y="416242"/>
                  <a:pt x="1557353" y="425767"/>
                </a:cubicBezTo>
                <a:lnTo>
                  <a:pt x="1565915" y="428625"/>
                </a:lnTo>
                <a:cubicBezTo>
                  <a:pt x="1603017" y="441007"/>
                  <a:pt x="1642022" y="458152"/>
                  <a:pt x="1641071" y="504825"/>
                </a:cubicBezTo>
                <a:cubicBezTo>
                  <a:pt x="1641071" y="580072"/>
                  <a:pt x="1574477" y="587692"/>
                  <a:pt x="1545936" y="587692"/>
                </a:cubicBezTo>
                <a:cubicBezTo>
                  <a:pt x="1508834" y="587692"/>
                  <a:pt x="1471731" y="574357"/>
                  <a:pt x="1441288" y="551497"/>
                </a:cubicBezTo>
                <a:lnTo>
                  <a:pt x="1440337" y="550545"/>
                </a:lnTo>
                <a:lnTo>
                  <a:pt x="1466975" y="507682"/>
                </a:lnTo>
                <a:lnTo>
                  <a:pt x="1468877" y="508635"/>
                </a:lnTo>
                <a:cubicBezTo>
                  <a:pt x="1495515" y="526732"/>
                  <a:pt x="1524055" y="537210"/>
                  <a:pt x="1547839" y="537210"/>
                </a:cubicBezTo>
                <a:cubicBezTo>
                  <a:pt x="1579234" y="537210"/>
                  <a:pt x="1583039" y="521017"/>
                  <a:pt x="1583039" y="513397"/>
                </a:cubicBezTo>
                <a:cubicBezTo>
                  <a:pt x="1583039" y="495300"/>
                  <a:pt x="1561158" y="488632"/>
                  <a:pt x="1536423" y="481012"/>
                </a:cubicBezTo>
                <a:lnTo>
                  <a:pt x="1526909" y="478155"/>
                </a:lnTo>
                <a:cubicBezTo>
                  <a:pt x="1488856" y="465772"/>
                  <a:pt x="1452705" y="448627"/>
                  <a:pt x="1452705" y="401955"/>
                </a:cubicBezTo>
                <a:cubicBezTo>
                  <a:pt x="1452705" y="345757"/>
                  <a:pt x="1498369" y="320992"/>
                  <a:pt x="1543082" y="320992"/>
                </a:cubicBezTo>
                <a:close/>
                <a:moveTo>
                  <a:pt x="1086437" y="320039"/>
                </a:moveTo>
                <a:cubicBezTo>
                  <a:pt x="1153031" y="320039"/>
                  <a:pt x="1208209" y="380047"/>
                  <a:pt x="1208209" y="452437"/>
                </a:cubicBezTo>
                <a:cubicBezTo>
                  <a:pt x="1208209" y="458152"/>
                  <a:pt x="1207257" y="464819"/>
                  <a:pt x="1206306" y="471487"/>
                </a:cubicBezTo>
                <a:lnTo>
                  <a:pt x="1206306" y="472439"/>
                </a:lnTo>
                <a:lnTo>
                  <a:pt x="1017940" y="472439"/>
                </a:lnTo>
                <a:cubicBezTo>
                  <a:pt x="1025550" y="506729"/>
                  <a:pt x="1053139" y="529589"/>
                  <a:pt x="1085485" y="529589"/>
                </a:cubicBezTo>
                <a:cubicBezTo>
                  <a:pt x="1108317" y="529589"/>
                  <a:pt x="1130198" y="518159"/>
                  <a:pt x="1143517" y="499109"/>
                </a:cubicBezTo>
                <a:lnTo>
                  <a:pt x="1192987" y="521969"/>
                </a:lnTo>
                <a:lnTo>
                  <a:pt x="1192036" y="522922"/>
                </a:lnTo>
                <a:cubicBezTo>
                  <a:pt x="1169204" y="561022"/>
                  <a:pt x="1129247" y="584834"/>
                  <a:pt x="1086437" y="584834"/>
                </a:cubicBezTo>
                <a:cubicBezTo>
                  <a:pt x="1018891" y="584834"/>
                  <a:pt x="963713" y="525779"/>
                  <a:pt x="963713" y="452437"/>
                </a:cubicBezTo>
                <a:cubicBezTo>
                  <a:pt x="963713" y="379094"/>
                  <a:pt x="1019842" y="320039"/>
                  <a:pt x="1086437" y="320039"/>
                </a:cubicBezTo>
                <a:close/>
                <a:moveTo>
                  <a:pt x="1780919" y="319087"/>
                </a:moveTo>
                <a:cubicBezTo>
                  <a:pt x="1852270" y="319087"/>
                  <a:pt x="1911254" y="379095"/>
                  <a:pt x="1911254" y="452437"/>
                </a:cubicBezTo>
                <a:cubicBezTo>
                  <a:pt x="1911254" y="525779"/>
                  <a:pt x="1853222" y="585787"/>
                  <a:pt x="1780919" y="585787"/>
                </a:cubicBezTo>
                <a:cubicBezTo>
                  <a:pt x="1708617" y="585787"/>
                  <a:pt x="1650585" y="525779"/>
                  <a:pt x="1650585" y="452437"/>
                </a:cubicBezTo>
                <a:cubicBezTo>
                  <a:pt x="1650585" y="379095"/>
                  <a:pt x="1709568" y="319087"/>
                  <a:pt x="1780919" y="319087"/>
                </a:cubicBezTo>
                <a:close/>
                <a:moveTo>
                  <a:pt x="875238" y="257175"/>
                </a:moveTo>
                <a:lnTo>
                  <a:pt x="937075" y="257175"/>
                </a:lnTo>
                <a:lnTo>
                  <a:pt x="937075" y="581025"/>
                </a:lnTo>
                <a:lnTo>
                  <a:pt x="875238" y="581025"/>
                </a:lnTo>
                <a:close/>
                <a:moveTo>
                  <a:pt x="647867" y="257175"/>
                </a:moveTo>
                <a:lnTo>
                  <a:pt x="854309" y="257175"/>
                </a:lnTo>
                <a:lnTo>
                  <a:pt x="854309" y="312420"/>
                </a:lnTo>
                <a:lnTo>
                  <a:pt x="709704" y="312420"/>
                </a:lnTo>
                <a:lnTo>
                  <a:pt x="709704" y="393383"/>
                </a:lnTo>
                <a:lnTo>
                  <a:pt x="825769" y="393383"/>
                </a:lnTo>
                <a:lnTo>
                  <a:pt x="825769" y="447675"/>
                </a:lnTo>
                <a:lnTo>
                  <a:pt x="709704" y="447675"/>
                </a:lnTo>
                <a:lnTo>
                  <a:pt x="709704" y="581978"/>
                </a:lnTo>
                <a:lnTo>
                  <a:pt x="647867" y="581978"/>
                </a:lnTo>
                <a:close/>
                <a:moveTo>
                  <a:pt x="399565" y="58102"/>
                </a:moveTo>
                <a:cubicBezTo>
                  <a:pt x="347241" y="58102"/>
                  <a:pt x="304431" y="101918"/>
                  <a:pt x="304431" y="156210"/>
                </a:cubicBezTo>
                <a:lnTo>
                  <a:pt x="304431" y="254318"/>
                </a:lnTo>
                <a:lnTo>
                  <a:pt x="399565" y="254318"/>
                </a:lnTo>
                <a:cubicBezTo>
                  <a:pt x="451889" y="254318"/>
                  <a:pt x="494700" y="210502"/>
                  <a:pt x="494700" y="156210"/>
                </a:cubicBezTo>
                <a:cubicBezTo>
                  <a:pt x="494700" y="101918"/>
                  <a:pt x="451889" y="58102"/>
                  <a:pt x="399565" y="58102"/>
                </a:cubicBezTo>
                <a:close/>
                <a:moveTo>
                  <a:pt x="399565" y="0"/>
                </a:moveTo>
                <a:cubicBezTo>
                  <a:pt x="484235" y="0"/>
                  <a:pt x="551780" y="70485"/>
                  <a:pt x="551780" y="156210"/>
                </a:cubicBezTo>
                <a:cubicBezTo>
                  <a:pt x="551780" y="241935"/>
                  <a:pt x="483284" y="312420"/>
                  <a:pt x="399565" y="312420"/>
                </a:cubicBezTo>
                <a:lnTo>
                  <a:pt x="304431" y="312420"/>
                </a:lnTo>
                <a:lnTo>
                  <a:pt x="304431" y="391478"/>
                </a:lnTo>
                <a:lnTo>
                  <a:pt x="393857" y="391478"/>
                </a:lnTo>
                <a:lnTo>
                  <a:pt x="393857" y="450533"/>
                </a:lnTo>
                <a:lnTo>
                  <a:pt x="304431" y="450533"/>
                </a:lnTo>
                <a:lnTo>
                  <a:pt x="304431" y="548640"/>
                </a:lnTo>
                <a:cubicBezTo>
                  <a:pt x="304431" y="634365"/>
                  <a:pt x="235934" y="704850"/>
                  <a:pt x="152215" y="704850"/>
                </a:cubicBezTo>
                <a:cubicBezTo>
                  <a:pt x="68497" y="704850"/>
                  <a:pt x="0" y="634365"/>
                  <a:pt x="0" y="548640"/>
                </a:cubicBezTo>
                <a:cubicBezTo>
                  <a:pt x="0" y="462915"/>
                  <a:pt x="68497" y="392430"/>
                  <a:pt x="152215" y="392430"/>
                </a:cubicBezTo>
                <a:lnTo>
                  <a:pt x="247350" y="392430"/>
                </a:lnTo>
                <a:lnTo>
                  <a:pt x="247350" y="313373"/>
                </a:lnTo>
                <a:lnTo>
                  <a:pt x="157923" y="313373"/>
                </a:lnTo>
                <a:lnTo>
                  <a:pt x="157923" y="254318"/>
                </a:lnTo>
                <a:lnTo>
                  <a:pt x="247350" y="254318"/>
                </a:lnTo>
                <a:lnTo>
                  <a:pt x="247350" y="156210"/>
                </a:lnTo>
                <a:cubicBezTo>
                  <a:pt x="247350" y="70485"/>
                  <a:pt x="315847" y="0"/>
                  <a:pt x="399565" y="0"/>
                </a:cubicBezTo>
                <a:close/>
              </a:path>
            </a:pathLst>
          </a:custGeom>
          <a:solidFill>
            <a:schemeClr val="bg1"/>
          </a:solidFill>
          <a:ln w="949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639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 - Flexs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084D43A-72D2-A9FF-8030-4DCCBCE0AF6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9144000" cy="5143498"/>
          </a:xfrm>
          <a:custGeom>
            <a:avLst/>
            <a:gdLst>
              <a:gd name="connsiteX0" fmla="*/ 569519 w 9144000"/>
              <a:gd name="connsiteY0" fmla="*/ 3345691 h 5143498"/>
              <a:gd name="connsiteX1" fmla="*/ 574605 w 9144000"/>
              <a:gd name="connsiteY1" fmla="*/ 3345691 h 5143498"/>
              <a:gd name="connsiteX2" fmla="*/ 574605 w 9144000"/>
              <a:gd name="connsiteY2" fmla="*/ 3411574 h 5143498"/>
              <a:gd name="connsiteX3" fmla="*/ 573209 w 9144000"/>
              <a:gd name="connsiteY3" fmla="*/ 3438120 h 5143498"/>
              <a:gd name="connsiteX4" fmla="*/ 556304 w 9144000"/>
              <a:gd name="connsiteY4" fmla="*/ 3474070 h 5143498"/>
              <a:gd name="connsiteX5" fmla="*/ 507560 w 9144000"/>
              <a:gd name="connsiteY5" fmla="*/ 3500965 h 5143498"/>
              <a:gd name="connsiteX6" fmla="*/ 452286 w 9144000"/>
              <a:gd name="connsiteY6" fmla="*/ 3485125 h 5143498"/>
              <a:gd name="connsiteX7" fmla="*/ 423643 w 9144000"/>
              <a:gd name="connsiteY7" fmla="*/ 3434956 h 5143498"/>
              <a:gd name="connsiteX8" fmla="*/ 443098 w 9144000"/>
              <a:gd name="connsiteY8" fmla="*/ 3370848 h 5143498"/>
              <a:gd name="connsiteX9" fmla="*/ 498732 w 9144000"/>
              <a:gd name="connsiteY9" fmla="*/ 3345725 h 5143498"/>
              <a:gd name="connsiteX10" fmla="*/ 569519 w 9144000"/>
              <a:gd name="connsiteY10" fmla="*/ 3345691 h 5143498"/>
              <a:gd name="connsiteX11" fmla="*/ 1805972 w 9144000"/>
              <a:gd name="connsiteY11" fmla="*/ 3285206 h 5143498"/>
              <a:gd name="connsiteX12" fmla="*/ 1845171 w 9144000"/>
              <a:gd name="connsiteY12" fmla="*/ 3305213 h 5143498"/>
              <a:gd name="connsiteX13" fmla="*/ 1846616 w 9144000"/>
              <a:gd name="connsiteY13" fmla="*/ 3386677 h 5143498"/>
              <a:gd name="connsiteX14" fmla="*/ 1819066 w 9144000"/>
              <a:gd name="connsiteY14" fmla="*/ 3405630 h 5143498"/>
              <a:gd name="connsiteX15" fmla="*/ 1801366 w 9144000"/>
              <a:gd name="connsiteY15" fmla="*/ 3408480 h 5143498"/>
              <a:gd name="connsiteX16" fmla="*/ 1763571 w 9144000"/>
              <a:gd name="connsiteY16" fmla="*/ 3394848 h 5143498"/>
              <a:gd name="connsiteX17" fmla="*/ 1741246 w 9144000"/>
              <a:gd name="connsiteY17" fmla="*/ 3352589 h 5143498"/>
              <a:gd name="connsiteX18" fmla="*/ 1790258 w 9144000"/>
              <a:gd name="connsiteY18" fmla="*/ 3286174 h 5143498"/>
              <a:gd name="connsiteX19" fmla="*/ 1805972 w 9144000"/>
              <a:gd name="connsiteY19" fmla="*/ 3285206 h 5143498"/>
              <a:gd name="connsiteX20" fmla="*/ 1244638 w 9144000"/>
              <a:gd name="connsiteY20" fmla="*/ 3284585 h 5143498"/>
              <a:gd name="connsiteX21" fmla="*/ 1269055 w 9144000"/>
              <a:gd name="connsiteY21" fmla="*/ 3291113 h 5143498"/>
              <a:gd name="connsiteX22" fmla="*/ 1294282 w 9144000"/>
              <a:gd name="connsiteY22" fmla="*/ 3320357 h 5143498"/>
              <a:gd name="connsiteX23" fmla="*/ 1295001 w 9144000"/>
              <a:gd name="connsiteY23" fmla="*/ 3322569 h 5143498"/>
              <a:gd name="connsiteX24" fmla="*/ 1193997 w 9144000"/>
              <a:gd name="connsiteY24" fmla="*/ 3322569 h 5143498"/>
              <a:gd name="connsiteX25" fmla="*/ 1196603 w 9144000"/>
              <a:gd name="connsiteY25" fmla="*/ 3316666 h 5143498"/>
              <a:gd name="connsiteX26" fmla="*/ 1220116 w 9144000"/>
              <a:gd name="connsiteY26" fmla="*/ 3291069 h 5143498"/>
              <a:gd name="connsiteX27" fmla="*/ 1244638 w 9144000"/>
              <a:gd name="connsiteY27" fmla="*/ 3284585 h 5143498"/>
              <a:gd name="connsiteX28" fmla="*/ 1388130 w 9144000"/>
              <a:gd name="connsiteY28" fmla="*/ 3243791 h 5143498"/>
              <a:gd name="connsiteX29" fmla="*/ 1339371 w 9144000"/>
              <a:gd name="connsiteY29" fmla="*/ 3243894 h 5143498"/>
              <a:gd name="connsiteX30" fmla="*/ 1334952 w 9144000"/>
              <a:gd name="connsiteY30" fmla="*/ 3244089 h 5143498"/>
              <a:gd name="connsiteX31" fmla="*/ 1402315 w 9144000"/>
              <a:gd name="connsiteY31" fmla="*/ 3345192 h 5143498"/>
              <a:gd name="connsiteX32" fmla="*/ 1388254 w 9144000"/>
              <a:gd name="connsiteY32" fmla="*/ 3366311 h 5143498"/>
              <a:gd name="connsiteX33" fmla="*/ 1374367 w 9144000"/>
              <a:gd name="connsiteY33" fmla="*/ 3387087 h 5143498"/>
              <a:gd name="connsiteX34" fmla="*/ 1360210 w 9144000"/>
              <a:gd name="connsiteY34" fmla="*/ 3408190 h 5143498"/>
              <a:gd name="connsiteX35" fmla="*/ 1346369 w 9144000"/>
              <a:gd name="connsiteY35" fmla="*/ 3428999 h 5143498"/>
              <a:gd name="connsiteX36" fmla="*/ 1332693 w 9144000"/>
              <a:gd name="connsiteY36" fmla="*/ 3449808 h 5143498"/>
              <a:gd name="connsiteX37" fmla="*/ 1334587 w 9144000"/>
              <a:gd name="connsiteY37" fmla="*/ 3450024 h 5143498"/>
              <a:gd name="connsiteX38" fmla="*/ 1384618 w 9144000"/>
              <a:gd name="connsiteY38" fmla="*/ 3450112 h 5143498"/>
              <a:gd name="connsiteX39" fmla="*/ 1389206 w 9144000"/>
              <a:gd name="connsiteY39" fmla="*/ 3447262 h 5143498"/>
              <a:gd name="connsiteX40" fmla="*/ 1422546 w 9144000"/>
              <a:gd name="connsiteY40" fmla="*/ 3394232 h 5143498"/>
              <a:gd name="connsiteX41" fmla="*/ 1430724 w 9144000"/>
              <a:gd name="connsiteY41" fmla="*/ 3381427 h 5143498"/>
              <a:gd name="connsiteX42" fmla="*/ 1451082 w 9144000"/>
              <a:gd name="connsiteY42" fmla="*/ 3413673 h 5143498"/>
              <a:gd name="connsiteX43" fmla="*/ 1472155 w 9144000"/>
              <a:gd name="connsiteY43" fmla="*/ 3447282 h 5143498"/>
              <a:gd name="connsiteX44" fmla="*/ 1477200 w 9144000"/>
              <a:gd name="connsiteY44" fmla="*/ 3450090 h 5143498"/>
              <a:gd name="connsiteX45" fmla="*/ 1527656 w 9144000"/>
              <a:gd name="connsiteY45" fmla="*/ 3450026 h 5143498"/>
              <a:gd name="connsiteX46" fmla="*/ 1530916 w 9144000"/>
              <a:gd name="connsiteY46" fmla="*/ 3449730 h 5143498"/>
              <a:gd name="connsiteX47" fmla="*/ 1460217 w 9144000"/>
              <a:gd name="connsiteY47" fmla="*/ 3343987 h 5143498"/>
              <a:gd name="connsiteX48" fmla="*/ 1527503 w 9144000"/>
              <a:gd name="connsiteY48" fmla="*/ 3244237 h 5143498"/>
              <a:gd name="connsiteX49" fmla="*/ 1526047 w 9144000"/>
              <a:gd name="connsiteY49" fmla="*/ 3243919 h 5143498"/>
              <a:gd name="connsiteX50" fmla="*/ 1474743 w 9144000"/>
              <a:gd name="connsiteY50" fmla="*/ 3243828 h 5143498"/>
              <a:gd name="connsiteX51" fmla="*/ 1470492 w 9144000"/>
              <a:gd name="connsiteY51" fmla="*/ 3246595 h 5143498"/>
              <a:gd name="connsiteX52" fmla="*/ 1456956 w 9144000"/>
              <a:gd name="connsiteY52" fmla="*/ 3268081 h 5143498"/>
              <a:gd name="connsiteX53" fmla="*/ 1431965 w 9144000"/>
              <a:gd name="connsiteY53" fmla="*/ 3307701 h 5143498"/>
              <a:gd name="connsiteX54" fmla="*/ 1429659 w 9144000"/>
              <a:gd name="connsiteY54" fmla="*/ 3304432 h 5143498"/>
              <a:gd name="connsiteX55" fmla="*/ 1394105 w 9144000"/>
              <a:gd name="connsiteY55" fmla="*/ 3247300 h 5143498"/>
              <a:gd name="connsiteX56" fmla="*/ 1388130 w 9144000"/>
              <a:gd name="connsiteY56" fmla="*/ 3243791 h 5143498"/>
              <a:gd name="connsiteX57" fmla="*/ 1246604 w 9144000"/>
              <a:gd name="connsiteY57" fmla="*/ 3240890 h 5143498"/>
              <a:gd name="connsiteX58" fmla="*/ 1227344 w 9144000"/>
              <a:gd name="connsiteY58" fmla="*/ 3242452 h 5143498"/>
              <a:gd name="connsiteX59" fmla="*/ 1209613 w 9144000"/>
              <a:gd name="connsiteY59" fmla="*/ 3247738 h 5143498"/>
              <a:gd name="connsiteX60" fmla="*/ 1158462 w 9144000"/>
              <a:gd name="connsiteY60" fmla="*/ 3295530 h 5143498"/>
              <a:gd name="connsiteX61" fmla="*/ 1148135 w 9144000"/>
              <a:gd name="connsiteY61" fmla="*/ 3366576 h 5143498"/>
              <a:gd name="connsiteX62" fmla="*/ 1189631 w 9144000"/>
              <a:gd name="connsiteY62" fmla="*/ 3434038 h 5143498"/>
              <a:gd name="connsiteX63" fmla="*/ 1260475 w 9144000"/>
              <a:gd name="connsiteY63" fmla="*/ 3450722 h 5143498"/>
              <a:gd name="connsiteX64" fmla="*/ 1321803 w 9144000"/>
              <a:gd name="connsiteY64" fmla="*/ 3413174 h 5143498"/>
              <a:gd name="connsiteX65" fmla="*/ 1329976 w 9144000"/>
              <a:gd name="connsiteY65" fmla="*/ 3401118 h 5143498"/>
              <a:gd name="connsiteX66" fmla="*/ 1292077 w 9144000"/>
              <a:gd name="connsiteY66" fmla="*/ 3383180 h 5143498"/>
              <a:gd name="connsiteX67" fmla="*/ 1228171 w 9144000"/>
              <a:gd name="connsiteY67" fmla="*/ 3405447 h 5143498"/>
              <a:gd name="connsiteX68" fmla="*/ 1190488 w 9144000"/>
              <a:gd name="connsiteY68" fmla="*/ 3362670 h 5143498"/>
              <a:gd name="connsiteX69" fmla="*/ 1340648 w 9144000"/>
              <a:gd name="connsiteY69" fmla="*/ 3362670 h 5143498"/>
              <a:gd name="connsiteX70" fmla="*/ 1341475 w 9144000"/>
              <a:gd name="connsiteY70" fmla="*/ 3358695 h 5143498"/>
              <a:gd name="connsiteX71" fmla="*/ 1340974 w 9144000"/>
              <a:gd name="connsiteY71" fmla="*/ 3330109 h 5143498"/>
              <a:gd name="connsiteX72" fmla="*/ 1304922 w 9144000"/>
              <a:gd name="connsiteY72" fmla="*/ 3263581 h 5143498"/>
              <a:gd name="connsiteX73" fmla="*/ 1246604 w 9144000"/>
              <a:gd name="connsiteY73" fmla="*/ 3240890 h 5143498"/>
              <a:gd name="connsiteX74" fmla="*/ 1616357 w 9144000"/>
              <a:gd name="connsiteY74" fmla="*/ 3240858 h 5143498"/>
              <a:gd name="connsiteX75" fmla="*/ 1576667 w 9144000"/>
              <a:gd name="connsiteY75" fmla="*/ 3247440 h 5143498"/>
              <a:gd name="connsiteX76" fmla="*/ 1544270 w 9144000"/>
              <a:gd name="connsiteY76" fmla="*/ 3277570 h 5143498"/>
              <a:gd name="connsiteX77" fmla="*/ 1538539 w 9144000"/>
              <a:gd name="connsiteY77" fmla="*/ 3307599 h 5143498"/>
              <a:gd name="connsiteX78" fmla="*/ 1561352 w 9144000"/>
              <a:gd name="connsiteY78" fmla="*/ 3350583 h 5143498"/>
              <a:gd name="connsiteX79" fmla="*/ 1593536 w 9144000"/>
              <a:gd name="connsiteY79" fmla="*/ 3365353 h 5143498"/>
              <a:gd name="connsiteX80" fmla="*/ 1620111 w 9144000"/>
              <a:gd name="connsiteY80" fmla="*/ 3373832 h 5143498"/>
              <a:gd name="connsiteX81" fmla="*/ 1635562 w 9144000"/>
              <a:gd name="connsiteY81" fmla="*/ 3381497 h 5143498"/>
              <a:gd name="connsiteX82" fmla="*/ 1631697 w 9144000"/>
              <a:gd name="connsiteY82" fmla="*/ 3410978 h 5143498"/>
              <a:gd name="connsiteX83" fmla="*/ 1612606 w 9144000"/>
              <a:gd name="connsiteY83" fmla="*/ 3413759 h 5143498"/>
              <a:gd name="connsiteX84" fmla="*/ 1574166 w 9144000"/>
              <a:gd name="connsiteY84" fmla="*/ 3403179 h 5143498"/>
              <a:gd name="connsiteX85" fmla="*/ 1550658 w 9144000"/>
              <a:gd name="connsiteY85" fmla="*/ 3390188 h 5143498"/>
              <a:gd name="connsiteX86" fmla="*/ 1547279 w 9144000"/>
              <a:gd name="connsiteY86" fmla="*/ 3395391 h 5143498"/>
              <a:gd name="connsiteX87" fmla="*/ 1529033 w 9144000"/>
              <a:gd name="connsiteY87" fmla="*/ 3424270 h 5143498"/>
              <a:gd name="connsiteX88" fmla="*/ 1552063 w 9144000"/>
              <a:gd name="connsiteY88" fmla="*/ 3439029 h 5143498"/>
              <a:gd name="connsiteX89" fmla="*/ 1619747 w 9144000"/>
              <a:gd name="connsiteY89" fmla="*/ 3453788 h 5143498"/>
              <a:gd name="connsiteX90" fmla="*/ 1649543 w 9144000"/>
              <a:gd name="connsiteY90" fmla="*/ 3448305 h 5143498"/>
              <a:gd name="connsiteX91" fmla="*/ 1673770 w 9144000"/>
              <a:gd name="connsiteY91" fmla="*/ 3433257 h 5143498"/>
              <a:gd name="connsiteX92" fmla="*/ 1689045 w 9144000"/>
              <a:gd name="connsiteY92" fmla="*/ 3378483 h 5143498"/>
              <a:gd name="connsiteX93" fmla="*/ 1669232 w 9144000"/>
              <a:gd name="connsiteY93" fmla="*/ 3346703 h 5143498"/>
              <a:gd name="connsiteX94" fmla="*/ 1639668 w 9144000"/>
              <a:gd name="connsiteY94" fmla="*/ 3331346 h 5143498"/>
              <a:gd name="connsiteX95" fmla="*/ 1609028 w 9144000"/>
              <a:gd name="connsiteY95" fmla="*/ 3320339 h 5143498"/>
              <a:gd name="connsiteX96" fmla="*/ 1589801 w 9144000"/>
              <a:gd name="connsiteY96" fmla="*/ 3309195 h 5143498"/>
              <a:gd name="connsiteX97" fmla="*/ 1588743 w 9144000"/>
              <a:gd name="connsiteY97" fmla="*/ 3289199 h 5143498"/>
              <a:gd name="connsiteX98" fmla="*/ 1600067 w 9144000"/>
              <a:gd name="connsiteY98" fmla="*/ 3282252 h 5143498"/>
              <a:gd name="connsiteX99" fmla="*/ 1622709 w 9144000"/>
              <a:gd name="connsiteY99" fmla="*/ 3282523 h 5143498"/>
              <a:gd name="connsiteX100" fmla="*/ 1660745 w 9144000"/>
              <a:gd name="connsiteY100" fmla="*/ 3297519 h 5143498"/>
              <a:gd name="connsiteX101" fmla="*/ 1664812 w 9144000"/>
              <a:gd name="connsiteY101" fmla="*/ 3299621 h 5143498"/>
              <a:gd name="connsiteX102" fmla="*/ 1684154 w 9144000"/>
              <a:gd name="connsiteY102" fmla="*/ 3263679 h 5143498"/>
              <a:gd name="connsiteX103" fmla="*/ 1683487 w 9144000"/>
              <a:gd name="connsiteY103" fmla="*/ 3262796 h 5143498"/>
              <a:gd name="connsiteX104" fmla="*/ 1682094 w 9144000"/>
              <a:gd name="connsiteY104" fmla="*/ 3261832 h 5143498"/>
              <a:gd name="connsiteX105" fmla="*/ 1616357 w 9144000"/>
              <a:gd name="connsiteY105" fmla="*/ 3240858 h 5143498"/>
              <a:gd name="connsiteX106" fmla="*/ 1809123 w 9144000"/>
              <a:gd name="connsiteY106" fmla="*/ 3240013 h 5143498"/>
              <a:gd name="connsiteX107" fmla="*/ 1785616 w 9144000"/>
              <a:gd name="connsiteY107" fmla="*/ 3240931 h 5143498"/>
              <a:gd name="connsiteX108" fmla="*/ 1723374 w 9144000"/>
              <a:gd name="connsiteY108" fmla="*/ 3275450 h 5143498"/>
              <a:gd name="connsiteX109" fmla="*/ 1704753 w 9144000"/>
              <a:gd name="connsiteY109" fmla="*/ 3387539 h 5143498"/>
              <a:gd name="connsiteX110" fmla="*/ 1756706 w 9144000"/>
              <a:gd name="connsiteY110" fmla="*/ 3443584 h 5143498"/>
              <a:gd name="connsiteX111" fmla="*/ 1827486 w 9144000"/>
              <a:gd name="connsiteY111" fmla="*/ 3450247 h 5143498"/>
              <a:gd name="connsiteX112" fmla="*/ 1878635 w 9144000"/>
              <a:gd name="connsiteY112" fmla="*/ 3418114 h 5143498"/>
              <a:gd name="connsiteX113" fmla="*/ 1904114 w 9144000"/>
              <a:gd name="connsiteY113" fmla="*/ 3360686 h 5143498"/>
              <a:gd name="connsiteX114" fmla="*/ 1904910 w 9144000"/>
              <a:gd name="connsiteY114" fmla="*/ 3359005 h 5143498"/>
              <a:gd name="connsiteX115" fmla="*/ 1904594 w 9144000"/>
              <a:gd name="connsiteY115" fmla="*/ 3334640 h 5143498"/>
              <a:gd name="connsiteX116" fmla="*/ 1903726 w 9144000"/>
              <a:gd name="connsiteY116" fmla="*/ 3328166 h 5143498"/>
              <a:gd name="connsiteX117" fmla="*/ 1870638 w 9144000"/>
              <a:gd name="connsiteY117" fmla="*/ 3267235 h 5143498"/>
              <a:gd name="connsiteX118" fmla="*/ 1809123 w 9144000"/>
              <a:gd name="connsiteY118" fmla="*/ 3240013 h 5143498"/>
              <a:gd name="connsiteX119" fmla="*/ 894698 w 9144000"/>
              <a:gd name="connsiteY119" fmla="*/ 3190948 h 5143498"/>
              <a:gd name="connsiteX120" fmla="*/ 894698 w 9144000"/>
              <a:gd name="connsiteY120" fmla="*/ 3324621 h 5143498"/>
              <a:gd name="connsiteX121" fmla="*/ 894698 w 9144000"/>
              <a:gd name="connsiteY121" fmla="*/ 3450047 h 5143498"/>
              <a:gd name="connsiteX122" fmla="*/ 944474 w 9144000"/>
              <a:gd name="connsiteY122" fmla="*/ 3450047 h 5143498"/>
              <a:gd name="connsiteX123" fmla="*/ 944474 w 9144000"/>
              <a:gd name="connsiteY123" fmla="*/ 3414244 h 5143498"/>
              <a:gd name="connsiteX124" fmla="*/ 944485 w 9144000"/>
              <a:gd name="connsiteY124" fmla="*/ 3379048 h 5143498"/>
              <a:gd name="connsiteX125" fmla="*/ 944650 w 9144000"/>
              <a:gd name="connsiteY125" fmla="*/ 3343318 h 5143498"/>
              <a:gd name="connsiteX126" fmla="*/ 1036742 w 9144000"/>
              <a:gd name="connsiteY126" fmla="*/ 3343318 h 5143498"/>
              <a:gd name="connsiteX127" fmla="*/ 1036742 w 9144000"/>
              <a:gd name="connsiteY127" fmla="*/ 3299031 h 5143498"/>
              <a:gd name="connsiteX128" fmla="*/ 944755 w 9144000"/>
              <a:gd name="connsiteY128" fmla="*/ 3299031 h 5143498"/>
              <a:gd name="connsiteX129" fmla="*/ 944755 w 9144000"/>
              <a:gd name="connsiteY129" fmla="*/ 3235764 h 5143498"/>
              <a:gd name="connsiteX130" fmla="*/ 945405 w 9144000"/>
              <a:gd name="connsiteY130" fmla="*/ 3235500 h 5143498"/>
              <a:gd name="connsiteX131" fmla="*/ 1058624 w 9144000"/>
              <a:gd name="connsiteY131" fmla="*/ 3235398 h 5143498"/>
              <a:gd name="connsiteX132" fmla="*/ 1059882 w 9144000"/>
              <a:gd name="connsiteY132" fmla="*/ 3235248 h 5143498"/>
              <a:gd name="connsiteX133" fmla="*/ 1060209 w 9144000"/>
              <a:gd name="connsiteY133" fmla="*/ 3235007 h 5143498"/>
              <a:gd name="connsiteX134" fmla="*/ 1060477 w 9144000"/>
              <a:gd name="connsiteY134" fmla="*/ 3234742 h 5143498"/>
              <a:gd name="connsiteX135" fmla="*/ 1060477 w 9144000"/>
              <a:gd name="connsiteY135" fmla="*/ 3190948 h 5143498"/>
              <a:gd name="connsiteX136" fmla="*/ 894698 w 9144000"/>
              <a:gd name="connsiteY136" fmla="*/ 3190948 h 5143498"/>
              <a:gd name="connsiteX137" fmla="*/ 1079101 w 9144000"/>
              <a:gd name="connsiteY137" fmla="*/ 3190728 h 5143498"/>
              <a:gd name="connsiteX138" fmla="*/ 1076460 w 9144000"/>
              <a:gd name="connsiteY138" fmla="*/ 3190914 h 5143498"/>
              <a:gd name="connsiteX139" fmla="*/ 1076460 w 9144000"/>
              <a:gd name="connsiteY139" fmla="*/ 3449806 h 5143498"/>
              <a:gd name="connsiteX140" fmla="*/ 1126016 w 9144000"/>
              <a:gd name="connsiteY140" fmla="*/ 3449806 h 5143498"/>
              <a:gd name="connsiteX141" fmla="*/ 1126016 w 9144000"/>
              <a:gd name="connsiteY141" fmla="*/ 3444604 h 5143498"/>
              <a:gd name="connsiteX142" fmla="*/ 1126009 w 9144000"/>
              <a:gd name="connsiteY142" fmla="*/ 3196108 h 5143498"/>
              <a:gd name="connsiteX143" fmla="*/ 1125580 w 9144000"/>
              <a:gd name="connsiteY143" fmla="*/ 3191175 h 5143498"/>
              <a:gd name="connsiteX144" fmla="*/ 1123627 w 9144000"/>
              <a:gd name="connsiteY144" fmla="*/ 3190729 h 5143498"/>
              <a:gd name="connsiteX145" fmla="*/ 1079101 w 9144000"/>
              <a:gd name="connsiteY145" fmla="*/ 3190728 h 5143498"/>
              <a:gd name="connsiteX146" fmla="*/ 704656 w 9144000"/>
              <a:gd name="connsiteY146" fmla="*/ 3033065 h 5143498"/>
              <a:gd name="connsiteX147" fmla="*/ 747241 w 9144000"/>
              <a:gd name="connsiteY147" fmla="*/ 3052781 h 5143498"/>
              <a:gd name="connsiteX148" fmla="*/ 772090 w 9144000"/>
              <a:gd name="connsiteY148" fmla="*/ 3102751 h 5143498"/>
              <a:gd name="connsiteX149" fmla="*/ 754192 w 9144000"/>
              <a:gd name="connsiteY149" fmla="*/ 3161009 h 5143498"/>
              <a:gd name="connsiteX150" fmla="*/ 712451 w 9144000"/>
              <a:gd name="connsiteY150" fmla="*/ 3186640 h 5143498"/>
              <a:gd name="connsiteX151" fmla="*/ 695312 w 9144000"/>
              <a:gd name="connsiteY151" fmla="*/ 3188655 h 5143498"/>
              <a:gd name="connsiteX152" fmla="*/ 623646 w 9144000"/>
              <a:gd name="connsiteY152" fmla="*/ 3188741 h 5143498"/>
              <a:gd name="connsiteX153" fmla="*/ 620936 w 9144000"/>
              <a:gd name="connsiteY153" fmla="*/ 3188568 h 5143498"/>
              <a:gd name="connsiteX154" fmla="*/ 620702 w 9144000"/>
              <a:gd name="connsiteY154" fmla="*/ 3185132 h 5143498"/>
              <a:gd name="connsiteX155" fmla="*/ 620795 w 9144000"/>
              <a:gd name="connsiteY155" fmla="*/ 3106680 h 5143498"/>
              <a:gd name="connsiteX156" fmla="*/ 622957 w 9144000"/>
              <a:gd name="connsiteY156" fmla="*/ 3091691 h 5143498"/>
              <a:gd name="connsiteX157" fmla="*/ 639199 w 9144000"/>
              <a:gd name="connsiteY157" fmla="*/ 3059681 h 5143498"/>
              <a:gd name="connsiteX158" fmla="*/ 704656 w 9144000"/>
              <a:gd name="connsiteY158" fmla="*/ 3033065 h 5143498"/>
              <a:gd name="connsiteX159" fmla="*/ 683329 w 9144000"/>
              <a:gd name="connsiteY159" fmla="*/ 2985292 h 5143498"/>
              <a:gd name="connsiteX160" fmla="*/ 677055 w 9144000"/>
              <a:gd name="connsiteY160" fmla="*/ 2986854 h 5143498"/>
              <a:gd name="connsiteX161" fmla="*/ 613420 w 9144000"/>
              <a:gd name="connsiteY161" fmla="*/ 3018902 h 5143498"/>
              <a:gd name="connsiteX162" fmla="*/ 588843 w 9144000"/>
              <a:gd name="connsiteY162" fmla="*/ 3051579 h 5143498"/>
              <a:gd name="connsiteX163" fmla="*/ 576473 w 9144000"/>
              <a:gd name="connsiteY163" fmla="*/ 3088292 h 5143498"/>
              <a:gd name="connsiteX164" fmla="*/ 574575 w 9144000"/>
              <a:gd name="connsiteY164" fmla="*/ 3113972 h 5143498"/>
              <a:gd name="connsiteX165" fmla="*/ 574604 w 9144000"/>
              <a:gd name="connsiteY165" fmla="*/ 3183532 h 5143498"/>
              <a:gd name="connsiteX166" fmla="*/ 574604 w 9144000"/>
              <a:gd name="connsiteY166" fmla="*/ 3188583 h 5143498"/>
              <a:gd name="connsiteX167" fmla="*/ 503045 w 9144000"/>
              <a:gd name="connsiteY167" fmla="*/ 3188583 h 5143498"/>
              <a:gd name="connsiteX168" fmla="*/ 503045 w 9144000"/>
              <a:gd name="connsiteY168" fmla="*/ 3235674 h 5143498"/>
              <a:gd name="connsiteX169" fmla="*/ 574298 w 9144000"/>
              <a:gd name="connsiteY169" fmla="*/ 3235700 h 5143498"/>
              <a:gd name="connsiteX170" fmla="*/ 574298 w 9144000"/>
              <a:gd name="connsiteY170" fmla="*/ 3298460 h 5143498"/>
              <a:gd name="connsiteX171" fmla="*/ 569674 w 9144000"/>
              <a:gd name="connsiteY171" fmla="*/ 3298460 h 5143498"/>
              <a:gd name="connsiteX172" fmla="*/ 497993 w 9144000"/>
              <a:gd name="connsiteY172" fmla="*/ 3298441 h 5143498"/>
              <a:gd name="connsiteX173" fmla="*/ 456654 w 9144000"/>
              <a:gd name="connsiteY173" fmla="*/ 3305993 h 5143498"/>
              <a:gd name="connsiteX174" fmla="*/ 417953 w 9144000"/>
              <a:gd name="connsiteY174" fmla="*/ 3329755 h 5143498"/>
              <a:gd name="connsiteX175" fmla="*/ 377790 w 9144000"/>
              <a:gd name="connsiteY175" fmla="*/ 3406426 h 5143498"/>
              <a:gd name="connsiteX176" fmla="*/ 376580 w 9144000"/>
              <a:gd name="connsiteY176" fmla="*/ 3408991 h 5143498"/>
              <a:gd name="connsiteX177" fmla="*/ 376237 w 9144000"/>
              <a:gd name="connsiteY177" fmla="*/ 3438296 h 5143498"/>
              <a:gd name="connsiteX178" fmla="*/ 377714 w 9144000"/>
              <a:gd name="connsiteY178" fmla="*/ 3439791 h 5143498"/>
              <a:gd name="connsiteX179" fmla="*/ 389295 w 9144000"/>
              <a:gd name="connsiteY179" fmla="*/ 3479321 h 5143498"/>
              <a:gd name="connsiteX180" fmla="*/ 408498 w 9144000"/>
              <a:gd name="connsiteY180" fmla="*/ 3508079 h 5143498"/>
              <a:gd name="connsiteX181" fmla="*/ 446675 w 9144000"/>
              <a:gd name="connsiteY181" fmla="*/ 3537027 h 5143498"/>
              <a:gd name="connsiteX182" fmla="*/ 482556 w 9144000"/>
              <a:gd name="connsiteY182" fmla="*/ 3548262 h 5143498"/>
              <a:gd name="connsiteX183" fmla="*/ 512155 w 9144000"/>
              <a:gd name="connsiteY183" fmla="*/ 3548288 h 5143498"/>
              <a:gd name="connsiteX184" fmla="*/ 522371 w 9144000"/>
              <a:gd name="connsiteY184" fmla="*/ 3546570 h 5143498"/>
              <a:gd name="connsiteX185" fmla="*/ 587988 w 9144000"/>
              <a:gd name="connsiteY185" fmla="*/ 3508853 h 5143498"/>
              <a:gd name="connsiteX186" fmla="*/ 613810 w 9144000"/>
              <a:gd name="connsiteY186" fmla="*/ 3465065 h 5143498"/>
              <a:gd name="connsiteX187" fmla="*/ 620686 w 9144000"/>
              <a:gd name="connsiteY187" fmla="*/ 3422723 h 5143498"/>
              <a:gd name="connsiteX188" fmla="*/ 620694 w 9144000"/>
              <a:gd name="connsiteY188" fmla="*/ 3350629 h 5143498"/>
              <a:gd name="connsiteX189" fmla="*/ 620694 w 9144000"/>
              <a:gd name="connsiteY189" fmla="*/ 3345646 h 5143498"/>
              <a:gd name="connsiteX190" fmla="*/ 692258 w 9144000"/>
              <a:gd name="connsiteY190" fmla="*/ 3345646 h 5143498"/>
              <a:gd name="connsiteX191" fmla="*/ 692258 w 9144000"/>
              <a:gd name="connsiteY191" fmla="*/ 3298370 h 5143498"/>
              <a:gd name="connsiteX192" fmla="*/ 621073 w 9144000"/>
              <a:gd name="connsiteY192" fmla="*/ 3298370 h 5143498"/>
              <a:gd name="connsiteX193" fmla="*/ 621438 w 9144000"/>
              <a:gd name="connsiteY193" fmla="*/ 3235690 h 5143498"/>
              <a:gd name="connsiteX194" fmla="*/ 626016 w 9144000"/>
              <a:gd name="connsiteY194" fmla="*/ 3235690 h 5143498"/>
              <a:gd name="connsiteX195" fmla="*/ 699805 w 9144000"/>
              <a:gd name="connsiteY195" fmla="*/ 3235636 h 5143498"/>
              <a:gd name="connsiteX196" fmla="*/ 714949 w 9144000"/>
              <a:gd name="connsiteY196" fmla="*/ 3234434 h 5143498"/>
              <a:gd name="connsiteX197" fmla="*/ 787613 w 9144000"/>
              <a:gd name="connsiteY197" fmla="*/ 3193750 h 5143498"/>
              <a:gd name="connsiteX198" fmla="*/ 817465 w 9144000"/>
              <a:gd name="connsiteY198" fmla="*/ 3095159 h 5143498"/>
              <a:gd name="connsiteX199" fmla="*/ 777920 w 9144000"/>
              <a:gd name="connsiteY199" fmla="*/ 3017347 h 5143498"/>
              <a:gd name="connsiteX200" fmla="*/ 715415 w 9144000"/>
              <a:gd name="connsiteY200" fmla="*/ 2986809 h 5143498"/>
              <a:gd name="connsiteX201" fmla="*/ 710078 w 9144000"/>
              <a:gd name="connsiteY201" fmla="*/ 2985292 h 5143498"/>
              <a:gd name="connsiteX202" fmla="*/ 683329 w 9144000"/>
              <a:gd name="connsiteY202" fmla="*/ 2985292 h 5143498"/>
              <a:gd name="connsiteX203" fmla="*/ 0 w 9144000"/>
              <a:gd name="connsiteY203" fmla="*/ 0 h 5143498"/>
              <a:gd name="connsiteX204" fmla="*/ 9144000 w 9144000"/>
              <a:gd name="connsiteY204" fmla="*/ 0 h 5143498"/>
              <a:gd name="connsiteX205" fmla="*/ 9144000 w 9144000"/>
              <a:gd name="connsiteY205" fmla="*/ 5143498 h 5143498"/>
              <a:gd name="connsiteX206" fmla="*/ 0 w 9144000"/>
              <a:gd name="connsiteY206" fmla="*/ 5143498 h 514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</a:cxnLst>
            <a:rect l="l" t="t" r="r" b="b"/>
            <a:pathLst>
              <a:path w="9144000" h="5143498">
                <a:moveTo>
                  <a:pt x="569519" y="3345691"/>
                </a:moveTo>
                <a:cubicBezTo>
                  <a:pt x="571049" y="3345691"/>
                  <a:pt x="572579" y="3345691"/>
                  <a:pt x="574605" y="3345691"/>
                </a:cubicBezTo>
                <a:cubicBezTo>
                  <a:pt x="574605" y="3367868"/>
                  <a:pt x="574605" y="3389721"/>
                  <a:pt x="574605" y="3411574"/>
                </a:cubicBezTo>
                <a:cubicBezTo>
                  <a:pt x="574569" y="3421010"/>
                  <a:pt x="574847" y="3429593"/>
                  <a:pt x="573209" y="3438120"/>
                </a:cubicBezTo>
                <a:cubicBezTo>
                  <a:pt x="570624" y="3451571"/>
                  <a:pt x="565092" y="3463600"/>
                  <a:pt x="556304" y="3474070"/>
                </a:cubicBezTo>
                <a:cubicBezTo>
                  <a:pt x="543535" y="3489284"/>
                  <a:pt x="527343" y="3498511"/>
                  <a:pt x="507560" y="3500965"/>
                </a:cubicBezTo>
                <a:cubicBezTo>
                  <a:pt x="486942" y="3503523"/>
                  <a:pt x="468418" y="3498019"/>
                  <a:pt x="452286" y="3485125"/>
                </a:cubicBezTo>
                <a:cubicBezTo>
                  <a:pt x="436189" y="3472260"/>
                  <a:pt x="426472" y="3455436"/>
                  <a:pt x="423643" y="3434956"/>
                </a:cubicBezTo>
                <a:cubicBezTo>
                  <a:pt x="420288" y="3410670"/>
                  <a:pt x="426691" y="3389153"/>
                  <a:pt x="443098" y="3370848"/>
                </a:cubicBezTo>
                <a:cubicBezTo>
                  <a:pt x="457906" y="3354329"/>
                  <a:pt x="476529" y="3345865"/>
                  <a:pt x="498732" y="3345725"/>
                </a:cubicBezTo>
                <a:cubicBezTo>
                  <a:pt x="522327" y="3345575"/>
                  <a:pt x="545923" y="3345691"/>
                  <a:pt x="569519" y="3345691"/>
                </a:cubicBezTo>
                <a:close/>
                <a:moveTo>
                  <a:pt x="1805972" y="3285206"/>
                </a:moveTo>
                <a:cubicBezTo>
                  <a:pt x="1821062" y="3286210"/>
                  <a:pt x="1834238" y="3293065"/>
                  <a:pt x="1845171" y="3305213"/>
                </a:cubicBezTo>
                <a:cubicBezTo>
                  <a:pt x="1866117" y="3328486"/>
                  <a:pt x="1866417" y="3362624"/>
                  <a:pt x="1846616" y="3386677"/>
                </a:cubicBezTo>
                <a:cubicBezTo>
                  <a:pt x="1839264" y="3395608"/>
                  <a:pt x="1830024" y="3401892"/>
                  <a:pt x="1819066" y="3405630"/>
                </a:cubicBezTo>
                <a:cubicBezTo>
                  <a:pt x="1812831" y="3407338"/>
                  <a:pt x="1807206" y="3408509"/>
                  <a:pt x="1801366" y="3408480"/>
                </a:cubicBezTo>
                <a:cubicBezTo>
                  <a:pt x="1787140" y="3408408"/>
                  <a:pt x="1774473" y="3403912"/>
                  <a:pt x="1763571" y="3394848"/>
                </a:cubicBezTo>
                <a:cubicBezTo>
                  <a:pt x="1750368" y="3383872"/>
                  <a:pt x="1742869" y="3369687"/>
                  <a:pt x="1741246" y="3352589"/>
                </a:cubicBezTo>
                <a:cubicBezTo>
                  <a:pt x="1738166" y="3320150"/>
                  <a:pt x="1760363" y="3291593"/>
                  <a:pt x="1790258" y="3286174"/>
                </a:cubicBezTo>
                <a:cubicBezTo>
                  <a:pt x="1795700" y="3285188"/>
                  <a:pt x="1800943" y="3284872"/>
                  <a:pt x="1805972" y="3285206"/>
                </a:cubicBezTo>
                <a:close/>
                <a:moveTo>
                  <a:pt x="1244638" y="3284585"/>
                </a:moveTo>
                <a:cubicBezTo>
                  <a:pt x="1252818" y="3284603"/>
                  <a:pt x="1260981" y="3286790"/>
                  <a:pt x="1269055" y="3291113"/>
                </a:cubicBezTo>
                <a:cubicBezTo>
                  <a:pt x="1281066" y="3297545"/>
                  <a:pt x="1289100" y="3307825"/>
                  <a:pt x="1294282" y="3320357"/>
                </a:cubicBezTo>
                <a:cubicBezTo>
                  <a:pt x="1294539" y="3320978"/>
                  <a:pt x="1294701" y="3321638"/>
                  <a:pt x="1295001" y="3322569"/>
                </a:cubicBezTo>
                <a:cubicBezTo>
                  <a:pt x="1261287" y="3322569"/>
                  <a:pt x="1227886" y="3322569"/>
                  <a:pt x="1193997" y="3322569"/>
                </a:cubicBezTo>
                <a:cubicBezTo>
                  <a:pt x="1194934" y="3320448"/>
                  <a:pt x="1195768" y="3318557"/>
                  <a:pt x="1196603" y="3316666"/>
                </a:cubicBezTo>
                <a:cubicBezTo>
                  <a:pt x="1202166" y="3305468"/>
                  <a:pt x="1209529" y="3296724"/>
                  <a:pt x="1220116" y="3291069"/>
                </a:cubicBezTo>
                <a:cubicBezTo>
                  <a:pt x="1228259" y="3286718"/>
                  <a:pt x="1236457" y="3284568"/>
                  <a:pt x="1244638" y="3284585"/>
                </a:cubicBezTo>
                <a:close/>
                <a:moveTo>
                  <a:pt x="1388130" y="3243791"/>
                </a:moveTo>
                <a:cubicBezTo>
                  <a:pt x="1371879" y="3243994"/>
                  <a:pt x="1355625" y="3243883"/>
                  <a:pt x="1339371" y="3243894"/>
                </a:cubicBezTo>
                <a:cubicBezTo>
                  <a:pt x="1338158" y="3243894"/>
                  <a:pt x="1336945" y="3243998"/>
                  <a:pt x="1334952" y="3244089"/>
                </a:cubicBezTo>
                <a:cubicBezTo>
                  <a:pt x="1357643" y="3278145"/>
                  <a:pt x="1379974" y="3311661"/>
                  <a:pt x="1402315" y="3345192"/>
                </a:cubicBezTo>
                <a:cubicBezTo>
                  <a:pt x="1397478" y="3352458"/>
                  <a:pt x="1392872" y="3359388"/>
                  <a:pt x="1388254" y="3366311"/>
                </a:cubicBezTo>
                <a:cubicBezTo>
                  <a:pt x="1383631" y="3373240"/>
                  <a:pt x="1379003" y="3380166"/>
                  <a:pt x="1374367" y="3387087"/>
                </a:cubicBezTo>
                <a:cubicBezTo>
                  <a:pt x="1369654" y="3394125"/>
                  <a:pt x="1364919" y="3401149"/>
                  <a:pt x="1360210" y="3408190"/>
                </a:cubicBezTo>
                <a:cubicBezTo>
                  <a:pt x="1355579" y="3415115"/>
                  <a:pt x="1350909" y="3422015"/>
                  <a:pt x="1346369" y="3428999"/>
                </a:cubicBezTo>
                <a:cubicBezTo>
                  <a:pt x="1341904" y="3435867"/>
                  <a:pt x="1336750" y="3442309"/>
                  <a:pt x="1332693" y="3449808"/>
                </a:cubicBezTo>
                <a:cubicBezTo>
                  <a:pt x="1333766" y="3449933"/>
                  <a:pt x="1334176" y="3450023"/>
                  <a:pt x="1334587" y="3450024"/>
                </a:cubicBezTo>
                <a:cubicBezTo>
                  <a:pt x="1351265" y="3450033"/>
                  <a:pt x="1367942" y="3449966"/>
                  <a:pt x="1384618" y="3450112"/>
                </a:cubicBezTo>
                <a:cubicBezTo>
                  <a:pt x="1387056" y="3450133"/>
                  <a:pt x="1388093" y="3449040"/>
                  <a:pt x="1389206" y="3447262"/>
                </a:cubicBezTo>
                <a:cubicBezTo>
                  <a:pt x="1400287" y="3429565"/>
                  <a:pt x="1411417" y="3411899"/>
                  <a:pt x="1422546" y="3394232"/>
                </a:cubicBezTo>
                <a:cubicBezTo>
                  <a:pt x="1425140" y="3390116"/>
                  <a:pt x="1427782" y="3386031"/>
                  <a:pt x="1430724" y="3381427"/>
                </a:cubicBezTo>
                <a:cubicBezTo>
                  <a:pt x="1437713" y="3392485"/>
                  <a:pt x="1444324" y="3402944"/>
                  <a:pt x="1451082" y="3413673"/>
                </a:cubicBezTo>
                <a:cubicBezTo>
                  <a:pt x="1458224" y="3425043"/>
                  <a:pt x="1465287" y="3436103"/>
                  <a:pt x="1472155" y="3447282"/>
                </a:cubicBezTo>
                <a:cubicBezTo>
                  <a:pt x="1473441" y="3449375"/>
                  <a:pt x="1474792" y="3450104"/>
                  <a:pt x="1477200" y="3450090"/>
                </a:cubicBezTo>
                <a:cubicBezTo>
                  <a:pt x="1494018" y="3449989"/>
                  <a:pt x="1510838" y="3450041"/>
                  <a:pt x="1527656" y="3450026"/>
                </a:cubicBezTo>
                <a:cubicBezTo>
                  <a:pt x="1528566" y="3450025"/>
                  <a:pt x="1529475" y="3449866"/>
                  <a:pt x="1530916" y="3449730"/>
                </a:cubicBezTo>
                <a:cubicBezTo>
                  <a:pt x="1507103" y="3414113"/>
                  <a:pt x="1483611" y="3378976"/>
                  <a:pt x="1460217" y="3343987"/>
                </a:cubicBezTo>
                <a:cubicBezTo>
                  <a:pt x="1482738" y="3310499"/>
                  <a:pt x="1505164" y="3277541"/>
                  <a:pt x="1527503" y="3244237"/>
                </a:cubicBezTo>
                <a:cubicBezTo>
                  <a:pt x="1526589" y="3244033"/>
                  <a:pt x="1526318" y="3243920"/>
                  <a:pt x="1526047" y="3243919"/>
                </a:cubicBezTo>
                <a:cubicBezTo>
                  <a:pt x="1508945" y="3243902"/>
                  <a:pt x="1491844" y="3243944"/>
                  <a:pt x="1474743" y="3243828"/>
                </a:cubicBezTo>
                <a:cubicBezTo>
                  <a:pt x="1472462" y="3243812"/>
                  <a:pt x="1471503" y="3244978"/>
                  <a:pt x="1470492" y="3246595"/>
                </a:cubicBezTo>
                <a:cubicBezTo>
                  <a:pt x="1466006" y="3253774"/>
                  <a:pt x="1461471" y="3260922"/>
                  <a:pt x="1456956" y="3268081"/>
                </a:cubicBezTo>
                <a:cubicBezTo>
                  <a:pt x="1448677" y="3281206"/>
                  <a:pt x="1440398" y="3294330"/>
                  <a:pt x="1431965" y="3307701"/>
                </a:cubicBezTo>
                <a:cubicBezTo>
                  <a:pt x="1431095" y="3306474"/>
                  <a:pt x="1430318" y="3305490"/>
                  <a:pt x="1429659" y="3304432"/>
                </a:cubicBezTo>
                <a:cubicBezTo>
                  <a:pt x="1417791" y="3285399"/>
                  <a:pt x="1405918" y="3266368"/>
                  <a:pt x="1394105" y="3247300"/>
                </a:cubicBezTo>
                <a:cubicBezTo>
                  <a:pt x="1392676" y="3244993"/>
                  <a:pt x="1391188" y="3243752"/>
                  <a:pt x="1388130" y="3243791"/>
                </a:cubicBezTo>
                <a:close/>
                <a:moveTo>
                  <a:pt x="1246604" y="3240890"/>
                </a:moveTo>
                <a:cubicBezTo>
                  <a:pt x="1240330" y="3240675"/>
                  <a:pt x="1234009" y="3241867"/>
                  <a:pt x="1227344" y="3242452"/>
                </a:cubicBezTo>
                <a:cubicBezTo>
                  <a:pt x="1221180" y="3244210"/>
                  <a:pt x="1215175" y="3245438"/>
                  <a:pt x="1209613" y="3247738"/>
                </a:cubicBezTo>
                <a:cubicBezTo>
                  <a:pt x="1186635" y="3257241"/>
                  <a:pt x="1169735" y="3273528"/>
                  <a:pt x="1158462" y="3295530"/>
                </a:cubicBezTo>
                <a:cubicBezTo>
                  <a:pt x="1146965" y="3317968"/>
                  <a:pt x="1143646" y="3341801"/>
                  <a:pt x="1148135" y="3366576"/>
                </a:cubicBezTo>
                <a:cubicBezTo>
                  <a:pt x="1153177" y="3394400"/>
                  <a:pt x="1166716" y="3417237"/>
                  <a:pt x="1189631" y="3434038"/>
                </a:cubicBezTo>
                <a:cubicBezTo>
                  <a:pt x="1210804" y="3449562"/>
                  <a:pt x="1234654" y="3455126"/>
                  <a:pt x="1260475" y="3450722"/>
                </a:cubicBezTo>
                <a:cubicBezTo>
                  <a:pt x="1285782" y="3446406"/>
                  <a:pt x="1306008" y="3433234"/>
                  <a:pt x="1321803" y="3413174"/>
                </a:cubicBezTo>
                <a:cubicBezTo>
                  <a:pt x="1324711" y="3409481"/>
                  <a:pt x="1327106" y="3405383"/>
                  <a:pt x="1329976" y="3401118"/>
                </a:cubicBezTo>
                <a:cubicBezTo>
                  <a:pt x="1316946" y="3394951"/>
                  <a:pt x="1304503" y="3389061"/>
                  <a:pt x="1292077" y="3383180"/>
                </a:cubicBezTo>
                <a:cubicBezTo>
                  <a:pt x="1275208" y="3403920"/>
                  <a:pt x="1254363" y="3413642"/>
                  <a:pt x="1228171" y="3405447"/>
                </a:cubicBezTo>
                <a:cubicBezTo>
                  <a:pt x="1207627" y="3399019"/>
                  <a:pt x="1196397" y="3383280"/>
                  <a:pt x="1190488" y="3362670"/>
                </a:cubicBezTo>
                <a:cubicBezTo>
                  <a:pt x="1240848" y="3362670"/>
                  <a:pt x="1290698" y="3362670"/>
                  <a:pt x="1340648" y="3362670"/>
                </a:cubicBezTo>
                <a:cubicBezTo>
                  <a:pt x="1340969" y="3361151"/>
                  <a:pt x="1341301" y="3359934"/>
                  <a:pt x="1341475" y="3358695"/>
                </a:cubicBezTo>
                <a:cubicBezTo>
                  <a:pt x="1342819" y="3349142"/>
                  <a:pt x="1342388" y="3339633"/>
                  <a:pt x="1340974" y="3330109"/>
                </a:cubicBezTo>
                <a:cubicBezTo>
                  <a:pt x="1337030" y="3303536"/>
                  <a:pt x="1325323" y="3281170"/>
                  <a:pt x="1304922" y="3263581"/>
                </a:cubicBezTo>
                <a:cubicBezTo>
                  <a:pt x="1288196" y="3249161"/>
                  <a:pt x="1268614" y="3241643"/>
                  <a:pt x="1246604" y="3240890"/>
                </a:cubicBezTo>
                <a:close/>
                <a:moveTo>
                  <a:pt x="1616357" y="3240858"/>
                </a:moveTo>
                <a:cubicBezTo>
                  <a:pt x="1602715" y="3240007"/>
                  <a:pt x="1589358" y="3242026"/>
                  <a:pt x="1576667" y="3247440"/>
                </a:cubicBezTo>
                <a:cubicBezTo>
                  <a:pt x="1562252" y="3253588"/>
                  <a:pt x="1550995" y="3263156"/>
                  <a:pt x="1544270" y="3277570"/>
                </a:cubicBezTo>
                <a:cubicBezTo>
                  <a:pt x="1539828" y="3287091"/>
                  <a:pt x="1538360" y="3297155"/>
                  <a:pt x="1538539" y="3307599"/>
                </a:cubicBezTo>
                <a:cubicBezTo>
                  <a:pt x="1538851" y="3325850"/>
                  <a:pt x="1546334" y="3340198"/>
                  <a:pt x="1561352" y="3350583"/>
                </a:cubicBezTo>
                <a:cubicBezTo>
                  <a:pt x="1571207" y="3357399"/>
                  <a:pt x="1582224" y="3361714"/>
                  <a:pt x="1593536" y="3365353"/>
                </a:cubicBezTo>
                <a:cubicBezTo>
                  <a:pt x="1602388" y="3368202"/>
                  <a:pt x="1611384" y="3370645"/>
                  <a:pt x="1620111" y="3373832"/>
                </a:cubicBezTo>
                <a:cubicBezTo>
                  <a:pt x="1625492" y="3375797"/>
                  <a:pt x="1630954" y="3378173"/>
                  <a:pt x="1635562" y="3381497"/>
                </a:cubicBezTo>
                <a:cubicBezTo>
                  <a:pt x="1647040" y="3389776"/>
                  <a:pt x="1644795" y="3405592"/>
                  <a:pt x="1631697" y="3410978"/>
                </a:cubicBezTo>
                <a:cubicBezTo>
                  <a:pt x="1625585" y="3413491"/>
                  <a:pt x="1619136" y="3414136"/>
                  <a:pt x="1612606" y="3413759"/>
                </a:cubicBezTo>
                <a:cubicBezTo>
                  <a:pt x="1599050" y="3412978"/>
                  <a:pt x="1586231" y="3409264"/>
                  <a:pt x="1574166" y="3403179"/>
                </a:cubicBezTo>
                <a:cubicBezTo>
                  <a:pt x="1566264" y="3399193"/>
                  <a:pt x="1558653" y="3394632"/>
                  <a:pt x="1550658" y="3390188"/>
                </a:cubicBezTo>
                <a:cubicBezTo>
                  <a:pt x="1549715" y="3391649"/>
                  <a:pt x="1548589" y="3393397"/>
                  <a:pt x="1547279" y="3395391"/>
                </a:cubicBezTo>
                <a:cubicBezTo>
                  <a:pt x="1541099" y="3405143"/>
                  <a:pt x="1535102" y="3414649"/>
                  <a:pt x="1529033" y="3424270"/>
                </a:cubicBezTo>
                <a:cubicBezTo>
                  <a:pt x="1536296" y="3430276"/>
                  <a:pt x="1543983" y="3435014"/>
                  <a:pt x="1552063" y="3439029"/>
                </a:cubicBezTo>
                <a:cubicBezTo>
                  <a:pt x="1573361" y="3449612"/>
                  <a:pt x="1595790" y="3455034"/>
                  <a:pt x="1619747" y="3453788"/>
                </a:cubicBezTo>
                <a:cubicBezTo>
                  <a:pt x="1629971" y="3453256"/>
                  <a:pt x="1639898" y="3451663"/>
                  <a:pt x="1649543" y="3448305"/>
                </a:cubicBezTo>
                <a:cubicBezTo>
                  <a:pt x="1658738" y="3445105"/>
                  <a:pt x="1667091" y="3440337"/>
                  <a:pt x="1673770" y="3433257"/>
                </a:cubicBezTo>
                <a:cubicBezTo>
                  <a:pt x="1688397" y="3417753"/>
                  <a:pt x="1691441" y="3398644"/>
                  <a:pt x="1689045" y="3378483"/>
                </a:cubicBezTo>
                <a:cubicBezTo>
                  <a:pt x="1687456" y="3365111"/>
                  <a:pt x="1679967" y="3354750"/>
                  <a:pt x="1669232" y="3346703"/>
                </a:cubicBezTo>
                <a:cubicBezTo>
                  <a:pt x="1660217" y="3339944"/>
                  <a:pt x="1650130" y="3335259"/>
                  <a:pt x="1639668" y="3331346"/>
                </a:cubicBezTo>
                <a:cubicBezTo>
                  <a:pt x="1629504" y="3327545"/>
                  <a:pt x="1619198" y="3324124"/>
                  <a:pt x="1609028" y="3320339"/>
                </a:cubicBezTo>
                <a:cubicBezTo>
                  <a:pt x="1602014" y="3317727"/>
                  <a:pt x="1595103" y="3314822"/>
                  <a:pt x="1589801" y="3309195"/>
                </a:cubicBezTo>
                <a:cubicBezTo>
                  <a:pt x="1584210" y="3303262"/>
                  <a:pt x="1583849" y="3295807"/>
                  <a:pt x="1588743" y="3289199"/>
                </a:cubicBezTo>
                <a:cubicBezTo>
                  <a:pt x="1591545" y="3285415"/>
                  <a:pt x="1595585" y="3283362"/>
                  <a:pt x="1600067" y="3282252"/>
                </a:cubicBezTo>
                <a:cubicBezTo>
                  <a:pt x="1607624" y="3280379"/>
                  <a:pt x="1615192" y="3280938"/>
                  <a:pt x="1622709" y="3282523"/>
                </a:cubicBezTo>
                <a:cubicBezTo>
                  <a:pt x="1636228" y="3285374"/>
                  <a:pt x="1648635" y="3291075"/>
                  <a:pt x="1660745" y="3297519"/>
                </a:cubicBezTo>
                <a:cubicBezTo>
                  <a:pt x="1662051" y="3298214"/>
                  <a:pt x="1663374" y="3298879"/>
                  <a:pt x="1664812" y="3299621"/>
                </a:cubicBezTo>
                <a:cubicBezTo>
                  <a:pt x="1671416" y="3287349"/>
                  <a:pt x="1677813" y="3275463"/>
                  <a:pt x="1684154" y="3263679"/>
                </a:cubicBezTo>
                <a:cubicBezTo>
                  <a:pt x="1683820" y="3263227"/>
                  <a:pt x="1683694" y="3262960"/>
                  <a:pt x="1683487" y="3262796"/>
                </a:cubicBezTo>
                <a:cubicBezTo>
                  <a:pt x="1683046" y="3262446"/>
                  <a:pt x="1682572" y="3262132"/>
                  <a:pt x="1682094" y="3261832"/>
                </a:cubicBezTo>
                <a:cubicBezTo>
                  <a:pt x="1661975" y="3249221"/>
                  <a:pt x="1639966" y="3242330"/>
                  <a:pt x="1616357" y="3240858"/>
                </a:cubicBezTo>
                <a:close/>
                <a:moveTo>
                  <a:pt x="1809123" y="3240013"/>
                </a:moveTo>
                <a:cubicBezTo>
                  <a:pt x="1801528" y="3239487"/>
                  <a:pt x="1793690" y="3239793"/>
                  <a:pt x="1785616" y="3240931"/>
                </a:cubicBezTo>
                <a:cubicBezTo>
                  <a:pt x="1760632" y="3244452"/>
                  <a:pt x="1739488" y="3256161"/>
                  <a:pt x="1723374" y="3275450"/>
                </a:cubicBezTo>
                <a:cubicBezTo>
                  <a:pt x="1695383" y="3308955"/>
                  <a:pt x="1689365" y="3346867"/>
                  <a:pt x="1704753" y="3387539"/>
                </a:cubicBezTo>
                <a:cubicBezTo>
                  <a:pt x="1714361" y="3412934"/>
                  <a:pt x="1732083" y="3431677"/>
                  <a:pt x="1756706" y="3443584"/>
                </a:cubicBezTo>
                <a:cubicBezTo>
                  <a:pt x="1779470" y="3454593"/>
                  <a:pt x="1803126" y="3456673"/>
                  <a:pt x="1827486" y="3450247"/>
                </a:cubicBezTo>
                <a:cubicBezTo>
                  <a:pt x="1847834" y="3444879"/>
                  <a:pt x="1864884" y="3434027"/>
                  <a:pt x="1878635" y="3418114"/>
                </a:cubicBezTo>
                <a:cubicBezTo>
                  <a:pt x="1892927" y="3401572"/>
                  <a:pt x="1901789" y="3382570"/>
                  <a:pt x="1904114" y="3360686"/>
                </a:cubicBezTo>
                <a:cubicBezTo>
                  <a:pt x="1904161" y="3360235"/>
                  <a:pt x="1904635" y="3359829"/>
                  <a:pt x="1904910" y="3359005"/>
                </a:cubicBezTo>
                <a:cubicBezTo>
                  <a:pt x="1904910" y="3350672"/>
                  <a:pt x="1904910" y="3342736"/>
                  <a:pt x="1904594" y="3334640"/>
                </a:cubicBezTo>
                <a:cubicBezTo>
                  <a:pt x="1904103" y="3332374"/>
                  <a:pt x="1904108" y="3330234"/>
                  <a:pt x="1903726" y="3328166"/>
                </a:cubicBezTo>
                <a:cubicBezTo>
                  <a:pt x="1899308" y="3304274"/>
                  <a:pt x="1888675" y="3283715"/>
                  <a:pt x="1870638" y="3267235"/>
                </a:cubicBezTo>
                <a:cubicBezTo>
                  <a:pt x="1852495" y="3250657"/>
                  <a:pt x="1831907" y="3241590"/>
                  <a:pt x="1809123" y="3240013"/>
                </a:cubicBezTo>
                <a:close/>
                <a:moveTo>
                  <a:pt x="894698" y="3190948"/>
                </a:moveTo>
                <a:cubicBezTo>
                  <a:pt x="894698" y="3235511"/>
                  <a:pt x="894698" y="3279854"/>
                  <a:pt x="894698" y="3324621"/>
                </a:cubicBezTo>
                <a:cubicBezTo>
                  <a:pt x="894698" y="3366695"/>
                  <a:pt x="894698" y="3408345"/>
                  <a:pt x="894698" y="3450047"/>
                </a:cubicBezTo>
                <a:cubicBezTo>
                  <a:pt x="911516" y="3450047"/>
                  <a:pt x="927831" y="3450047"/>
                  <a:pt x="944474" y="3450047"/>
                </a:cubicBezTo>
                <a:cubicBezTo>
                  <a:pt x="944474" y="3437935"/>
                  <a:pt x="944474" y="3426090"/>
                  <a:pt x="944474" y="3414244"/>
                </a:cubicBezTo>
                <a:cubicBezTo>
                  <a:pt x="944474" y="3402512"/>
                  <a:pt x="944438" y="3390780"/>
                  <a:pt x="944485" y="3379048"/>
                </a:cubicBezTo>
                <a:cubicBezTo>
                  <a:pt x="944531" y="3367250"/>
                  <a:pt x="944277" y="3355446"/>
                  <a:pt x="944650" y="3343318"/>
                </a:cubicBezTo>
                <a:cubicBezTo>
                  <a:pt x="975606" y="3343318"/>
                  <a:pt x="1006076" y="3343318"/>
                  <a:pt x="1036742" y="3343318"/>
                </a:cubicBezTo>
                <a:cubicBezTo>
                  <a:pt x="1036742" y="3328486"/>
                  <a:pt x="1036742" y="3313998"/>
                  <a:pt x="1036742" y="3299031"/>
                </a:cubicBezTo>
                <a:cubicBezTo>
                  <a:pt x="1005989" y="3299031"/>
                  <a:pt x="975408" y="3299031"/>
                  <a:pt x="944755" y="3299031"/>
                </a:cubicBezTo>
                <a:cubicBezTo>
                  <a:pt x="944755" y="3277582"/>
                  <a:pt x="944755" y="3256614"/>
                  <a:pt x="944755" y="3235764"/>
                </a:cubicBezTo>
                <a:cubicBezTo>
                  <a:pt x="945159" y="3235596"/>
                  <a:pt x="945282" y="3235500"/>
                  <a:pt x="945405" y="3235500"/>
                </a:cubicBezTo>
                <a:cubicBezTo>
                  <a:pt x="983145" y="3235464"/>
                  <a:pt x="1020884" y="3235435"/>
                  <a:pt x="1058624" y="3235398"/>
                </a:cubicBezTo>
                <a:cubicBezTo>
                  <a:pt x="1059044" y="3235398"/>
                  <a:pt x="1059466" y="3235322"/>
                  <a:pt x="1059882" y="3235248"/>
                </a:cubicBezTo>
                <a:cubicBezTo>
                  <a:pt x="1060001" y="3235227"/>
                  <a:pt x="1060106" y="3235097"/>
                  <a:pt x="1060209" y="3235007"/>
                </a:cubicBezTo>
                <a:cubicBezTo>
                  <a:pt x="1060315" y="3234914"/>
                  <a:pt x="1060410" y="3234808"/>
                  <a:pt x="1060477" y="3234742"/>
                </a:cubicBezTo>
                <a:cubicBezTo>
                  <a:pt x="1060477" y="3220195"/>
                  <a:pt x="1060477" y="3205684"/>
                  <a:pt x="1060477" y="3190948"/>
                </a:cubicBezTo>
                <a:cubicBezTo>
                  <a:pt x="1005219" y="3190948"/>
                  <a:pt x="950179" y="3190948"/>
                  <a:pt x="894698" y="3190948"/>
                </a:cubicBezTo>
                <a:close/>
                <a:moveTo>
                  <a:pt x="1079101" y="3190728"/>
                </a:moveTo>
                <a:cubicBezTo>
                  <a:pt x="1078288" y="3190729"/>
                  <a:pt x="1077475" y="3190840"/>
                  <a:pt x="1076460" y="3190914"/>
                </a:cubicBezTo>
                <a:cubicBezTo>
                  <a:pt x="1076460" y="3277302"/>
                  <a:pt x="1076460" y="3363443"/>
                  <a:pt x="1076460" y="3449806"/>
                </a:cubicBezTo>
                <a:cubicBezTo>
                  <a:pt x="1092978" y="3449806"/>
                  <a:pt x="1109286" y="3449806"/>
                  <a:pt x="1126016" y="3449806"/>
                </a:cubicBezTo>
                <a:cubicBezTo>
                  <a:pt x="1126016" y="3447928"/>
                  <a:pt x="1126016" y="3446266"/>
                  <a:pt x="1126016" y="3444604"/>
                </a:cubicBezTo>
                <a:cubicBezTo>
                  <a:pt x="1126016" y="3361772"/>
                  <a:pt x="1126017" y="3278940"/>
                  <a:pt x="1126009" y="3196108"/>
                </a:cubicBezTo>
                <a:cubicBezTo>
                  <a:pt x="1126009" y="3194557"/>
                  <a:pt x="1125907" y="3193007"/>
                  <a:pt x="1125580" y="3191175"/>
                </a:cubicBezTo>
                <a:cubicBezTo>
                  <a:pt x="1124747" y="3190836"/>
                  <a:pt x="1124187" y="3190729"/>
                  <a:pt x="1123627" y="3190729"/>
                </a:cubicBezTo>
                <a:cubicBezTo>
                  <a:pt x="1108785" y="3190720"/>
                  <a:pt x="1093943" y="3190718"/>
                  <a:pt x="1079101" y="3190728"/>
                </a:cubicBezTo>
                <a:close/>
                <a:moveTo>
                  <a:pt x="704656" y="3033065"/>
                </a:moveTo>
                <a:cubicBezTo>
                  <a:pt x="720965" y="3034658"/>
                  <a:pt x="735173" y="3041517"/>
                  <a:pt x="747241" y="3052781"/>
                </a:cubicBezTo>
                <a:cubicBezTo>
                  <a:pt x="761793" y="3066363"/>
                  <a:pt x="770167" y="3083137"/>
                  <a:pt x="772090" y="3102751"/>
                </a:cubicBezTo>
                <a:cubicBezTo>
                  <a:pt x="774220" y="3124468"/>
                  <a:pt x="768159" y="3144100"/>
                  <a:pt x="754192" y="3161009"/>
                </a:cubicBezTo>
                <a:cubicBezTo>
                  <a:pt x="743237" y="3174271"/>
                  <a:pt x="729312" y="3183012"/>
                  <a:pt x="712451" y="3186640"/>
                </a:cubicBezTo>
                <a:cubicBezTo>
                  <a:pt x="706847" y="3187846"/>
                  <a:pt x="701037" y="3188603"/>
                  <a:pt x="695312" y="3188655"/>
                </a:cubicBezTo>
                <a:cubicBezTo>
                  <a:pt x="671425" y="3188875"/>
                  <a:pt x="647535" y="3188749"/>
                  <a:pt x="623646" y="3188741"/>
                </a:cubicBezTo>
                <a:cubicBezTo>
                  <a:pt x="622826" y="3188740"/>
                  <a:pt x="622007" y="3188639"/>
                  <a:pt x="620936" y="3188568"/>
                </a:cubicBezTo>
                <a:cubicBezTo>
                  <a:pt x="620847" y="3187305"/>
                  <a:pt x="620703" y="3186218"/>
                  <a:pt x="620702" y="3185132"/>
                </a:cubicBezTo>
                <a:cubicBezTo>
                  <a:pt x="620689" y="3158981"/>
                  <a:pt x="620575" y="3132829"/>
                  <a:pt x="620795" y="3106680"/>
                </a:cubicBezTo>
                <a:cubicBezTo>
                  <a:pt x="620836" y="3101678"/>
                  <a:pt x="622202" y="3096687"/>
                  <a:pt x="622957" y="3091691"/>
                </a:cubicBezTo>
                <a:cubicBezTo>
                  <a:pt x="626112" y="3079361"/>
                  <a:pt x="631294" y="3068777"/>
                  <a:pt x="639199" y="3059681"/>
                </a:cubicBezTo>
                <a:cubicBezTo>
                  <a:pt x="656497" y="3039778"/>
                  <a:pt x="678356" y="3030497"/>
                  <a:pt x="704656" y="3033065"/>
                </a:cubicBezTo>
                <a:close/>
                <a:moveTo>
                  <a:pt x="683329" y="2985292"/>
                </a:moveTo>
                <a:cubicBezTo>
                  <a:pt x="681239" y="2985820"/>
                  <a:pt x="679173" y="2986489"/>
                  <a:pt x="677055" y="2986854"/>
                </a:cubicBezTo>
                <a:cubicBezTo>
                  <a:pt x="652583" y="2991076"/>
                  <a:pt x="631394" y="3001733"/>
                  <a:pt x="613420" y="3018902"/>
                </a:cubicBezTo>
                <a:cubicBezTo>
                  <a:pt x="603413" y="3028460"/>
                  <a:pt x="595226" y="3039359"/>
                  <a:pt x="588843" y="3051579"/>
                </a:cubicBezTo>
                <a:cubicBezTo>
                  <a:pt x="582803" y="3063142"/>
                  <a:pt x="578666" y="3075394"/>
                  <a:pt x="576473" y="3088292"/>
                </a:cubicBezTo>
                <a:cubicBezTo>
                  <a:pt x="575026" y="3096800"/>
                  <a:pt x="574544" y="3105350"/>
                  <a:pt x="574575" y="3113972"/>
                </a:cubicBezTo>
                <a:cubicBezTo>
                  <a:pt x="574660" y="3137158"/>
                  <a:pt x="574604" y="3160345"/>
                  <a:pt x="574604" y="3183532"/>
                </a:cubicBezTo>
                <a:cubicBezTo>
                  <a:pt x="574604" y="3185068"/>
                  <a:pt x="574604" y="3186605"/>
                  <a:pt x="574604" y="3188583"/>
                </a:cubicBezTo>
                <a:cubicBezTo>
                  <a:pt x="550658" y="3188583"/>
                  <a:pt x="526984" y="3188583"/>
                  <a:pt x="503045" y="3188583"/>
                </a:cubicBezTo>
                <a:cubicBezTo>
                  <a:pt x="503045" y="3204362"/>
                  <a:pt x="503045" y="3219701"/>
                  <a:pt x="503045" y="3235674"/>
                </a:cubicBezTo>
                <a:cubicBezTo>
                  <a:pt x="526674" y="3235714"/>
                  <a:pt x="550335" y="3235669"/>
                  <a:pt x="574298" y="3235700"/>
                </a:cubicBezTo>
                <a:cubicBezTo>
                  <a:pt x="574298" y="3256644"/>
                  <a:pt x="574298" y="3277325"/>
                  <a:pt x="574298" y="3298460"/>
                </a:cubicBezTo>
                <a:cubicBezTo>
                  <a:pt x="572699" y="3298460"/>
                  <a:pt x="571187" y="3298460"/>
                  <a:pt x="569674" y="3298460"/>
                </a:cubicBezTo>
                <a:cubicBezTo>
                  <a:pt x="545781" y="3298460"/>
                  <a:pt x="521887" y="3298509"/>
                  <a:pt x="497993" y="3298441"/>
                </a:cubicBezTo>
                <a:cubicBezTo>
                  <a:pt x="483730" y="3298401"/>
                  <a:pt x="469969" y="3301009"/>
                  <a:pt x="456654" y="3305993"/>
                </a:cubicBezTo>
                <a:cubicBezTo>
                  <a:pt x="442223" y="3311394"/>
                  <a:pt x="429338" y="3319335"/>
                  <a:pt x="417953" y="3329755"/>
                </a:cubicBezTo>
                <a:cubicBezTo>
                  <a:pt x="395310" y="3350482"/>
                  <a:pt x="382065" y="3376091"/>
                  <a:pt x="377790" y="3406426"/>
                </a:cubicBezTo>
                <a:cubicBezTo>
                  <a:pt x="377685" y="3407170"/>
                  <a:pt x="377220" y="3407865"/>
                  <a:pt x="376580" y="3408991"/>
                </a:cubicBezTo>
                <a:cubicBezTo>
                  <a:pt x="376237" y="3419032"/>
                  <a:pt x="376237" y="3428664"/>
                  <a:pt x="376237" y="3438296"/>
                </a:cubicBezTo>
                <a:cubicBezTo>
                  <a:pt x="376749" y="3438792"/>
                  <a:pt x="377657" y="3439247"/>
                  <a:pt x="377714" y="3439791"/>
                </a:cubicBezTo>
                <a:cubicBezTo>
                  <a:pt x="379163" y="3453680"/>
                  <a:pt x="383303" y="3466796"/>
                  <a:pt x="389295" y="3479321"/>
                </a:cubicBezTo>
                <a:cubicBezTo>
                  <a:pt x="394308" y="3489800"/>
                  <a:pt x="400761" y="3499398"/>
                  <a:pt x="408498" y="3508079"/>
                </a:cubicBezTo>
                <a:cubicBezTo>
                  <a:pt x="419319" y="3520220"/>
                  <a:pt x="432069" y="3529855"/>
                  <a:pt x="446675" y="3537027"/>
                </a:cubicBezTo>
                <a:cubicBezTo>
                  <a:pt x="457888" y="3542533"/>
                  <a:pt x="469794" y="3545788"/>
                  <a:pt x="482556" y="3548262"/>
                </a:cubicBezTo>
                <a:cubicBezTo>
                  <a:pt x="492704" y="3548578"/>
                  <a:pt x="502336" y="3548578"/>
                  <a:pt x="512155" y="3548288"/>
                </a:cubicBezTo>
                <a:cubicBezTo>
                  <a:pt x="515687" y="3547533"/>
                  <a:pt x="519077" y="3547276"/>
                  <a:pt x="522371" y="3546570"/>
                </a:cubicBezTo>
                <a:cubicBezTo>
                  <a:pt x="548266" y="3541020"/>
                  <a:pt x="570155" y="3528504"/>
                  <a:pt x="587988" y="3508853"/>
                </a:cubicBezTo>
                <a:cubicBezTo>
                  <a:pt x="599635" y="3496020"/>
                  <a:pt x="608179" y="3481405"/>
                  <a:pt x="613810" y="3465065"/>
                </a:cubicBezTo>
                <a:cubicBezTo>
                  <a:pt x="618533" y="3451356"/>
                  <a:pt x="620669" y="3437200"/>
                  <a:pt x="620686" y="3422723"/>
                </a:cubicBezTo>
                <a:cubicBezTo>
                  <a:pt x="620714" y="3398691"/>
                  <a:pt x="620694" y="3374661"/>
                  <a:pt x="620694" y="3350629"/>
                </a:cubicBezTo>
                <a:cubicBezTo>
                  <a:pt x="620694" y="3349115"/>
                  <a:pt x="620694" y="3347600"/>
                  <a:pt x="620694" y="3345646"/>
                </a:cubicBezTo>
                <a:cubicBezTo>
                  <a:pt x="644797" y="3345646"/>
                  <a:pt x="668463" y="3345646"/>
                  <a:pt x="692258" y="3345646"/>
                </a:cubicBezTo>
                <a:cubicBezTo>
                  <a:pt x="692258" y="3329740"/>
                  <a:pt x="692258" y="3314280"/>
                  <a:pt x="692258" y="3298370"/>
                </a:cubicBezTo>
                <a:cubicBezTo>
                  <a:pt x="668339" y="3298370"/>
                  <a:pt x="644676" y="3298370"/>
                  <a:pt x="621073" y="3298370"/>
                </a:cubicBezTo>
                <a:cubicBezTo>
                  <a:pt x="620217" y="3290812"/>
                  <a:pt x="620516" y="3238851"/>
                  <a:pt x="621438" y="3235690"/>
                </a:cubicBezTo>
                <a:cubicBezTo>
                  <a:pt x="622924" y="3235690"/>
                  <a:pt x="624470" y="3235690"/>
                  <a:pt x="626016" y="3235690"/>
                </a:cubicBezTo>
                <a:cubicBezTo>
                  <a:pt x="650612" y="3235690"/>
                  <a:pt x="675209" y="3235755"/>
                  <a:pt x="699805" y="3235636"/>
                </a:cubicBezTo>
                <a:cubicBezTo>
                  <a:pt x="704858" y="3235611"/>
                  <a:pt x="709973" y="3235278"/>
                  <a:pt x="714949" y="3234434"/>
                </a:cubicBezTo>
                <a:cubicBezTo>
                  <a:pt x="743974" y="3229511"/>
                  <a:pt x="768420" y="3216138"/>
                  <a:pt x="787613" y="3193750"/>
                </a:cubicBezTo>
                <a:cubicBezTo>
                  <a:pt x="811980" y="3165325"/>
                  <a:pt x="821648" y="3132230"/>
                  <a:pt x="817465" y="3095159"/>
                </a:cubicBezTo>
                <a:cubicBezTo>
                  <a:pt x="813992" y="3064369"/>
                  <a:pt x="800612" y="3038432"/>
                  <a:pt x="777920" y="3017347"/>
                </a:cubicBezTo>
                <a:cubicBezTo>
                  <a:pt x="760183" y="3000867"/>
                  <a:pt x="739365" y="2990629"/>
                  <a:pt x="715415" y="2986809"/>
                </a:cubicBezTo>
                <a:cubicBezTo>
                  <a:pt x="713731" y="2986541"/>
                  <a:pt x="712120" y="2985809"/>
                  <a:pt x="710078" y="2985292"/>
                </a:cubicBezTo>
                <a:cubicBezTo>
                  <a:pt x="700896" y="2985292"/>
                  <a:pt x="692113" y="2985292"/>
                  <a:pt x="683329" y="2985292"/>
                </a:cubicBez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5143498"/>
                </a:lnTo>
                <a:lnTo>
                  <a:pt x="0" y="514349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4762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27BBDA-90A0-658A-FF2B-825C345C0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827087"/>
            <a:ext cx="4571999" cy="4316411"/>
          </a:xfrm>
          <a:custGeom>
            <a:avLst/>
            <a:gdLst>
              <a:gd name="connsiteX0" fmla="*/ 569519 w 4571999"/>
              <a:gd name="connsiteY0" fmla="*/ 2518604 h 4316411"/>
              <a:gd name="connsiteX1" fmla="*/ 574605 w 4571999"/>
              <a:gd name="connsiteY1" fmla="*/ 2518604 h 4316411"/>
              <a:gd name="connsiteX2" fmla="*/ 574605 w 4571999"/>
              <a:gd name="connsiteY2" fmla="*/ 2584487 h 4316411"/>
              <a:gd name="connsiteX3" fmla="*/ 573209 w 4571999"/>
              <a:gd name="connsiteY3" fmla="*/ 2611033 h 4316411"/>
              <a:gd name="connsiteX4" fmla="*/ 556304 w 4571999"/>
              <a:gd name="connsiteY4" fmla="*/ 2646983 h 4316411"/>
              <a:gd name="connsiteX5" fmla="*/ 507560 w 4571999"/>
              <a:gd name="connsiteY5" fmla="*/ 2673878 h 4316411"/>
              <a:gd name="connsiteX6" fmla="*/ 452286 w 4571999"/>
              <a:gd name="connsiteY6" fmla="*/ 2658038 h 4316411"/>
              <a:gd name="connsiteX7" fmla="*/ 423643 w 4571999"/>
              <a:gd name="connsiteY7" fmla="*/ 2607869 h 4316411"/>
              <a:gd name="connsiteX8" fmla="*/ 443098 w 4571999"/>
              <a:gd name="connsiteY8" fmla="*/ 2543761 h 4316411"/>
              <a:gd name="connsiteX9" fmla="*/ 498732 w 4571999"/>
              <a:gd name="connsiteY9" fmla="*/ 2518638 h 4316411"/>
              <a:gd name="connsiteX10" fmla="*/ 569519 w 4571999"/>
              <a:gd name="connsiteY10" fmla="*/ 2518604 h 4316411"/>
              <a:gd name="connsiteX11" fmla="*/ 1805972 w 4571999"/>
              <a:gd name="connsiteY11" fmla="*/ 2458119 h 4316411"/>
              <a:gd name="connsiteX12" fmla="*/ 1845171 w 4571999"/>
              <a:gd name="connsiteY12" fmla="*/ 2478126 h 4316411"/>
              <a:gd name="connsiteX13" fmla="*/ 1846616 w 4571999"/>
              <a:gd name="connsiteY13" fmla="*/ 2559590 h 4316411"/>
              <a:gd name="connsiteX14" fmla="*/ 1819066 w 4571999"/>
              <a:gd name="connsiteY14" fmla="*/ 2578543 h 4316411"/>
              <a:gd name="connsiteX15" fmla="*/ 1801366 w 4571999"/>
              <a:gd name="connsiteY15" fmla="*/ 2581393 h 4316411"/>
              <a:gd name="connsiteX16" fmla="*/ 1763571 w 4571999"/>
              <a:gd name="connsiteY16" fmla="*/ 2567761 h 4316411"/>
              <a:gd name="connsiteX17" fmla="*/ 1741246 w 4571999"/>
              <a:gd name="connsiteY17" fmla="*/ 2525502 h 4316411"/>
              <a:gd name="connsiteX18" fmla="*/ 1790258 w 4571999"/>
              <a:gd name="connsiteY18" fmla="*/ 2459087 h 4316411"/>
              <a:gd name="connsiteX19" fmla="*/ 1805972 w 4571999"/>
              <a:gd name="connsiteY19" fmla="*/ 2458119 h 4316411"/>
              <a:gd name="connsiteX20" fmla="*/ 1244638 w 4571999"/>
              <a:gd name="connsiteY20" fmla="*/ 2457498 h 4316411"/>
              <a:gd name="connsiteX21" fmla="*/ 1269055 w 4571999"/>
              <a:gd name="connsiteY21" fmla="*/ 2464026 h 4316411"/>
              <a:gd name="connsiteX22" fmla="*/ 1294282 w 4571999"/>
              <a:gd name="connsiteY22" fmla="*/ 2493270 h 4316411"/>
              <a:gd name="connsiteX23" fmla="*/ 1295001 w 4571999"/>
              <a:gd name="connsiteY23" fmla="*/ 2495482 h 4316411"/>
              <a:gd name="connsiteX24" fmla="*/ 1193997 w 4571999"/>
              <a:gd name="connsiteY24" fmla="*/ 2495482 h 4316411"/>
              <a:gd name="connsiteX25" fmla="*/ 1196603 w 4571999"/>
              <a:gd name="connsiteY25" fmla="*/ 2489579 h 4316411"/>
              <a:gd name="connsiteX26" fmla="*/ 1220116 w 4571999"/>
              <a:gd name="connsiteY26" fmla="*/ 2463982 h 4316411"/>
              <a:gd name="connsiteX27" fmla="*/ 1244638 w 4571999"/>
              <a:gd name="connsiteY27" fmla="*/ 2457498 h 4316411"/>
              <a:gd name="connsiteX28" fmla="*/ 1388130 w 4571999"/>
              <a:gd name="connsiteY28" fmla="*/ 2416704 h 4316411"/>
              <a:gd name="connsiteX29" fmla="*/ 1339371 w 4571999"/>
              <a:gd name="connsiteY29" fmla="*/ 2416807 h 4316411"/>
              <a:gd name="connsiteX30" fmla="*/ 1334952 w 4571999"/>
              <a:gd name="connsiteY30" fmla="*/ 2417002 h 4316411"/>
              <a:gd name="connsiteX31" fmla="*/ 1402315 w 4571999"/>
              <a:gd name="connsiteY31" fmla="*/ 2518105 h 4316411"/>
              <a:gd name="connsiteX32" fmla="*/ 1388254 w 4571999"/>
              <a:gd name="connsiteY32" fmla="*/ 2539224 h 4316411"/>
              <a:gd name="connsiteX33" fmla="*/ 1374367 w 4571999"/>
              <a:gd name="connsiteY33" fmla="*/ 2560000 h 4316411"/>
              <a:gd name="connsiteX34" fmla="*/ 1360210 w 4571999"/>
              <a:gd name="connsiteY34" fmla="*/ 2581103 h 4316411"/>
              <a:gd name="connsiteX35" fmla="*/ 1346369 w 4571999"/>
              <a:gd name="connsiteY35" fmla="*/ 2601912 h 4316411"/>
              <a:gd name="connsiteX36" fmla="*/ 1332693 w 4571999"/>
              <a:gd name="connsiteY36" fmla="*/ 2622721 h 4316411"/>
              <a:gd name="connsiteX37" fmla="*/ 1334587 w 4571999"/>
              <a:gd name="connsiteY37" fmla="*/ 2622937 h 4316411"/>
              <a:gd name="connsiteX38" fmla="*/ 1384618 w 4571999"/>
              <a:gd name="connsiteY38" fmla="*/ 2623025 h 4316411"/>
              <a:gd name="connsiteX39" fmla="*/ 1389206 w 4571999"/>
              <a:gd name="connsiteY39" fmla="*/ 2620175 h 4316411"/>
              <a:gd name="connsiteX40" fmla="*/ 1422546 w 4571999"/>
              <a:gd name="connsiteY40" fmla="*/ 2567145 h 4316411"/>
              <a:gd name="connsiteX41" fmla="*/ 1430724 w 4571999"/>
              <a:gd name="connsiteY41" fmla="*/ 2554340 h 4316411"/>
              <a:gd name="connsiteX42" fmla="*/ 1451082 w 4571999"/>
              <a:gd name="connsiteY42" fmla="*/ 2586586 h 4316411"/>
              <a:gd name="connsiteX43" fmla="*/ 1472154 w 4571999"/>
              <a:gd name="connsiteY43" fmla="*/ 2620195 h 4316411"/>
              <a:gd name="connsiteX44" fmla="*/ 1477200 w 4571999"/>
              <a:gd name="connsiteY44" fmla="*/ 2623003 h 4316411"/>
              <a:gd name="connsiteX45" fmla="*/ 1527656 w 4571999"/>
              <a:gd name="connsiteY45" fmla="*/ 2622939 h 4316411"/>
              <a:gd name="connsiteX46" fmla="*/ 1530916 w 4571999"/>
              <a:gd name="connsiteY46" fmla="*/ 2622643 h 4316411"/>
              <a:gd name="connsiteX47" fmla="*/ 1460217 w 4571999"/>
              <a:gd name="connsiteY47" fmla="*/ 2516900 h 4316411"/>
              <a:gd name="connsiteX48" fmla="*/ 1527503 w 4571999"/>
              <a:gd name="connsiteY48" fmla="*/ 2417150 h 4316411"/>
              <a:gd name="connsiteX49" fmla="*/ 1526047 w 4571999"/>
              <a:gd name="connsiteY49" fmla="*/ 2416832 h 4316411"/>
              <a:gd name="connsiteX50" fmla="*/ 1474743 w 4571999"/>
              <a:gd name="connsiteY50" fmla="*/ 2416741 h 4316411"/>
              <a:gd name="connsiteX51" fmla="*/ 1470492 w 4571999"/>
              <a:gd name="connsiteY51" fmla="*/ 2419508 h 4316411"/>
              <a:gd name="connsiteX52" fmla="*/ 1456955 w 4571999"/>
              <a:gd name="connsiteY52" fmla="*/ 2440994 h 4316411"/>
              <a:gd name="connsiteX53" fmla="*/ 1431965 w 4571999"/>
              <a:gd name="connsiteY53" fmla="*/ 2480614 h 4316411"/>
              <a:gd name="connsiteX54" fmla="*/ 1429659 w 4571999"/>
              <a:gd name="connsiteY54" fmla="*/ 2477345 h 4316411"/>
              <a:gd name="connsiteX55" fmla="*/ 1394105 w 4571999"/>
              <a:gd name="connsiteY55" fmla="*/ 2420213 h 4316411"/>
              <a:gd name="connsiteX56" fmla="*/ 1388130 w 4571999"/>
              <a:gd name="connsiteY56" fmla="*/ 2416704 h 4316411"/>
              <a:gd name="connsiteX57" fmla="*/ 1246604 w 4571999"/>
              <a:gd name="connsiteY57" fmla="*/ 2413803 h 4316411"/>
              <a:gd name="connsiteX58" fmla="*/ 1227344 w 4571999"/>
              <a:gd name="connsiteY58" fmla="*/ 2415365 h 4316411"/>
              <a:gd name="connsiteX59" fmla="*/ 1209613 w 4571999"/>
              <a:gd name="connsiteY59" fmla="*/ 2420651 h 4316411"/>
              <a:gd name="connsiteX60" fmla="*/ 1158462 w 4571999"/>
              <a:gd name="connsiteY60" fmla="*/ 2468443 h 4316411"/>
              <a:gd name="connsiteX61" fmla="*/ 1148135 w 4571999"/>
              <a:gd name="connsiteY61" fmla="*/ 2539489 h 4316411"/>
              <a:gd name="connsiteX62" fmla="*/ 1189631 w 4571999"/>
              <a:gd name="connsiteY62" fmla="*/ 2606951 h 4316411"/>
              <a:gd name="connsiteX63" fmla="*/ 1260475 w 4571999"/>
              <a:gd name="connsiteY63" fmla="*/ 2623635 h 4316411"/>
              <a:gd name="connsiteX64" fmla="*/ 1321803 w 4571999"/>
              <a:gd name="connsiteY64" fmla="*/ 2586087 h 4316411"/>
              <a:gd name="connsiteX65" fmla="*/ 1329976 w 4571999"/>
              <a:gd name="connsiteY65" fmla="*/ 2574031 h 4316411"/>
              <a:gd name="connsiteX66" fmla="*/ 1292077 w 4571999"/>
              <a:gd name="connsiteY66" fmla="*/ 2556093 h 4316411"/>
              <a:gd name="connsiteX67" fmla="*/ 1228171 w 4571999"/>
              <a:gd name="connsiteY67" fmla="*/ 2578360 h 4316411"/>
              <a:gd name="connsiteX68" fmla="*/ 1190488 w 4571999"/>
              <a:gd name="connsiteY68" fmla="*/ 2535583 h 4316411"/>
              <a:gd name="connsiteX69" fmla="*/ 1340648 w 4571999"/>
              <a:gd name="connsiteY69" fmla="*/ 2535583 h 4316411"/>
              <a:gd name="connsiteX70" fmla="*/ 1341475 w 4571999"/>
              <a:gd name="connsiteY70" fmla="*/ 2531608 h 4316411"/>
              <a:gd name="connsiteX71" fmla="*/ 1340974 w 4571999"/>
              <a:gd name="connsiteY71" fmla="*/ 2503022 h 4316411"/>
              <a:gd name="connsiteX72" fmla="*/ 1304921 w 4571999"/>
              <a:gd name="connsiteY72" fmla="*/ 2436494 h 4316411"/>
              <a:gd name="connsiteX73" fmla="*/ 1246604 w 4571999"/>
              <a:gd name="connsiteY73" fmla="*/ 2413803 h 4316411"/>
              <a:gd name="connsiteX74" fmla="*/ 1616357 w 4571999"/>
              <a:gd name="connsiteY74" fmla="*/ 2413771 h 4316411"/>
              <a:gd name="connsiteX75" fmla="*/ 1576667 w 4571999"/>
              <a:gd name="connsiteY75" fmla="*/ 2420353 h 4316411"/>
              <a:gd name="connsiteX76" fmla="*/ 1544270 w 4571999"/>
              <a:gd name="connsiteY76" fmla="*/ 2450483 h 4316411"/>
              <a:gd name="connsiteX77" fmla="*/ 1538539 w 4571999"/>
              <a:gd name="connsiteY77" fmla="*/ 2480512 h 4316411"/>
              <a:gd name="connsiteX78" fmla="*/ 1561352 w 4571999"/>
              <a:gd name="connsiteY78" fmla="*/ 2523496 h 4316411"/>
              <a:gd name="connsiteX79" fmla="*/ 1593536 w 4571999"/>
              <a:gd name="connsiteY79" fmla="*/ 2538266 h 4316411"/>
              <a:gd name="connsiteX80" fmla="*/ 1620111 w 4571999"/>
              <a:gd name="connsiteY80" fmla="*/ 2546745 h 4316411"/>
              <a:gd name="connsiteX81" fmla="*/ 1635562 w 4571999"/>
              <a:gd name="connsiteY81" fmla="*/ 2554410 h 4316411"/>
              <a:gd name="connsiteX82" fmla="*/ 1631697 w 4571999"/>
              <a:gd name="connsiteY82" fmla="*/ 2583891 h 4316411"/>
              <a:gd name="connsiteX83" fmla="*/ 1612606 w 4571999"/>
              <a:gd name="connsiteY83" fmla="*/ 2586672 h 4316411"/>
              <a:gd name="connsiteX84" fmla="*/ 1574166 w 4571999"/>
              <a:gd name="connsiteY84" fmla="*/ 2576092 h 4316411"/>
              <a:gd name="connsiteX85" fmla="*/ 1550657 w 4571999"/>
              <a:gd name="connsiteY85" fmla="*/ 2563101 h 4316411"/>
              <a:gd name="connsiteX86" fmla="*/ 1547279 w 4571999"/>
              <a:gd name="connsiteY86" fmla="*/ 2568304 h 4316411"/>
              <a:gd name="connsiteX87" fmla="*/ 1529033 w 4571999"/>
              <a:gd name="connsiteY87" fmla="*/ 2597183 h 4316411"/>
              <a:gd name="connsiteX88" fmla="*/ 1552063 w 4571999"/>
              <a:gd name="connsiteY88" fmla="*/ 2611942 h 4316411"/>
              <a:gd name="connsiteX89" fmla="*/ 1619747 w 4571999"/>
              <a:gd name="connsiteY89" fmla="*/ 2626701 h 4316411"/>
              <a:gd name="connsiteX90" fmla="*/ 1649543 w 4571999"/>
              <a:gd name="connsiteY90" fmla="*/ 2621218 h 4316411"/>
              <a:gd name="connsiteX91" fmla="*/ 1673770 w 4571999"/>
              <a:gd name="connsiteY91" fmla="*/ 2606170 h 4316411"/>
              <a:gd name="connsiteX92" fmla="*/ 1689045 w 4571999"/>
              <a:gd name="connsiteY92" fmla="*/ 2551396 h 4316411"/>
              <a:gd name="connsiteX93" fmla="*/ 1669232 w 4571999"/>
              <a:gd name="connsiteY93" fmla="*/ 2519616 h 4316411"/>
              <a:gd name="connsiteX94" fmla="*/ 1639668 w 4571999"/>
              <a:gd name="connsiteY94" fmla="*/ 2504259 h 4316411"/>
              <a:gd name="connsiteX95" fmla="*/ 1609028 w 4571999"/>
              <a:gd name="connsiteY95" fmla="*/ 2493252 h 4316411"/>
              <a:gd name="connsiteX96" fmla="*/ 1589801 w 4571999"/>
              <a:gd name="connsiteY96" fmla="*/ 2482108 h 4316411"/>
              <a:gd name="connsiteX97" fmla="*/ 1588743 w 4571999"/>
              <a:gd name="connsiteY97" fmla="*/ 2462112 h 4316411"/>
              <a:gd name="connsiteX98" fmla="*/ 1600067 w 4571999"/>
              <a:gd name="connsiteY98" fmla="*/ 2455165 h 4316411"/>
              <a:gd name="connsiteX99" fmla="*/ 1622709 w 4571999"/>
              <a:gd name="connsiteY99" fmla="*/ 2455436 h 4316411"/>
              <a:gd name="connsiteX100" fmla="*/ 1660745 w 4571999"/>
              <a:gd name="connsiteY100" fmla="*/ 2470432 h 4316411"/>
              <a:gd name="connsiteX101" fmla="*/ 1664812 w 4571999"/>
              <a:gd name="connsiteY101" fmla="*/ 2472534 h 4316411"/>
              <a:gd name="connsiteX102" fmla="*/ 1684154 w 4571999"/>
              <a:gd name="connsiteY102" fmla="*/ 2436592 h 4316411"/>
              <a:gd name="connsiteX103" fmla="*/ 1683487 w 4571999"/>
              <a:gd name="connsiteY103" fmla="*/ 2435709 h 4316411"/>
              <a:gd name="connsiteX104" fmla="*/ 1682094 w 4571999"/>
              <a:gd name="connsiteY104" fmla="*/ 2434745 h 4316411"/>
              <a:gd name="connsiteX105" fmla="*/ 1616357 w 4571999"/>
              <a:gd name="connsiteY105" fmla="*/ 2413771 h 4316411"/>
              <a:gd name="connsiteX106" fmla="*/ 1809123 w 4571999"/>
              <a:gd name="connsiteY106" fmla="*/ 2412926 h 4316411"/>
              <a:gd name="connsiteX107" fmla="*/ 1785616 w 4571999"/>
              <a:gd name="connsiteY107" fmla="*/ 2413844 h 4316411"/>
              <a:gd name="connsiteX108" fmla="*/ 1723374 w 4571999"/>
              <a:gd name="connsiteY108" fmla="*/ 2448363 h 4316411"/>
              <a:gd name="connsiteX109" fmla="*/ 1704753 w 4571999"/>
              <a:gd name="connsiteY109" fmla="*/ 2560452 h 4316411"/>
              <a:gd name="connsiteX110" fmla="*/ 1756706 w 4571999"/>
              <a:gd name="connsiteY110" fmla="*/ 2616497 h 4316411"/>
              <a:gd name="connsiteX111" fmla="*/ 1827486 w 4571999"/>
              <a:gd name="connsiteY111" fmla="*/ 2623160 h 4316411"/>
              <a:gd name="connsiteX112" fmla="*/ 1878635 w 4571999"/>
              <a:gd name="connsiteY112" fmla="*/ 2591027 h 4316411"/>
              <a:gd name="connsiteX113" fmla="*/ 1904114 w 4571999"/>
              <a:gd name="connsiteY113" fmla="*/ 2533599 h 4316411"/>
              <a:gd name="connsiteX114" fmla="*/ 1904910 w 4571999"/>
              <a:gd name="connsiteY114" fmla="*/ 2531918 h 4316411"/>
              <a:gd name="connsiteX115" fmla="*/ 1904594 w 4571999"/>
              <a:gd name="connsiteY115" fmla="*/ 2507553 h 4316411"/>
              <a:gd name="connsiteX116" fmla="*/ 1903726 w 4571999"/>
              <a:gd name="connsiteY116" fmla="*/ 2501079 h 4316411"/>
              <a:gd name="connsiteX117" fmla="*/ 1870638 w 4571999"/>
              <a:gd name="connsiteY117" fmla="*/ 2440148 h 4316411"/>
              <a:gd name="connsiteX118" fmla="*/ 1809123 w 4571999"/>
              <a:gd name="connsiteY118" fmla="*/ 2412926 h 4316411"/>
              <a:gd name="connsiteX119" fmla="*/ 894698 w 4571999"/>
              <a:gd name="connsiteY119" fmla="*/ 2363861 h 4316411"/>
              <a:gd name="connsiteX120" fmla="*/ 894698 w 4571999"/>
              <a:gd name="connsiteY120" fmla="*/ 2497534 h 4316411"/>
              <a:gd name="connsiteX121" fmla="*/ 894698 w 4571999"/>
              <a:gd name="connsiteY121" fmla="*/ 2622960 h 4316411"/>
              <a:gd name="connsiteX122" fmla="*/ 944474 w 4571999"/>
              <a:gd name="connsiteY122" fmla="*/ 2622960 h 4316411"/>
              <a:gd name="connsiteX123" fmla="*/ 944474 w 4571999"/>
              <a:gd name="connsiteY123" fmla="*/ 2587157 h 4316411"/>
              <a:gd name="connsiteX124" fmla="*/ 944485 w 4571999"/>
              <a:gd name="connsiteY124" fmla="*/ 2551961 h 4316411"/>
              <a:gd name="connsiteX125" fmla="*/ 944650 w 4571999"/>
              <a:gd name="connsiteY125" fmla="*/ 2516231 h 4316411"/>
              <a:gd name="connsiteX126" fmla="*/ 1036742 w 4571999"/>
              <a:gd name="connsiteY126" fmla="*/ 2516231 h 4316411"/>
              <a:gd name="connsiteX127" fmla="*/ 1036742 w 4571999"/>
              <a:gd name="connsiteY127" fmla="*/ 2471944 h 4316411"/>
              <a:gd name="connsiteX128" fmla="*/ 944755 w 4571999"/>
              <a:gd name="connsiteY128" fmla="*/ 2471944 h 4316411"/>
              <a:gd name="connsiteX129" fmla="*/ 944755 w 4571999"/>
              <a:gd name="connsiteY129" fmla="*/ 2408677 h 4316411"/>
              <a:gd name="connsiteX130" fmla="*/ 945405 w 4571999"/>
              <a:gd name="connsiteY130" fmla="*/ 2408413 h 4316411"/>
              <a:gd name="connsiteX131" fmla="*/ 1058624 w 4571999"/>
              <a:gd name="connsiteY131" fmla="*/ 2408311 h 4316411"/>
              <a:gd name="connsiteX132" fmla="*/ 1059882 w 4571999"/>
              <a:gd name="connsiteY132" fmla="*/ 2408161 h 4316411"/>
              <a:gd name="connsiteX133" fmla="*/ 1060209 w 4571999"/>
              <a:gd name="connsiteY133" fmla="*/ 2407920 h 4316411"/>
              <a:gd name="connsiteX134" fmla="*/ 1060477 w 4571999"/>
              <a:gd name="connsiteY134" fmla="*/ 2407655 h 4316411"/>
              <a:gd name="connsiteX135" fmla="*/ 1060477 w 4571999"/>
              <a:gd name="connsiteY135" fmla="*/ 2363861 h 4316411"/>
              <a:gd name="connsiteX136" fmla="*/ 894698 w 4571999"/>
              <a:gd name="connsiteY136" fmla="*/ 2363861 h 4316411"/>
              <a:gd name="connsiteX137" fmla="*/ 1079101 w 4571999"/>
              <a:gd name="connsiteY137" fmla="*/ 2363641 h 4316411"/>
              <a:gd name="connsiteX138" fmla="*/ 1076460 w 4571999"/>
              <a:gd name="connsiteY138" fmla="*/ 2363827 h 4316411"/>
              <a:gd name="connsiteX139" fmla="*/ 1076460 w 4571999"/>
              <a:gd name="connsiteY139" fmla="*/ 2622719 h 4316411"/>
              <a:gd name="connsiteX140" fmla="*/ 1126016 w 4571999"/>
              <a:gd name="connsiteY140" fmla="*/ 2622719 h 4316411"/>
              <a:gd name="connsiteX141" fmla="*/ 1126016 w 4571999"/>
              <a:gd name="connsiteY141" fmla="*/ 2617517 h 4316411"/>
              <a:gd name="connsiteX142" fmla="*/ 1126009 w 4571999"/>
              <a:gd name="connsiteY142" fmla="*/ 2369021 h 4316411"/>
              <a:gd name="connsiteX143" fmla="*/ 1125580 w 4571999"/>
              <a:gd name="connsiteY143" fmla="*/ 2364088 h 4316411"/>
              <a:gd name="connsiteX144" fmla="*/ 1123627 w 4571999"/>
              <a:gd name="connsiteY144" fmla="*/ 2363642 h 4316411"/>
              <a:gd name="connsiteX145" fmla="*/ 1079101 w 4571999"/>
              <a:gd name="connsiteY145" fmla="*/ 2363641 h 4316411"/>
              <a:gd name="connsiteX146" fmla="*/ 704656 w 4571999"/>
              <a:gd name="connsiteY146" fmla="*/ 2205978 h 4316411"/>
              <a:gd name="connsiteX147" fmla="*/ 747241 w 4571999"/>
              <a:gd name="connsiteY147" fmla="*/ 2225694 h 4316411"/>
              <a:gd name="connsiteX148" fmla="*/ 772090 w 4571999"/>
              <a:gd name="connsiteY148" fmla="*/ 2275664 h 4316411"/>
              <a:gd name="connsiteX149" fmla="*/ 754192 w 4571999"/>
              <a:gd name="connsiteY149" fmla="*/ 2333922 h 4316411"/>
              <a:gd name="connsiteX150" fmla="*/ 712451 w 4571999"/>
              <a:gd name="connsiteY150" fmla="*/ 2359553 h 4316411"/>
              <a:gd name="connsiteX151" fmla="*/ 695312 w 4571999"/>
              <a:gd name="connsiteY151" fmla="*/ 2361568 h 4316411"/>
              <a:gd name="connsiteX152" fmla="*/ 623646 w 4571999"/>
              <a:gd name="connsiteY152" fmla="*/ 2361654 h 4316411"/>
              <a:gd name="connsiteX153" fmla="*/ 620936 w 4571999"/>
              <a:gd name="connsiteY153" fmla="*/ 2361481 h 4316411"/>
              <a:gd name="connsiteX154" fmla="*/ 620702 w 4571999"/>
              <a:gd name="connsiteY154" fmla="*/ 2358045 h 4316411"/>
              <a:gd name="connsiteX155" fmla="*/ 620794 w 4571999"/>
              <a:gd name="connsiteY155" fmla="*/ 2279593 h 4316411"/>
              <a:gd name="connsiteX156" fmla="*/ 622956 w 4571999"/>
              <a:gd name="connsiteY156" fmla="*/ 2264604 h 4316411"/>
              <a:gd name="connsiteX157" fmla="*/ 639199 w 4571999"/>
              <a:gd name="connsiteY157" fmla="*/ 2232594 h 4316411"/>
              <a:gd name="connsiteX158" fmla="*/ 704656 w 4571999"/>
              <a:gd name="connsiteY158" fmla="*/ 2205978 h 4316411"/>
              <a:gd name="connsiteX159" fmla="*/ 683329 w 4571999"/>
              <a:gd name="connsiteY159" fmla="*/ 2158205 h 4316411"/>
              <a:gd name="connsiteX160" fmla="*/ 677055 w 4571999"/>
              <a:gd name="connsiteY160" fmla="*/ 2159767 h 4316411"/>
              <a:gd name="connsiteX161" fmla="*/ 613420 w 4571999"/>
              <a:gd name="connsiteY161" fmla="*/ 2191815 h 4316411"/>
              <a:gd name="connsiteX162" fmla="*/ 588843 w 4571999"/>
              <a:gd name="connsiteY162" fmla="*/ 2224492 h 4316411"/>
              <a:gd name="connsiteX163" fmla="*/ 576473 w 4571999"/>
              <a:gd name="connsiteY163" fmla="*/ 2261205 h 4316411"/>
              <a:gd name="connsiteX164" fmla="*/ 574575 w 4571999"/>
              <a:gd name="connsiteY164" fmla="*/ 2286885 h 4316411"/>
              <a:gd name="connsiteX165" fmla="*/ 574604 w 4571999"/>
              <a:gd name="connsiteY165" fmla="*/ 2356445 h 4316411"/>
              <a:gd name="connsiteX166" fmla="*/ 574604 w 4571999"/>
              <a:gd name="connsiteY166" fmla="*/ 2361496 h 4316411"/>
              <a:gd name="connsiteX167" fmla="*/ 503045 w 4571999"/>
              <a:gd name="connsiteY167" fmla="*/ 2361496 h 4316411"/>
              <a:gd name="connsiteX168" fmla="*/ 503045 w 4571999"/>
              <a:gd name="connsiteY168" fmla="*/ 2408587 h 4316411"/>
              <a:gd name="connsiteX169" fmla="*/ 574298 w 4571999"/>
              <a:gd name="connsiteY169" fmla="*/ 2408613 h 4316411"/>
              <a:gd name="connsiteX170" fmla="*/ 574298 w 4571999"/>
              <a:gd name="connsiteY170" fmla="*/ 2471373 h 4316411"/>
              <a:gd name="connsiteX171" fmla="*/ 569674 w 4571999"/>
              <a:gd name="connsiteY171" fmla="*/ 2471373 h 4316411"/>
              <a:gd name="connsiteX172" fmla="*/ 497993 w 4571999"/>
              <a:gd name="connsiteY172" fmla="*/ 2471354 h 4316411"/>
              <a:gd name="connsiteX173" fmla="*/ 456654 w 4571999"/>
              <a:gd name="connsiteY173" fmla="*/ 2478906 h 4316411"/>
              <a:gd name="connsiteX174" fmla="*/ 417953 w 4571999"/>
              <a:gd name="connsiteY174" fmla="*/ 2502668 h 4316411"/>
              <a:gd name="connsiteX175" fmla="*/ 377790 w 4571999"/>
              <a:gd name="connsiteY175" fmla="*/ 2579339 h 4316411"/>
              <a:gd name="connsiteX176" fmla="*/ 376580 w 4571999"/>
              <a:gd name="connsiteY176" fmla="*/ 2581904 h 4316411"/>
              <a:gd name="connsiteX177" fmla="*/ 376237 w 4571999"/>
              <a:gd name="connsiteY177" fmla="*/ 2611209 h 4316411"/>
              <a:gd name="connsiteX178" fmla="*/ 377714 w 4571999"/>
              <a:gd name="connsiteY178" fmla="*/ 2612704 h 4316411"/>
              <a:gd name="connsiteX179" fmla="*/ 389295 w 4571999"/>
              <a:gd name="connsiteY179" fmla="*/ 2652234 h 4316411"/>
              <a:gd name="connsiteX180" fmla="*/ 408498 w 4571999"/>
              <a:gd name="connsiteY180" fmla="*/ 2680992 h 4316411"/>
              <a:gd name="connsiteX181" fmla="*/ 446675 w 4571999"/>
              <a:gd name="connsiteY181" fmla="*/ 2709940 h 4316411"/>
              <a:gd name="connsiteX182" fmla="*/ 482556 w 4571999"/>
              <a:gd name="connsiteY182" fmla="*/ 2721175 h 4316411"/>
              <a:gd name="connsiteX183" fmla="*/ 512155 w 4571999"/>
              <a:gd name="connsiteY183" fmla="*/ 2721201 h 4316411"/>
              <a:gd name="connsiteX184" fmla="*/ 522371 w 4571999"/>
              <a:gd name="connsiteY184" fmla="*/ 2719483 h 4316411"/>
              <a:gd name="connsiteX185" fmla="*/ 587988 w 4571999"/>
              <a:gd name="connsiteY185" fmla="*/ 2681766 h 4316411"/>
              <a:gd name="connsiteX186" fmla="*/ 613810 w 4571999"/>
              <a:gd name="connsiteY186" fmla="*/ 2637978 h 4316411"/>
              <a:gd name="connsiteX187" fmla="*/ 620686 w 4571999"/>
              <a:gd name="connsiteY187" fmla="*/ 2595636 h 4316411"/>
              <a:gd name="connsiteX188" fmla="*/ 620693 w 4571999"/>
              <a:gd name="connsiteY188" fmla="*/ 2523542 h 4316411"/>
              <a:gd name="connsiteX189" fmla="*/ 620693 w 4571999"/>
              <a:gd name="connsiteY189" fmla="*/ 2518559 h 4316411"/>
              <a:gd name="connsiteX190" fmla="*/ 692258 w 4571999"/>
              <a:gd name="connsiteY190" fmla="*/ 2518559 h 4316411"/>
              <a:gd name="connsiteX191" fmla="*/ 692258 w 4571999"/>
              <a:gd name="connsiteY191" fmla="*/ 2471283 h 4316411"/>
              <a:gd name="connsiteX192" fmla="*/ 621073 w 4571999"/>
              <a:gd name="connsiteY192" fmla="*/ 2471283 h 4316411"/>
              <a:gd name="connsiteX193" fmla="*/ 621438 w 4571999"/>
              <a:gd name="connsiteY193" fmla="*/ 2408603 h 4316411"/>
              <a:gd name="connsiteX194" fmla="*/ 626015 w 4571999"/>
              <a:gd name="connsiteY194" fmla="*/ 2408603 h 4316411"/>
              <a:gd name="connsiteX195" fmla="*/ 699805 w 4571999"/>
              <a:gd name="connsiteY195" fmla="*/ 2408549 h 4316411"/>
              <a:gd name="connsiteX196" fmla="*/ 714949 w 4571999"/>
              <a:gd name="connsiteY196" fmla="*/ 2407347 h 4316411"/>
              <a:gd name="connsiteX197" fmla="*/ 787613 w 4571999"/>
              <a:gd name="connsiteY197" fmla="*/ 2366663 h 4316411"/>
              <a:gd name="connsiteX198" fmla="*/ 817465 w 4571999"/>
              <a:gd name="connsiteY198" fmla="*/ 2268072 h 4316411"/>
              <a:gd name="connsiteX199" fmla="*/ 777920 w 4571999"/>
              <a:gd name="connsiteY199" fmla="*/ 2190260 h 4316411"/>
              <a:gd name="connsiteX200" fmla="*/ 715415 w 4571999"/>
              <a:gd name="connsiteY200" fmla="*/ 2159722 h 4316411"/>
              <a:gd name="connsiteX201" fmla="*/ 710078 w 4571999"/>
              <a:gd name="connsiteY201" fmla="*/ 2158205 h 4316411"/>
              <a:gd name="connsiteX202" fmla="*/ 683329 w 4571999"/>
              <a:gd name="connsiteY202" fmla="*/ 2158205 h 4316411"/>
              <a:gd name="connsiteX203" fmla="*/ 0 w 4571999"/>
              <a:gd name="connsiteY203" fmla="*/ 0 h 4316411"/>
              <a:gd name="connsiteX204" fmla="*/ 4571999 w 4571999"/>
              <a:gd name="connsiteY204" fmla="*/ 0 h 4316411"/>
              <a:gd name="connsiteX205" fmla="*/ 4571999 w 4571999"/>
              <a:gd name="connsiteY205" fmla="*/ 4316411 h 4316411"/>
              <a:gd name="connsiteX206" fmla="*/ 0 w 4571999"/>
              <a:gd name="connsiteY206" fmla="*/ 4316411 h 431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</a:cxnLst>
            <a:rect l="l" t="t" r="r" b="b"/>
            <a:pathLst>
              <a:path w="4571999" h="4316411">
                <a:moveTo>
                  <a:pt x="569519" y="2518604"/>
                </a:moveTo>
                <a:cubicBezTo>
                  <a:pt x="571049" y="2518604"/>
                  <a:pt x="572579" y="2518604"/>
                  <a:pt x="574605" y="2518604"/>
                </a:cubicBezTo>
                <a:cubicBezTo>
                  <a:pt x="574605" y="2540781"/>
                  <a:pt x="574605" y="2562634"/>
                  <a:pt x="574605" y="2584487"/>
                </a:cubicBezTo>
                <a:cubicBezTo>
                  <a:pt x="574569" y="2593923"/>
                  <a:pt x="574847" y="2602506"/>
                  <a:pt x="573209" y="2611033"/>
                </a:cubicBezTo>
                <a:cubicBezTo>
                  <a:pt x="570624" y="2624484"/>
                  <a:pt x="565092" y="2636513"/>
                  <a:pt x="556304" y="2646983"/>
                </a:cubicBezTo>
                <a:cubicBezTo>
                  <a:pt x="543534" y="2662197"/>
                  <a:pt x="527343" y="2671424"/>
                  <a:pt x="507560" y="2673878"/>
                </a:cubicBezTo>
                <a:cubicBezTo>
                  <a:pt x="486942" y="2676436"/>
                  <a:pt x="468418" y="2670932"/>
                  <a:pt x="452286" y="2658038"/>
                </a:cubicBezTo>
                <a:cubicBezTo>
                  <a:pt x="436189" y="2645173"/>
                  <a:pt x="426472" y="2628349"/>
                  <a:pt x="423643" y="2607869"/>
                </a:cubicBezTo>
                <a:cubicBezTo>
                  <a:pt x="420288" y="2583583"/>
                  <a:pt x="426691" y="2562066"/>
                  <a:pt x="443098" y="2543761"/>
                </a:cubicBezTo>
                <a:cubicBezTo>
                  <a:pt x="457906" y="2527242"/>
                  <a:pt x="476529" y="2518778"/>
                  <a:pt x="498732" y="2518638"/>
                </a:cubicBezTo>
                <a:cubicBezTo>
                  <a:pt x="522327" y="2518488"/>
                  <a:pt x="545923" y="2518604"/>
                  <a:pt x="569519" y="2518604"/>
                </a:cubicBezTo>
                <a:close/>
                <a:moveTo>
                  <a:pt x="1805972" y="2458119"/>
                </a:moveTo>
                <a:cubicBezTo>
                  <a:pt x="1821062" y="2459123"/>
                  <a:pt x="1834238" y="2465978"/>
                  <a:pt x="1845171" y="2478126"/>
                </a:cubicBezTo>
                <a:cubicBezTo>
                  <a:pt x="1866117" y="2501399"/>
                  <a:pt x="1866417" y="2535537"/>
                  <a:pt x="1846616" y="2559590"/>
                </a:cubicBezTo>
                <a:cubicBezTo>
                  <a:pt x="1839264" y="2568521"/>
                  <a:pt x="1830024" y="2574805"/>
                  <a:pt x="1819066" y="2578543"/>
                </a:cubicBezTo>
                <a:cubicBezTo>
                  <a:pt x="1812831" y="2580251"/>
                  <a:pt x="1807206" y="2581422"/>
                  <a:pt x="1801366" y="2581393"/>
                </a:cubicBezTo>
                <a:cubicBezTo>
                  <a:pt x="1787140" y="2581321"/>
                  <a:pt x="1774473" y="2576825"/>
                  <a:pt x="1763571" y="2567761"/>
                </a:cubicBezTo>
                <a:cubicBezTo>
                  <a:pt x="1750368" y="2556785"/>
                  <a:pt x="1742869" y="2542600"/>
                  <a:pt x="1741246" y="2525502"/>
                </a:cubicBezTo>
                <a:cubicBezTo>
                  <a:pt x="1738166" y="2493063"/>
                  <a:pt x="1760362" y="2464506"/>
                  <a:pt x="1790258" y="2459087"/>
                </a:cubicBezTo>
                <a:cubicBezTo>
                  <a:pt x="1795700" y="2458101"/>
                  <a:pt x="1800943" y="2457785"/>
                  <a:pt x="1805972" y="2458119"/>
                </a:cubicBezTo>
                <a:close/>
                <a:moveTo>
                  <a:pt x="1244638" y="2457498"/>
                </a:moveTo>
                <a:cubicBezTo>
                  <a:pt x="1252818" y="2457516"/>
                  <a:pt x="1260981" y="2459703"/>
                  <a:pt x="1269055" y="2464026"/>
                </a:cubicBezTo>
                <a:cubicBezTo>
                  <a:pt x="1281066" y="2470458"/>
                  <a:pt x="1289100" y="2480738"/>
                  <a:pt x="1294282" y="2493270"/>
                </a:cubicBezTo>
                <a:cubicBezTo>
                  <a:pt x="1294539" y="2493891"/>
                  <a:pt x="1294701" y="2494551"/>
                  <a:pt x="1295001" y="2495482"/>
                </a:cubicBezTo>
                <a:cubicBezTo>
                  <a:pt x="1261287" y="2495482"/>
                  <a:pt x="1227886" y="2495482"/>
                  <a:pt x="1193997" y="2495482"/>
                </a:cubicBezTo>
                <a:cubicBezTo>
                  <a:pt x="1194934" y="2493361"/>
                  <a:pt x="1195768" y="2491470"/>
                  <a:pt x="1196603" y="2489579"/>
                </a:cubicBezTo>
                <a:cubicBezTo>
                  <a:pt x="1202166" y="2478381"/>
                  <a:pt x="1209529" y="2469637"/>
                  <a:pt x="1220116" y="2463982"/>
                </a:cubicBezTo>
                <a:cubicBezTo>
                  <a:pt x="1228259" y="2459631"/>
                  <a:pt x="1236457" y="2457481"/>
                  <a:pt x="1244638" y="2457498"/>
                </a:cubicBezTo>
                <a:close/>
                <a:moveTo>
                  <a:pt x="1388130" y="2416704"/>
                </a:moveTo>
                <a:cubicBezTo>
                  <a:pt x="1371879" y="2416907"/>
                  <a:pt x="1355625" y="2416796"/>
                  <a:pt x="1339371" y="2416807"/>
                </a:cubicBezTo>
                <a:cubicBezTo>
                  <a:pt x="1338158" y="2416807"/>
                  <a:pt x="1336945" y="2416911"/>
                  <a:pt x="1334952" y="2417002"/>
                </a:cubicBezTo>
                <a:cubicBezTo>
                  <a:pt x="1357643" y="2451058"/>
                  <a:pt x="1379974" y="2484574"/>
                  <a:pt x="1402315" y="2518105"/>
                </a:cubicBezTo>
                <a:cubicBezTo>
                  <a:pt x="1397478" y="2525371"/>
                  <a:pt x="1392872" y="2532301"/>
                  <a:pt x="1388254" y="2539224"/>
                </a:cubicBezTo>
                <a:cubicBezTo>
                  <a:pt x="1383631" y="2546153"/>
                  <a:pt x="1379003" y="2553079"/>
                  <a:pt x="1374367" y="2560000"/>
                </a:cubicBezTo>
                <a:cubicBezTo>
                  <a:pt x="1369654" y="2567038"/>
                  <a:pt x="1364919" y="2574062"/>
                  <a:pt x="1360210" y="2581103"/>
                </a:cubicBezTo>
                <a:cubicBezTo>
                  <a:pt x="1355579" y="2588028"/>
                  <a:pt x="1350909" y="2594928"/>
                  <a:pt x="1346369" y="2601912"/>
                </a:cubicBezTo>
                <a:cubicBezTo>
                  <a:pt x="1341904" y="2608780"/>
                  <a:pt x="1336750" y="2615222"/>
                  <a:pt x="1332693" y="2622721"/>
                </a:cubicBezTo>
                <a:cubicBezTo>
                  <a:pt x="1333765" y="2622846"/>
                  <a:pt x="1334176" y="2622936"/>
                  <a:pt x="1334587" y="2622937"/>
                </a:cubicBezTo>
                <a:cubicBezTo>
                  <a:pt x="1351265" y="2622946"/>
                  <a:pt x="1367942" y="2622879"/>
                  <a:pt x="1384618" y="2623025"/>
                </a:cubicBezTo>
                <a:cubicBezTo>
                  <a:pt x="1387056" y="2623046"/>
                  <a:pt x="1388093" y="2621953"/>
                  <a:pt x="1389206" y="2620175"/>
                </a:cubicBezTo>
                <a:cubicBezTo>
                  <a:pt x="1400287" y="2602478"/>
                  <a:pt x="1411417" y="2584812"/>
                  <a:pt x="1422546" y="2567145"/>
                </a:cubicBezTo>
                <a:cubicBezTo>
                  <a:pt x="1425140" y="2563029"/>
                  <a:pt x="1427782" y="2558944"/>
                  <a:pt x="1430724" y="2554340"/>
                </a:cubicBezTo>
                <a:cubicBezTo>
                  <a:pt x="1437713" y="2565398"/>
                  <a:pt x="1444324" y="2575857"/>
                  <a:pt x="1451082" y="2586586"/>
                </a:cubicBezTo>
                <a:cubicBezTo>
                  <a:pt x="1458224" y="2597956"/>
                  <a:pt x="1465287" y="2609016"/>
                  <a:pt x="1472154" y="2620195"/>
                </a:cubicBezTo>
                <a:cubicBezTo>
                  <a:pt x="1473441" y="2622288"/>
                  <a:pt x="1474792" y="2623017"/>
                  <a:pt x="1477200" y="2623003"/>
                </a:cubicBezTo>
                <a:cubicBezTo>
                  <a:pt x="1494018" y="2622902"/>
                  <a:pt x="1510837" y="2622954"/>
                  <a:pt x="1527656" y="2622939"/>
                </a:cubicBezTo>
                <a:cubicBezTo>
                  <a:pt x="1528566" y="2622938"/>
                  <a:pt x="1529475" y="2622779"/>
                  <a:pt x="1530916" y="2622643"/>
                </a:cubicBezTo>
                <a:cubicBezTo>
                  <a:pt x="1507103" y="2587026"/>
                  <a:pt x="1483611" y="2551889"/>
                  <a:pt x="1460217" y="2516900"/>
                </a:cubicBezTo>
                <a:cubicBezTo>
                  <a:pt x="1482738" y="2483412"/>
                  <a:pt x="1505164" y="2450454"/>
                  <a:pt x="1527503" y="2417150"/>
                </a:cubicBezTo>
                <a:cubicBezTo>
                  <a:pt x="1526589" y="2416946"/>
                  <a:pt x="1526318" y="2416833"/>
                  <a:pt x="1526047" y="2416832"/>
                </a:cubicBezTo>
                <a:cubicBezTo>
                  <a:pt x="1508945" y="2416815"/>
                  <a:pt x="1491844" y="2416857"/>
                  <a:pt x="1474743" y="2416741"/>
                </a:cubicBezTo>
                <a:cubicBezTo>
                  <a:pt x="1472461" y="2416725"/>
                  <a:pt x="1471503" y="2417891"/>
                  <a:pt x="1470492" y="2419508"/>
                </a:cubicBezTo>
                <a:cubicBezTo>
                  <a:pt x="1466006" y="2426687"/>
                  <a:pt x="1461471" y="2433835"/>
                  <a:pt x="1456955" y="2440994"/>
                </a:cubicBezTo>
                <a:cubicBezTo>
                  <a:pt x="1448677" y="2454119"/>
                  <a:pt x="1440398" y="2467243"/>
                  <a:pt x="1431965" y="2480614"/>
                </a:cubicBezTo>
                <a:cubicBezTo>
                  <a:pt x="1431095" y="2479387"/>
                  <a:pt x="1430318" y="2478403"/>
                  <a:pt x="1429659" y="2477345"/>
                </a:cubicBezTo>
                <a:cubicBezTo>
                  <a:pt x="1417791" y="2458312"/>
                  <a:pt x="1405918" y="2439281"/>
                  <a:pt x="1394105" y="2420213"/>
                </a:cubicBezTo>
                <a:cubicBezTo>
                  <a:pt x="1392676" y="2417906"/>
                  <a:pt x="1391188" y="2416665"/>
                  <a:pt x="1388130" y="2416704"/>
                </a:cubicBezTo>
                <a:close/>
                <a:moveTo>
                  <a:pt x="1246604" y="2413803"/>
                </a:moveTo>
                <a:cubicBezTo>
                  <a:pt x="1240330" y="2413588"/>
                  <a:pt x="1234009" y="2414780"/>
                  <a:pt x="1227344" y="2415365"/>
                </a:cubicBezTo>
                <a:cubicBezTo>
                  <a:pt x="1221180" y="2417123"/>
                  <a:pt x="1215175" y="2418351"/>
                  <a:pt x="1209613" y="2420651"/>
                </a:cubicBezTo>
                <a:cubicBezTo>
                  <a:pt x="1186635" y="2430154"/>
                  <a:pt x="1169735" y="2446441"/>
                  <a:pt x="1158462" y="2468443"/>
                </a:cubicBezTo>
                <a:cubicBezTo>
                  <a:pt x="1146965" y="2490881"/>
                  <a:pt x="1143646" y="2514714"/>
                  <a:pt x="1148135" y="2539489"/>
                </a:cubicBezTo>
                <a:cubicBezTo>
                  <a:pt x="1153177" y="2567313"/>
                  <a:pt x="1166716" y="2590150"/>
                  <a:pt x="1189631" y="2606951"/>
                </a:cubicBezTo>
                <a:cubicBezTo>
                  <a:pt x="1210804" y="2622475"/>
                  <a:pt x="1234654" y="2628039"/>
                  <a:pt x="1260475" y="2623635"/>
                </a:cubicBezTo>
                <a:cubicBezTo>
                  <a:pt x="1285782" y="2619319"/>
                  <a:pt x="1306008" y="2606147"/>
                  <a:pt x="1321803" y="2586087"/>
                </a:cubicBezTo>
                <a:cubicBezTo>
                  <a:pt x="1324711" y="2582394"/>
                  <a:pt x="1327105" y="2578296"/>
                  <a:pt x="1329976" y="2574031"/>
                </a:cubicBezTo>
                <a:cubicBezTo>
                  <a:pt x="1316946" y="2567864"/>
                  <a:pt x="1304503" y="2561974"/>
                  <a:pt x="1292077" y="2556093"/>
                </a:cubicBezTo>
                <a:cubicBezTo>
                  <a:pt x="1275208" y="2576833"/>
                  <a:pt x="1254363" y="2586555"/>
                  <a:pt x="1228171" y="2578360"/>
                </a:cubicBezTo>
                <a:cubicBezTo>
                  <a:pt x="1207627" y="2571932"/>
                  <a:pt x="1196397" y="2556193"/>
                  <a:pt x="1190488" y="2535583"/>
                </a:cubicBezTo>
                <a:cubicBezTo>
                  <a:pt x="1240848" y="2535583"/>
                  <a:pt x="1290698" y="2535583"/>
                  <a:pt x="1340648" y="2535583"/>
                </a:cubicBezTo>
                <a:cubicBezTo>
                  <a:pt x="1340969" y="2534064"/>
                  <a:pt x="1341301" y="2532847"/>
                  <a:pt x="1341475" y="2531608"/>
                </a:cubicBezTo>
                <a:cubicBezTo>
                  <a:pt x="1342818" y="2522055"/>
                  <a:pt x="1342388" y="2512546"/>
                  <a:pt x="1340974" y="2503022"/>
                </a:cubicBezTo>
                <a:cubicBezTo>
                  <a:pt x="1337030" y="2476449"/>
                  <a:pt x="1325323" y="2454083"/>
                  <a:pt x="1304921" y="2436494"/>
                </a:cubicBezTo>
                <a:cubicBezTo>
                  <a:pt x="1288195" y="2422074"/>
                  <a:pt x="1268614" y="2414556"/>
                  <a:pt x="1246604" y="2413803"/>
                </a:cubicBezTo>
                <a:close/>
                <a:moveTo>
                  <a:pt x="1616357" y="2413771"/>
                </a:moveTo>
                <a:cubicBezTo>
                  <a:pt x="1602715" y="2412920"/>
                  <a:pt x="1589358" y="2414939"/>
                  <a:pt x="1576667" y="2420353"/>
                </a:cubicBezTo>
                <a:cubicBezTo>
                  <a:pt x="1562252" y="2426501"/>
                  <a:pt x="1550995" y="2436069"/>
                  <a:pt x="1544270" y="2450483"/>
                </a:cubicBezTo>
                <a:cubicBezTo>
                  <a:pt x="1539828" y="2460004"/>
                  <a:pt x="1538360" y="2470068"/>
                  <a:pt x="1538539" y="2480512"/>
                </a:cubicBezTo>
                <a:cubicBezTo>
                  <a:pt x="1538851" y="2498763"/>
                  <a:pt x="1546334" y="2513111"/>
                  <a:pt x="1561352" y="2523496"/>
                </a:cubicBezTo>
                <a:cubicBezTo>
                  <a:pt x="1571207" y="2530312"/>
                  <a:pt x="1582224" y="2534627"/>
                  <a:pt x="1593536" y="2538266"/>
                </a:cubicBezTo>
                <a:cubicBezTo>
                  <a:pt x="1602388" y="2541115"/>
                  <a:pt x="1611384" y="2543558"/>
                  <a:pt x="1620111" y="2546745"/>
                </a:cubicBezTo>
                <a:cubicBezTo>
                  <a:pt x="1625492" y="2548710"/>
                  <a:pt x="1630954" y="2551086"/>
                  <a:pt x="1635562" y="2554410"/>
                </a:cubicBezTo>
                <a:cubicBezTo>
                  <a:pt x="1647040" y="2562689"/>
                  <a:pt x="1644795" y="2578505"/>
                  <a:pt x="1631697" y="2583891"/>
                </a:cubicBezTo>
                <a:cubicBezTo>
                  <a:pt x="1625584" y="2586404"/>
                  <a:pt x="1619136" y="2587049"/>
                  <a:pt x="1612606" y="2586672"/>
                </a:cubicBezTo>
                <a:cubicBezTo>
                  <a:pt x="1599050" y="2585891"/>
                  <a:pt x="1586231" y="2582177"/>
                  <a:pt x="1574166" y="2576092"/>
                </a:cubicBezTo>
                <a:cubicBezTo>
                  <a:pt x="1566264" y="2572106"/>
                  <a:pt x="1558653" y="2567545"/>
                  <a:pt x="1550657" y="2563101"/>
                </a:cubicBezTo>
                <a:cubicBezTo>
                  <a:pt x="1549715" y="2564562"/>
                  <a:pt x="1548589" y="2566310"/>
                  <a:pt x="1547279" y="2568304"/>
                </a:cubicBezTo>
                <a:cubicBezTo>
                  <a:pt x="1541099" y="2578056"/>
                  <a:pt x="1535102" y="2587562"/>
                  <a:pt x="1529033" y="2597183"/>
                </a:cubicBezTo>
                <a:cubicBezTo>
                  <a:pt x="1536296" y="2603189"/>
                  <a:pt x="1543983" y="2607927"/>
                  <a:pt x="1552063" y="2611942"/>
                </a:cubicBezTo>
                <a:cubicBezTo>
                  <a:pt x="1573361" y="2622525"/>
                  <a:pt x="1595790" y="2627947"/>
                  <a:pt x="1619747" y="2626701"/>
                </a:cubicBezTo>
                <a:cubicBezTo>
                  <a:pt x="1629971" y="2626169"/>
                  <a:pt x="1639898" y="2624576"/>
                  <a:pt x="1649543" y="2621218"/>
                </a:cubicBezTo>
                <a:cubicBezTo>
                  <a:pt x="1658738" y="2618018"/>
                  <a:pt x="1667091" y="2613250"/>
                  <a:pt x="1673770" y="2606170"/>
                </a:cubicBezTo>
                <a:cubicBezTo>
                  <a:pt x="1688396" y="2590666"/>
                  <a:pt x="1691441" y="2571557"/>
                  <a:pt x="1689045" y="2551396"/>
                </a:cubicBezTo>
                <a:cubicBezTo>
                  <a:pt x="1687455" y="2538024"/>
                  <a:pt x="1679967" y="2527663"/>
                  <a:pt x="1669232" y="2519616"/>
                </a:cubicBezTo>
                <a:cubicBezTo>
                  <a:pt x="1660217" y="2512857"/>
                  <a:pt x="1650130" y="2508172"/>
                  <a:pt x="1639668" y="2504259"/>
                </a:cubicBezTo>
                <a:cubicBezTo>
                  <a:pt x="1629504" y="2500458"/>
                  <a:pt x="1619198" y="2497037"/>
                  <a:pt x="1609028" y="2493252"/>
                </a:cubicBezTo>
                <a:cubicBezTo>
                  <a:pt x="1602014" y="2490640"/>
                  <a:pt x="1595103" y="2487735"/>
                  <a:pt x="1589801" y="2482108"/>
                </a:cubicBezTo>
                <a:cubicBezTo>
                  <a:pt x="1584209" y="2476175"/>
                  <a:pt x="1583849" y="2468720"/>
                  <a:pt x="1588743" y="2462112"/>
                </a:cubicBezTo>
                <a:cubicBezTo>
                  <a:pt x="1591545" y="2458328"/>
                  <a:pt x="1595585" y="2456275"/>
                  <a:pt x="1600067" y="2455165"/>
                </a:cubicBezTo>
                <a:cubicBezTo>
                  <a:pt x="1607624" y="2453292"/>
                  <a:pt x="1615192" y="2453851"/>
                  <a:pt x="1622709" y="2455436"/>
                </a:cubicBezTo>
                <a:cubicBezTo>
                  <a:pt x="1636228" y="2458287"/>
                  <a:pt x="1648635" y="2463988"/>
                  <a:pt x="1660745" y="2470432"/>
                </a:cubicBezTo>
                <a:cubicBezTo>
                  <a:pt x="1662051" y="2471127"/>
                  <a:pt x="1663374" y="2471792"/>
                  <a:pt x="1664812" y="2472534"/>
                </a:cubicBezTo>
                <a:cubicBezTo>
                  <a:pt x="1671416" y="2460262"/>
                  <a:pt x="1677813" y="2448376"/>
                  <a:pt x="1684154" y="2436592"/>
                </a:cubicBezTo>
                <a:cubicBezTo>
                  <a:pt x="1683820" y="2436140"/>
                  <a:pt x="1683694" y="2435873"/>
                  <a:pt x="1683487" y="2435709"/>
                </a:cubicBezTo>
                <a:cubicBezTo>
                  <a:pt x="1683046" y="2435359"/>
                  <a:pt x="1682572" y="2435045"/>
                  <a:pt x="1682094" y="2434745"/>
                </a:cubicBezTo>
                <a:cubicBezTo>
                  <a:pt x="1661975" y="2422134"/>
                  <a:pt x="1639966" y="2415243"/>
                  <a:pt x="1616357" y="2413771"/>
                </a:cubicBezTo>
                <a:close/>
                <a:moveTo>
                  <a:pt x="1809123" y="2412926"/>
                </a:moveTo>
                <a:cubicBezTo>
                  <a:pt x="1801528" y="2412400"/>
                  <a:pt x="1793690" y="2412706"/>
                  <a:pt x="1785616" y="2413844"/>
                </a:cubicBezTo>
                <a:cubicBezTo>
                  <a:pt x="1760631" y="2417365"/>
                  <a:pt x="1739488" y="2429074"/>
                  <a:pt x="1723374" y="2448363"/>
                </a:cubicBezTo>
                <a:cubicBezTo>
                  <a:pt x="1695383" y="2481868"/>
                  <a:pt x="1689365" y="2519780"/>
                  <a:pt x="1704753" y="2560452"/>
                </a:cubicBezTo>
                <a:cubicBezTo>
                  <a:pt x="1714361" y="2585847"/>
                  <a:pt x="1732083" y="2604590"/>
                  <a:pt x="1756706" y="2616497"/>
                </a:cubicBezTo>
                <a:cubicBezTo>
                  <a:pt x="1779470" y="2627506"/>
                  <a:pt x="1803126" y="2629586"/>
                  <a:pt x="1827486" y="2623160"/>
                </a:cubicBezTo>
                <a:cubicBezTo>
                  <a:pt x="1847834" y="2617792"/>
                  <a:pt x="1864884" y="2606940"/>
                  <a:pt x="1878635" y="2591027"/>
                </a:cubicBezTo>
                <a:cubicBezTo>
                  <a:pt x="1892927" y="2574485"/>
                  <a:pt x="1901789" y="2555483"/>
                  <a:pt x="1904114" y="2533599"/>
                </a:cubicBezTo>
                <a:cubicBezTo>
                  <a:pt x="1904161" y="2533148"/>
                  <a:pt x="1904635" y="2532742"/>
                  <a:pt x="1904910" y="2531918"/>
                </a:cubicBezTo>
                <a:cubicBezTo>
                  <a:pt x="1904910" y="2523585"/>
                  <a:pt x="1904910" y="2515649"/>
                  <a:pt x="1904594" y="2507553"/>
                </a:cubicBezTo>
                <a:cubicBezTo>
                  <a:pt x="1904102" y="2505287"/>
                  <a:pt x="1904108" y="2503147"/>
                  <a:pt x="1903726" y="2501079"/>
                </a:cubicBezTo>
                <a:cubicBezTo>
                  <a:pt x="1899308" y="2477187"/>
                  <a:pt x="1888675" y="2456628"/>
                  <a:pt x="1870638" y="2440148"/>
                </a:cubicBezTo>
                <a:cubicBezTo>
                  <a:pt x="1852494" y="2423570"/>
                  <a:pt x="1831907" y="2414503"/>
                  <a:pt x="1809123" y="2412926"/>
                </a:cubicBezTo>
                <a:close/>
                <a:moveTo>
                  <a:pt x="894698" y="2363861"/>
                </a:moveTo>
                <a:cubicBezTo>
                  <a:pt x="894698" y="2408424"/>
                  <a:pt x="894698" y="2452767"/>
                  <a:pt x="894698" y="2497534"/>
                </a:cubicBezTo>
                <a:cubicBezTo>
                  <a:pt x="894698" y="2539608"/>
                  <a:pt x="894698" y="2581258"/>
                  <a:pt x="894698" y="2622960"/>
                </a:cubicBezTo>
                <a:cubicBezTo>
                  <a:pt x="911516" y="2622960"/>
                  <a:pt x="927831" y="2622960"/>
                  <a:pt x="944474" y="2622960"/>
                </a:cubicBezTo>
                <a:cubicBezTo>
                  <a:pt x="944474" y="2610848"/>
                  <a:pt x="944474" y="2599003"/>
                  <a:pt x="944474" y="2587157"/>
                </a:cubicBezTo>
                <a:cubicBezTo>
                  <a:pt x="944474" y="2575425"/>
                  <a:pt x="944438" y="2563693"/>
                  <a:pt x="944485" y="2551961"/>
                </a:cubicBezTo>
                <a:cubicBezTo>
                  <a:pt x="944531" y="2540163"/>
                  <a:pt x="944277" y="2528359"/>
                  <a:pt x="944650" y="2516231"/>
                </a:cubicBezTo>
                <a:cubicBezTo>
                  <a:pt x="975606" y="2516231"/>
                  <a:pt x="1006076" y="2516231"/>
                  <a:pt x="1036742" y="2516231"/>
                </a:cubicBezTo>
                <a:cubicBezTo>
                  <a:pt x="1036742" y="2501399"/>
                  <a:pt x="1036742" y="2486911"/>
                  <a:pt x="1036742" y="2471944"/>
                </a:cubicBezTo>
                <a:cubicBezTo>
                  <a:pt x="1005989" y="2471944"/>
                  <a:pt x="975408" y="2471944"/>
                  <a:pt x="944755" y="2471944"/>
                </a:cubicBezTo>
                <a:cubicBezTo>
                  <a:pt x="944755" y="2450495"/>
                  <a:pt x="944755" y="2429527"/>
                  <a:pt x="944755" y="2408677"/>
                </a:cubicBezTo>
                <a:cubicBezTo>
                  <a:pt x="945158" y="2408509"/>
                  <a:pt x="945282" y="2408413"/>
                  <a:pt x="945405" y="2408413"/>
                </a:cubicBezTo>
                <a:cubicBezTo>
                  <a:pt x="983145" y="2408377"/>
                  <a:pt x="1020884" y="2408348"/>
                  <a:pt x="1058624" y="2408311"/>
                </a:cubicBezTo>
                <a:cubicBezTo>
                  <a:pt x="1059044" y="2408311"/>
                  <a:pt x="1059466" y="2408235"/>
                  <a:pt x="1059882" y="2408161"/>
                </a:cubicBezTo>
                <a:cubicBezTo>
                  <a:pt x="1060001" y="2408140"/>
                  <a:pt x="1060106" y="2408010"/>
                  <a:pt x="1060209" y="2407920"/>
                </a:cubicBezTo>
                <a:cubicBezTo>
                  <a:pt x="1060315" y="2407827"/>
                  <a:pt x="1060410" y="2407721"/>
                  <a:pt x="1060477" y="2407655"/>
                </a:cubicBezTo>
                <a:cubicBezTo>
                  <a:pt x="1060477" y="2393108"/>
                  <a:pt x="1060477" y="2378597"/>
                  <a:pt x="1060477" y="2363861"/>
                </a:cubicBezTo>
                <a:cubicBezTo>
                  <a:pt x="1005219" y="2363861"/>
                  <a:pt x="950179" y="2363861"/>
                  <a:pt x="894698" y="2363861"/>
                </a:cubicBezTo>
                <a:close/>
                <a:moveTo>
                  <a:pt x="1079101" y="2363641"/>
                </a:moveTo>
                <a:cubicBezTo>
                  <a:pt x="1078288" y="2363642"/>
                  <a:pt x="1077475" y="2363753"/>
                  <a:pt x="1076460" y="2363827"/>
                </a:cubicBezTo>
                <a:cubicBezTo>
                  <a:pt x="1076460" y="2450215"/>
                  <a:pt x="1076460" y="2536356"/>
                  <a:pt x="1076460" y="2622719"/>
                </a:cubicBezTo>
                <a:cubicBezTo>
                  <a:pt x="1092978" y="2622719"/>
                  <a:pt x="1109285" y="2622719"/>
                  <a:pt x="1126016" y="2622719"/>
                </a:cubicBezTo>
                <a:cubicBezTo>
                  <a:pt x="1126016" y="2620841"/>
                  <a:pt x="1126016" y="2619179"/>
                  <a:pt x="1126016" y="2617517"/>
                </a:cubicBezTo>
                <a:cubicBezTo>
                  <a:pt x="1126016" y="2534685"/>
                  <a:pt x="1126017" y="2451853"/>
                  <a:pt x="1126009" y="2369021"/>
                </a:cubicBezTo>
                <a:cubicBezTo>
                  <a:pt x="1126009" y="2367470"/>
                  <a:pt x="1125907" y="2365920"/>
                  <a:pt x="1125580" y="2364088"/>
                </a:cubicBezTo>
                <a:cubicBezTo>
                  <a:pt x="1124747" y="2363749"/>
                  <a:pt x="1124187" y="2363642"/>
                  <a:pt x="1123627" y="2363642"/>
                </a:cubicBezTo>
                <a:cubicBezTo>
                  <a:pt x="1108785" y="2363633"/>
                  <a:pt x="1093943" y="2363631"/>
                  <a:pt x="1079101" y="2363641"/>
                </a:cubicBezTo>
                <a:close/>
                <a:moveTo>
                  <a:pt x="704656" y="2205978"/>
                </a:moveTo>
                <a:cubicBezTo>
                  <a:pt x="720965" y="2207571"/>
                  <a:pt x="735173" y="2214430"/>
                  <a:pt x="747241" y="2225694"/>
                </a:cubicBezTo>
                <a:cubicBezTo>
                  <a:pt x="761793" y="2239276"/>
                  <a:pt x="770167" y="2256050"/>
                  <a:pt x="772090" y="2275664"/>
                </a:cubicBezTo>
                <a:cubicBezTo>
                  <a:pt x="774220" y="2297381"/>
                  <a:pt x="768159" y="2317013"/>
                  <a:pt x="754192" y="2333922"/>
                </a:cubicBezTo>
                <a:cubicBezTo>
                  <a:pt x="743237" y="2347184"/>
                  <a:pt x="729312" y="2355925"/>
                  <a:pt x="712451" y="2359553"/>
                </a:cubicBezTo>
                <a:cubicBezTo>
                  <a:pt x="706847" y="2360759"/>
                  <a:pt x="701037" y="2361516"/>
                  <a:pt x="695312" y="2361568"/>
                </a:cubicBezTo>
                <a:cubicBezTo>
                  <a:pt x="671425" y="2361788"/>
                  <a:pt x="647535" y="2361662"/>
                  <a:pt x="623646" y="2361654"/>
                </a:cubicBezTo>
                <a:cubicBezTo>
                  <a:pt x="622826" y="2361653"/>
                  <a:pt x="622006" y="2361552"/>
                  <a:pt x="620936" y="2361481"/>
                </a:cubicBezTo>
                <a:cubicBezTo>
                  <a:pt x="620847" y="2360218"/>
                  <a:pt x="620703" y="2359131"/>
                  <a:pt x="620702" y="2358045"/>
                </a:cubicBezTo>
                <a:cubicBezTo>
                  <a:pt x="620689" y="2331894"/>
                  <a:pt x="620575" y="2305742"/>
                  <a:pt x="620794" y="2279593"/>
                </a:cubicBezTo>
                <a:cubicBezTo>
                  <a:pt x="620836" y="2274591"/>
                  <a:pt x="622202" y="2269600"/>
                  <a:pt x="622956" y="2264604"/>
                </a:cubicBezTo>
                <a:cubicBezTo>
                  <a:pt x="626112" y="2252274"/>
                  <a:pt x="631294" y="2241690"/>
                  <a:pt x="639199" y="2232594"/>
                </a:cubicBezTo>
                <a:cubicBezTo>
                  <a:pt x="656497" y="2212691"/>
                  <a:pt x="678356" y="2203410"/>
                  <a:pt x="704656" y="2205978"/>
                </a:cubicBezTo>
                <a:close/>
                <a:moveTo>
                  <a:pt x="683329" y="2158205"/>
                </a:moveTo>
                <a:cubicBezTo>
                  <a:pt x="681239" y="2158733"/>
                  <a:pt x="679173" y="2159402"/>
                  <a:pt x="677055" y="2159767"/>
                </a:cubicBezTo>
                <a:cubicBezTo>
                  <a:pt x="652583" y="2163989"/>
                  <a:pt x="631394" y="2174646"/>
                  <a:pt x="613420" y="2191815"/>
                </a:cubicBezTo>
                <a:cubicBezTo>
                  <a:pt x="603413" y="2201373"/>
                  <a:pt x="595226" y="2212272"/>
                  <a:pt x="588843" y="2224492"/>
                </a:cubicBezTo>
                <a:cubicBezTo>
                  <a:pt x="582803" y="2236055"/>
                  <a:pt x="578666" y="2248307"/>
                  <a:pt x="576473" y="2261205"/>
                </a:cubicBezTo>
                <a:cubicBezTo>
                  <a:pt x="575026" y="2269713"/>
                  <a:pt x="574544" y="2278263"/>
                  <a:pt x="574575" y="2286885"/>
                </a:cubicBezTo>
                <a:cubicBezTo>
                  <a:pt x="574659" y="2310071"/>
                  <a:pt x="574604" y="2333258"/>
                  <a:pt x="574604" y="2356445"/>
                </a:cubicBezTo>
                <a:cubicBezTo>
                  <a:pt x="574604" y="2357981"/>
                  <a:pt x="574604" y="2359518"/>
                  <a:pt x="574604" y="2361496"/>
                </a:cubicBezTo>
                <a:cubicBezTo>
                  <a:pt x="550657" y="2361496"/>
                  <a:pt x="526984" y="2361496"/>
                  <a:pt x="503045" y="2361496"/>
                </a:cubicBezTo>
                <a:cubicBezTo>
                  <a:pt x="503045" y="2377275"/>
                  <a:pt x="503045" y="2392614"/>
                  <a:pt x="503045" y="2408587"/>
                </a:cubicBezTo>
                <a:cubicBezTo>
                  <a:pt x="526674" y="2408627"/>
                  <a:pt x="550335" y="2408582"/>
                  <a:pt x="574298" y="2408613"/>
                </a:cubicBezTo>
                <a:cubicBezTo>
                  <a:pt x="574298" y="2429557"/>
                  <a:pt x="574298" y="2450238"/>
                  <a:pt x="574298" y="2471373"/>
                </a:cubicBezTo>
                <a:cubicBezTo>
                  <a:pt x="572699" y="2471373"/>
                  <a:pt x="571187" y="2471373"/>
                  <a:pt x="569674" y="2471373"/>
                </a:cubicBezTo>
                <a:cubicBezTo>
                  <a:pt x="545781" y="2471373"/>
                  <a:pt x="521886" y="2471422"/>
                  <a:pt x="497993" y="2471354"/>
                </a:cubicBezTo>
                <a:cubicBezTo>
                  <a:pt x="483730" y="2471314"/>
                  <a:pt x="469969" y="2473922"/>
                  <a:pt x="456654" y="2478906"/>
                </a:cubicBezTo>
                <a:cubicBezTo>
                  <a:pt x="442223" y="2484307"/>
                  <a:pt x="429338" y="2492248"/>
                  <a:pt x="417953" y="2502668"/>
                </a:cubicBezTo>
                <a:cubicBezTo>
                  <a:pt x="395310" y="2523395"/>
                  <a:pt x="382065" y="2549004"/>
                  <a:pt x="377790" y="2579339"/>
                </a:cubicBezTo>
                <a:cubicBezTo>
                  <a:pt x="377685" y="2580083"/>
                  <a:pt x="377220" y="2580778"/>
                  <a:pt x="376580" y="2581904"/>
                </a:cubicBezTo>
                <a:cubicBezTo>
                  <a:pt x="376237" y="2591945"/>
                  <a:pt x="376237" y="2601577"/>
                  <a:pt x="376237" y="2611209"/>
                </a:cubicBezTo>
                <a:cubicBezTo>
                  <a:pt x="376749" y="2611705"/>
                  <a:pt x="377657" y="2612160"/>
                  <a:pt x="377714" y="2612704"/>
                </a:cubicBezTo>
                <a:cubicBezTo>
                  <a:pt x="379163" y="2626593"/>
                  <a:pt x="383303" y="2639709"/>
                  <a:pt x="389295" y="2652234"/>
                </a:cubicBezTo>
                <a:cubicBezTo>
                  <a:pt x="394308" y="2662713"/>
                  <a:pt x="400761" y="2672311"/>
                  <a:pt x="408498" y="2680992"/>
                </a:cubicBezTo>
                <a:cubicBezTo>
                  <a:pt x="419319" y="2693133"/>
                  <a:pt x="432069" y="2702768"/>
                  <a:pt x="446675" y="2709940"/>
                </a:cubicBezTo>
                <a:cubicBezTo>
                  <a:pt x="457888" y="2715446"/>
                  <a:pt x="469794" y="2718701"/>
                  <a:pt x="482556" y="2721175"/>
                </a:cubicBezTo>
                <a:cubicBezTo>
                  <a:pt x="492704" y="2721491"/>
                  <a:pt x="502336" y="2721491"/>
                  <a:pt x="512155" y="2721201"/>
                </a:cubicBezTo>
                <a:cubicBezTo>
                  <a:pt x="515687" y="2720446"/>
                  <a:pt x="519077" y="2720189"/>
                  <a:pt x="522371" y="2719483"/>
                </a:cubicBezTo>
                <a:cubicBezTo>
                  <a:pt x="548266" y="2713933"/>
                  <a:pt x="570155" y="2701417"/>
                  <a:pt x="587988" y="2681766"/>
                </a:cubicBezTo>
                <a:cubicBezTo>
                  <a:pt x="599635" y="2668933"/>
                  <a:pt x="608179" y="2654318"/>
                  <a:pt x="613810" y="2637978"/>
                </a:cubicBezTo>
                <a:cubicBezTo>
                  <a:pt x="618533" y="2624269"/>
                  <a:pt x="620669" y="2610113"/>
                  <a:pt x="620686" y="2595636"/>
                </a:cubicBezTo>
                <a:cubicBezTo>
                  <a:pt x="620714" y="2571604"/>
                  <a:pt x="620693" y="2547574"/>
                  <a:pt x="620693" y="2523542"/>
                </a:cubicBezTo>
                <a:cubicBezTo>
                  <a:pt x="620693" y="2522028"/>
                  <a:pt x="620693" y="2520513"/>
                  <a:pt x="620693" y="2518559"/>
                </a:cubicBezTo>
                <a:cubicBezTo>
                  <a:pt x="644797" y="2518559"/>
                  <a:pt x="668463" y="2518559"/>
                  <a:pt x="692258" y="2518559"/>
                </a:cubicBezTo>
                <a:cubicBezTo>
                  <a:pt x="692258" y="2502653"/>
                  <a:pt x="692258" y="2487193"/>
                  <a:pt x="692258" y="2471283"/>
                </a:cubicBezTo>
                <a:cubicBezTo>
                  <a:pt x="668339" y="2471283"/>
                  <a:pt x="644676" y="2471283"/>
                  <a:pt x="621073" y="2471283"/>
                </a:cubicBezTo>
                <a:cubicBezTo>
                  <a:pt x="620217" y="2463725"/>
                  <a:pt x="620516" y="2411764"/>
                  <a:pt x="621438" y="2408603"/>
                </a:cubicBezTo>
                <a:cubicBezTo>
                  <a:pt x="622924" y="2408603"/>
                  <a:pt x="624470" y="2408603"/>
                  <a:pt x="626015" y="2408603"/>
                </a:cubicBezTo>
                <a:cubicBezTo>
                  <a:pt x="650612" y="2408603"/>
                  <a:pt x="675209" y="2408668"/>
                  <a:pt x="699805" y="2408549"/>
                </a:cubicBezTo>
                <a:cubicBezTo>
                  <a:pt x="704858" y="2408524"/>
                  <a:pt x="709973" y="2408191"/>
                  <a:pt x="714949" y="2407347"/>
                </a:cubicBezTo>
                <a:cubicBezTo>
                  <a:pt x="743974" y="2402424"/>
                  <a:pt x="768420" y="2389051"/>
                  <a:pt x="787613" y="2366663"/>
                </a:cubicBezTo>
                <a:cubicBezTo>
                  <a:pt x="811980" y="2338238"/>
                  <a:pt x="821648" y="2305143"/>
                  <a:pt x="817465" y="2268072"/>
                </a:cubicBezTo>
                <a:cubicBezTo>
                  <a:pt x="813992" y="2237282"/>
                  <a:pt x="800612" y="2211345"/>
                  <a:pt x="777920" y="2190260"/>
                </a:cubicBezTo>
                <a:cubicBezTo>
                  <a:pt x="760183" y="2173780"/>
                  <a:pt x="739365" y="2163542"/>
                  <a:pt x="715415" y="2159722"/>
                </a:cubicBezTo>
                <a:cubicBezTo>
                  <a:pt x="713730" y="2159454"/>
                  <a:pt x="712120" y="2158722"/>
                  <a:pt x="710078" y="2158205"/>
                </a:cubicBezTo>
                <a:cubicBezTo>
                  <a:pt x="700896" y="2158205"/>
                  <a:pt x="692113" y="2158205"/>
                  <a:pt x="683329" y="2158205"/>
                </a:cubicBezTo>
                <a:close/>
                <a:moveTo>
                  <a:pt x="0" y="0"/>
                </a:moveTo>
                <a:lnTo>
                  <a:pt x="4571999" y="0"/>
                </a:lnTo>
                <a:lnTo>
                  <a:pt x="4571999" y="4316411"/>
                </a:lnTo>
                <a:lnTo>
                  <a:pt x="0" y="431641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vert="horz" wrap="square" lIns="251999" tIns="2844000" rIns="0" bIns="0" rtlCol="0">
            <a:noAutofit/>
          </a:bodyPr>
          <a:lstStyle>
            <a:lvl1pPr marL="144000" indent="0">
              <a:buFontTx/>
              <a:buNone/>
              <a:tabLst/>
              <a:defRPr lang="en-GB" sz="2000" b="1" dirty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pPr marL="486900" lvl="0" indent="-342900"/>
            <a:r>
              <a:rPr lang="en-GB"/>
              <a:t>Title of this presentation/chapter</a:t>
            </a:r>
          </a:p>
        </p:txBody>
      </p:sp>
    </p:spTree>
    <p:extLst>
      <p:ext uri="{BB962C8B-B14F-4D97-AF65-F5344CB8AC3E}">
        <p14:creationId xmlns:p14="http://schemas.microsoft.com/office/powerpoint/2010/main" val="1898355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2238" userDrawn="1">
          <p15:clr>
            <a:srgbClr val="FBAE40"/>
          </p15:clr>
        </p15:guide>
        <p15:guide id="7" pos="56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Slide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A461E-8557-0491-EF16-4B47B6B8F55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-1"/>
            <a:ext cx="9144000" cy="5143499"/>
          </a:xfrm>
          <a:custGeom>
            <a:avLst/>
            <a:gdLst>
              <a:gd name="connsiteX0" fmla="*/ 0 w 9144000"/>
              <a:gd name="connsiteY0" fmla="*/ 0 h 5143499"/>
              <a:gd name="connsiteX1" fmla="*/ 9144000 w 9144000"/>
              <a:gd name="connsiteY1" fmla="*/ 0 h 5143499"/>
              <a:gd name="connsiteX2" fmla="*/ 9144000 w 9144000"/>
              <a:gd name="connsiteY2" fmla="*/ 5143499 h 5143499"/>
              <a:gd name="connsiteX3" fmla="*/ 0 w 9144000"/>
              <a:gd name="connsiteY3" fmla="*/ 5143499 h 5143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5143499">
                <a:moveTo>
                  <a:pt x="0" y="0"/>
                </a:moveTo>
                <a:lnTo>
                  <a:pt x="9144000" y="0"/>
                </a:lnTo>
                <a:lnTo>
                  <a:pt x="9144000" y="5143499"/>
                </a:lnTo>
                <a:lnTo>
                  <a:pt x="0" y="51434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4762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CA6DF-D9A3-1ABF-A337-B970A698F5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85969"/>
            <a:ext cx="4571999" cy="5057530"/>
          </a:xfrm>
          <a:custGeom>
            <a:avLst/>
            <a:gdLst>
              <a:gd name="connsiteX0" fmla="*/ 0 w 4571999"/>
              <a:gd name="connsiteY0" fmla="*/ 0 h 4316411"/>
              <a:gd name="connsiteX1" fmla="*/ 4571999 w 4571999"/>
              <a:gd name="connsiteY1" fmla="*/ 0 h 4316411"/>
              <a:gd name="connsiteX2" fmla="*/ 4571999 w 4571999"/>
              <a:gd name="connsiteY2" fmla="*/ 4316411 h 4316411"/>
              <a:gd name="connsiteX3" fmla="*/ 0 w 4571999"/>
              <a:gd name="connsiteY3" fmla="*/ 4316411 h 431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1999" h="4316411">
                <a:moveTo>
                  <a:pt x="0" y="0"/>
                </a:moveTo>
                <a:lnTo>
                  <a:pt x="4571999" y="0"/>
                </a:lnTo>
                <a:lnTo>
                  <a:pt x="4571999" y="4316411"/>
                </a:lnTo>
                <a:lnTo>
                  <a:pt x="0" y="431641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vert="horz" wrap="square" lIns="251999" tIns="720000" rIns="0" bIns="1908000" rtlCol="0" anchor="b">
            <a:noAutofit/>
          </a:bodyPr>
          <a:lstStyle>
            <a:lvl1pPr marL="133350" indent="9525">
              <a:buNone/>
              <a:tabLst/>
              <a:defRPr lang="en-GB" sz="2400" b="1" dirty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pPr marL="486900" lvl="0" indent="-342900"/>
            <a:r>
              <a:rPr lang="en-GB"/>
              <a:t>Title of this presentation/chapter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CAE01ACD-91F9-CE2D-CDE1-ECAC5CF0D9A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76237" y="3479114"/>
            <a:ext cx="4853600" cy="1092886"/>
          </a:xfrm>
        </p:spPr>
        <p:txBody>
          <a:bodyPr>
            <a:normAutofit/>
          </a:bodyPr>
          <a:lstStyle>
            <a:lvl1pPr marL="180975" indent="-176213">
              <a:buClr>
                <a:schemeClr val="bg1"/>
              </a:buClr>
              <a:buSzPct val="8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1400">
                <a:solidFill>
                  <a:schemeClr val="bg1"/>
                </a:solidFill>
                <a:effectLst>
                  <a:outerShdw blurRad="127000" sx="101000" sy="101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775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l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22000" y="2298994"/>
            <a:ext cx="8100000" cy="43200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2000" y="2769136"/>
            <a:ext cx="8100000" cy="2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/>
                </a:solidFill>
                <a:latin typeface="Calibri Ligh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subtitle</a:t>
            </a:r>
            <a:endParaRPr lang="nl-BE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D13DB9E6-1A45-35C9-DC16-10BCF1A5C761}"/>
              </a:ext>
            </a:extLst>
          </p:cNvPr>
          <p:cNvSpPr/>
          <p:nvPr/>
        </p:nvSpPr>
        <p:spPr>
          <a:xfrm>
            <a:off x="5062653" y="4025421"/>
            <a:ext cx="1225189" cy="451397"/>
          </a:xfrm>
          <a:custGeom>
            <a:avLst/>
            <a:gdLst>
              <a:gd name="connsiteX0" fmla="*/ 154910 w 1225189"/>
              <a:gd name="connsiteY0" fmla="*/ 288850 h 451397"/>
              <a:gd name="connsiteX1" fmla="*/ 98177 w 1225189"/>
              <a:gd name="connsiteY1" fmla="*/ 288877 h 451397"/>
              <a:gd name="connsiteX2" fmla="*/ 53588 w 1225189"/>
              <a:gd name="connsiteY2" fmla="*/ 309013 h 451397"/>
              <a:gd name="connsiteX3" fmla="*/ 37995 w 1225189"/>
              <a:gd name="connsiteY3" fmla="*/ 360393 h 451397"/>
              <a:gd name="connsiteX4" fmla="*/ 60951 w 1225189"/>
              <a:gd name="connsiteY4" fmla="*/ 400602 h 451397"/>
              <a:gd name="connsiteX5" fmla="*/ 105252 w 1225189"/>
              <a:gd name="connsiteY5" fmla="*/ 413298 h 451397"/>
              <a:gd name="connsiteX6" fmla="*/ 144319 w 1225189"/>
              <a:gd name="connsiteY6" fmla="*/ 391742 h 451397"/>
              <a:gd name="connsiteX7" fmla="*/ 157867 w 1225189"/>
              <a:gd name="connsiteY7" fmla="*/ 362929 h 451397"/>
              <a:gd name="connsiteX8" fmla="*/ 158986 w 1225189"/>
              <a:gd name="connsiteY8" fmla="*/ 341653 h 451397"/>
              <a:gd name="connsiteX9" fmla="*/ 158986 w 1225189"/>
              <a:gd name="connsiteY9" fmla="*/ 288850 h 451397"/>
              <a:gd name="connsiteX10" fmla="*/ 154910 w 1225189"/>
              <a:gd name="connsiteY10" fmla="*/ 288850 h 451397"/>
              <a:gd name="connsiteX11" fmla="*/ 1133299 w 1225189"/>
              <a:gd name="connsiteY11" fmla="*/ 241149 h 451397"/>
              <a:gd name="connsiteX12" fmla="*/ 1094017 w 1225189"/>
              <a:gd name="connsiteY12" fmla="*/ 294379 h 451397"/>
              <a:gd name="connsiteX13" fmla="*/ 1111910 w 1225189"/>
              <a:gd name="connsiteY13" fmla="*/ 328249 h 451397"/>
              <a:gd name="connsiteX14" fmla="*/ 1142202 w 1225189"/>
              <a:gd name="connsiteY14" fmla="*/ 339174 h 451397"/>
              <a:gd name="connsiteX15" fmla="*/ 1156388 w 1225189"/>
              <a:gd name="connsiteY15" fmla="*/ 336890 h 451397"/>
              <a:gd name="connsiteX16" fmla="*/ 1178468 w 1225189"/>
              <a:gd name="connsiteY16" fmla="*/ 321700 h 451397"/>
              <a:gd name="connsiteX17" fmla="*/ 1177310 w 1225189"/>
              <a:gd name="connsiteY17" fmla="*/ 256408 h 451397"/>
              <a:gd name="connsiteX18" fmla="*/ 1133299 w 1225189"/>
              <a:gd name="connsiteY18" fmla="*/ 241149 h 451397"/>
              <a:gd name="connsiteX19" fmla="*/ 696000 w 1225189"/>
              <a:gd name="connsiteY19" fmla="*/ 239875 h 451397"/>
              <a:gd name="connsiteX20" fmla="*/ 676346 w 1225189"/>
              <a:gd name="connsiteY20" fmla="*/ 245071 h 451397"/>
              <a:gd name="connsiteX21" fmla="*/ 657501 w 1225189"/>
              <a:gd name="connsiteY21" fmla="*/ 265587 h 451397"/>
              <a:gd name="connsiteX22" fmla="*/ 655413 w 1225189"/>
              <a:gd name="connsiteY22" fmla="*/ 270318 h 451397"/>
              <a:gd name="connsiteX23" fmla="*/ 736365 w 1225189"/>
              <a:gd name="connsiteY23" fmla="*/ 270318 h 451397"/>
              <a:gd name="connsiteX24" fmla="*/ 735789 w 1225189"/>
              <a:gd name="connsiteY24" fmla="*/ 268545 h 451397"/>
              <a:gd name="connsiteX25" fmla="*/ 715570 w 1225189"/>
              <a:gd name="connsiteY25" fmla="*/ 245107 h 451397"/>
              <a:gd name="connsiteX26" fmla="*/ 696000 w 1225189"/>
              <a:gd name="connsiteY26" fmla="*/ 239875 h 451397"/>
              <a:gd name="connsiteX27" fmla="*/ 811004 w 1225189"/>
              <a:gd name="connsiteY27" fmla="*/ 207180 h 451397"/>
              <a:gd name="connsiteX28" fmla="*/ 815793 w 1225189"/>
              <a:gd name="connsiteY28" fmla="*/ 209992 h 451397"/>
              <a:gd name="connsiteX29" fmla="*/ 844289 w 1225189"/>
              <a:gd name="connsiteY29" fmla="*/ 255782 h 451397"/>
              <a:gd name="connsiteX30" fmla="*/ 846137 w 1225189"/>
              <a:gd name="connsiteY30" fmla="*/ 258402 h 451397"/>
              <a:gd name="connsiteX31" fmla="*/ 866166 w 1225189"/>
              <a:gd name="connsiteY31" fmla="*/ 226648 h 451397"/>
              <a:gd name="connsiteX32" fmla="*/ 877015 w 1225189"/>
              <a:gd name="connsiteY32" fmla="*/ 209428 h 451397"/>
              <a:gd name="connsiteX33" fmla="*/ 880422 w 1225189"/>
              <a:gd name="connsiteY33" fmla="*/ 207210 h 451397"/>
              <a:gd name="connsiteX34" fmla="*/ 921541 w 1225189"/>
              <a:gd name="connsiteY34" fmla="*/ 207283 h 451397"/>
              <a:gd name="connsiteX35" fmla="*/ 922708 w 1225189"/>
              <a:gd name="connsiteY35" fmla="*/ 207538 h 451397"/>
              <a:gd name="connsiteX36" fmla="*/ 868780 w 1225189"/>
              <a:gd name="connsiteY36" fmla="*/ 287484 h 451397"/>
              <a:gd name="connsiteX37" fmla="*/ 925443 w 1225189"/>
              <a:gd name="connsiteY37" fmla="*/ 372234 h 451397"/>
              <a:gd name="connsiteX38" fmla="*/ 922831 w 1225189"/>
              <a:gd name="connsiteY38" fmla="*/ 372471 h 451397"/>
              <a:gd name="connsiteX39" fmla="*/ 882392 w 1225189"/>
              <a:gd name="connsiteY39" fmla="*/ 372523 h 451397"/>
              <a:gd name="connsiteX40" fmla="*/ 878348 w 1225189"/>
              <a:gd name="connsiteY40" fmla="*/ 370272 h 451397"/>
              <a:gd name="connsiteX41" fmla="*/ 861459 w 1225189"/>
              <a:gd name="connsiteY41" fmla="*/ 343336 h 451397"/>
              <a:gd name="connsiteX42" fmla="*/ 845142 w 1225189"/>
              <a:gd name="connsiteY42" fmla="*/ 317491 h 451397"/>
              <a:gd name="connsiteX43" fmla="*/ 838588 w 1225189"/>
              <a:gd name="connsiteY43" fmla="*/ 327755 h 451397"/>
              <a:gd name="connsiteX44" fmla="*/ 811867 w 1225189"/>
              <a:gd name="connsiteY44" fmla="*/ 370256 h 451397"/>
              <a:gd name="connsiteX45" fmla="*/ 808190 w 1225189"/>
              <a:gd name="connsiteY45" fmla="*/ 372540 h 451397"/>
              <a:gd name="connsiteX46" fmla="*/ 768091 w 1225189"/>
              <a:gd name="connsiteY46" fmla="*/ 372469 h 451397"/>
              <a:gd name="connsiteX47" fmla="*/ 766573 w 1225189"/>
              <a:gd name="connsiteY47" fmla="*/ 372297 h 451397"/>
              <a:gd name="connsiteX48" fmla="*/ 777534 w 1225189"/>
              <a:gd name="connsiteY48" fmla="*/ 355619 h 451397"/>
              <a:gd name="connsiteX49" fmla="*/ 788627 w 1225189"/>
              <a:gd name="connsiteY49" fmla="*/ 338941 h 451397"/>
              <a:gd name="connsiteX50" fmla="*/ 799974 w 1225189"/>
              <a:gd name="connsiteY50" fmla="*/ 322028 h 451397"/>
              <a:gd name="connsiteX51" fmla="*/ 811103 w 1225189"/>
              <a:gd name="connsiteY51" fmla="*/ 305376 h 451397"/>
              <a:gd name="connsiteX52" fmla="*/ 822373 w 1225189"/>
              <a:gd name="connsiteY52" fmla="*/ 288450 h 451397"/>
              <a:gd name="connsiteX53" fmla="*/ 768383 w 1225189"/>
              <a:gd name="connsiteY53" fmla="*/ 207419 h 451397"/>
              <a:gd name="connsiteX54" fmla="*/ 771926 w 1225189"/>
              <a:gd name="connsiteY54" fmla="*/ 207262 h 451397"/>
              <a:gd name="connsiteX55" fmla="*/ 811004 w 1225189"/>
              <a:gd name="connsiteY55" fmla="*/ 207180 h 451397"/>
              <a:gd name="connsiteX56" fmla="*/ 1129578 w 1225189"/>
              <a:gd name="connsiteY56" fmla="*/ 204888 h 451397"/>
              <a:gd name="connsiteX57" fmla="*/ 1197721 w 1225189"/>
              <a:gd name="connsiteY57" fmla="*/ 225970 h 451397"/>
              <a:gd name="connsiteX58" fmla="*/ 1224240 w 1225189"/>
              <a:gd name="connsiteY58" fmla="*/ 274804 h 451397"/>
              <a:gd name="connsiteX59" fmla="*/ 1224936 w 1225189"/>
              <a:gd name="connsiteY59" fmla="*/ 279993 h 451397"/>
              <a:gd name="connsiteX60" fmla="*/ 1225189 w 1225189"/>
              <a:gd name="connsiteY60" fmla="*/ 299521 h 451397"/>
              <a:gd name="connsiteX61" fmla="*/ 1224551 w 1225189"/>
              <a:gd name="connsiteY61" fmla="*/ 300868 h 451397"/>
              <a:gd name="connsiteX62" fmla="*/ 1204130 w 1225189"/>
              <a:gd name="connsiteY62" fmla="*/ 346895 h 451397"/>
              <a:gd name="connsiteX63" fmla="*/ 1163136 w 1225189"/>
              <a:gd name="connsiteY63" fmla="*/ 372649 h 451397"/>
              <a:gd name="connsiteX64" fmla="*/ 1106408 w 1225189"/>
              <a:gd name="connsiteY64" fmla="*/ 367309 h 451397"/>
              <a:gd name="connsiteX65" fmla="*/ 1064769 w 1225189"/>
              <a:gd name="connsiteY65" fmla="*/ 322390 h 451397"/>
              <a:gd name="connsiteX66" fmla="*/ 1079693 w 1225189"/>
              <a:gd name="connsiteY66" fmla="*/ 232553 h 451397"/>
              <a:gd name="connsiteX67" fmla="*/ 1129578 w 1225189"/>
              <a:gd name="connsiteY67" fmla="*/ 204888 h 451397"/>
              <a:gd name="connsiteX68" fmla="*/ 697576 w 1225189"/>
              <a:gd name="connsiteY68" fmla="*/ 204855 h 451397"/>
              <a:gd name="connsiteX69" fmla="*/ 744315 w 1225189"/>
              <a:gd name="connsiteY69" fmla="*/ 223041 h 451397"/>
              <a:gd name="connsiteX70" fmla="*/ 773211 w 1225189"/>
              <a:gd name="connsiteY70" fmla="*/ 276361 h 451397"/>
              <a:gd name="connsiteX71" fmla="*/ 773612 w 1225189"/>
              <a:gd name="connsiteY71" fmla="*/ 299272 h 451397"/>
              <a:gd name="connsiteX72" fmla="*/ 772949 w 1225189"/>
              <a:gd name="connsiteY72" fmla="*/ 302458 h 451397"/>
              <a:gd name="connsiteX73" fmla="*/ 652600 w 1225189"/>
              <a:gd name="connsiteY73" fmla="*/ 302458 h 451397"/>
              <a:gd name="connsiteX74" fmla="*/ 682802 w 1225189"/>
              <a:gd name="connsiteY74" fmla="*/ 336743 h 451397"/>
              <a:gd name="connsiteX75" fmla="*/ 734021 w 1225189"/>
              <a:gd name="connsiteY75" fmla="*/ 318897 h 451397"/>
              <a:gd name="connsiteX76" fmla="*/ 764396 w 1225189"/>
              <a:gd name="connsiteY76" fmla="*/ 333273 h 451397"/>
              <a:gd name="connsiteX77" fmla="*/ 757846 w 1225189"/>
              <a:gd name="connsiteY77" fmla="*/ 342936 h 451397"/>
              <a:gd name="connsiteX78" fmla="*/ 708693 w 1225189"/>
              <a:gd name="connsiteY78" fmla="*/ 373030 h 451397"/>
              <a:gd name="connsiteX79" fmla="*/ 651913 w 1225189"/>
              <a:gd name="connsiteY79" fmla="*/ 359658 h 451397"/>
              <a:gd name="connsiteX80" fmla="*/ 618656 w 1225189"/>
              <a:gd name="connsiteY80" fmla="*/ 305589 h 451397"/>
              <a:gd name="connsiteX81" fmla="*/ 626932 w 1225189"/>
              <a:gd name="connsiteY81" fmla="*/ 248647 h 451397"/>
              <a:gd name="connsiteX82" fmla="*/ 667929 w 1225189"/>
              <a:gd name="connsiteY82" fmla="*/ 210343 h 451397"/>
              <a:gd name="connsiteX83" fmla="*/ 682140 w 1225189"/>
              <a:gd name="connsiteY83" fmla="*/ 206106 h 451397"/>
              <a:gd name="connsiteX84" fmla="*/ 697576 w 1225189"/>
              <a:gd name="connsiteY84" fmla="*/ 204855 h 451397"/>
              <a:gd name="connsiteX85" fmla="*/ 993922 w 1225189"/>
              <a:gd name="connsiteY85" fmla="*/ 204830 h 451397"/>
              <a:gd name="connsiteX86" fmla="*/ 1046609 w 1225189"/>
              <a:gd name="connsiteY86" fmla="*/ 221640 h 451397"/>
              <a:gd name="connsiteX87" fmla="*/ 1047725 w 1225189"/>
              <a:gd name="connsiteY87" fmla="*/ 222413 h 451397"/>
              <a:gd name="connsiteX88" fmla="*/ 1048260 w 1225189"/>
              <a:gd name="connsiteY88" fmla="*/ 223120 h 451397"/>
              <a:gd name="connsiteX89" fmla="*/ 1032758 w 1225189"/>
              <a:gd name="connsiteY89" fmla="*/ 251927 h 451397"/>
              <a:gd name="connsiteX90" fmla="*/ 1029498 w 1225189"/>
              <a:gd name="connsiteY90" fmla="*/ 250242 h 451397"/>
              <a:gd name="connsiteX91" fmla="*/ 999013 w 1225189"/>
              <a:gd name="connsiteY91" fmla="*/ 238223 h 451397"/>
              <a:gd name="connsiteX92" fmla="*/ 980867 w 1225189"/>
              <a:gd name="connsiteY92" fmla="*/ 238005 h 451397"/>
              <a:gd name="connsiteX93" fmla="*/ 971790 w 1225189"/>
              <a:gd name="connsiteY93" fmla="*/ 243574 h 451397"/>
              <a:gd name="connsiteX94" fmla="*/ 972638 w 1225189"/>
              <a:gd name="connsiteY94" fmla="*/ 259600 h 451397"/>
              <a:gd name="connsiteX95" fmla="*/ 988048 w 1225189"/>
              <a:gd name="connsiteY95" fmla="*/ 268531 h 451397"/>
              <a:gd name="connsiteX96" fmla="*/ 1012605 w 1225189"/>
              <a:gd name="connsiteY96" fmla="*/ 277353 h 451397"/>
              <a:gd name="connsiteX97" fmla="*/ 1036300 w 1225189"/>
              <a:gd name="connsiteY97" fmla="*/ 289661 h 451397"/>
              <a:gd name="connsiteX98" fmla="*/ 1052180 w 1225189"/>
              <a:gd name="connsiteY98" fmla="*/ 315132 h 451397"/>
              <a:gd name="connsiteX99" fmla="*/ 1039937 w 1225189"/>
              <a:gd name="connsiteY99" fmla="*/ 359033 h 451397"/>
              <a:gd name="connsiteX100" fmla="*/ 1020520 w 1225189"/>
              <a:gd name="connsiteY100" fmla="*/ 371093 h 451397"/>
              <a:gd name="connsiteX101" fmla="*/ 996639 w 1225189"/>
              <a:gd name="connsiteY101" fmla="*/ 375487 h 451397"/>
              <a:gd name="connsiteX102" fmla="*/ 942392 w 1225189"/>
              <a:gd name="connsiteY102" fmla="*/ 363659 h 451397"/>
              <a:gd name="connsiteX103" fmla="*/ 923934 w 1225189"/>
              <a:gd name="connsiteY103" fmla="*/ 351829 h 451397"/>
              <a:gd name="connsiteX104" fmla="*/ 938558 w 1225189"/>
              <a:gd name="connsiteY104" fmla="*/ 328684 h 451397"/>
              <a:gd name="connsiteX105" fmla="*/ 941266 w 1225189"/>
              <a:gd name="connsiteY105" fmla="*/ 324514 h 451397"/>
              <a:gd name="connsiteX106" fmla="*/ 960107 w 1225189"/>
              <a:gd name="connsiteY106" fmla="*/ 334925 h 451397"/>
              <a:gd name="connsiteX107" fmla="*/ 990916 w 1225189"/>
              <a:gd name="connsiteY107" fmla="*/ 343406 h 451397"/>
              <a:gd name="connsiteX108" fmla="*/ 1006217 w 1225189"/>
              <a:gd name="connsiteY108" fmla="*/ 341176 h 451397"/>
              <a:gd name="connsiteX109" fmla="*/ 1009315 w 1225189"/>
              <a:gd name="connsiteY109" fmla="*/ 317548 h 451397"/>
              <a:gd name="connsiteX110" fmla="*/ 996931 w 1225189"/>
              <a:gd name="connsiteY110" fmla="*/ 311405 h 451397"/>
              <a:gd name="connsiteX111" fmla="*/ 975631 w 1225189"/>
              <a:gd name="connsiteY111" fmla="*/ 304609 h 451397"/>
              <a:gd name="connsiteX112" fmla="*/ 949837 w 1225189"/>
              <a:gd name="connsiteY112" fmla="*/ 292772 h 451397"/>
              <a:gd name="connsiteX113" fmla="*/ 931553 w 1225189"/>
              <a:gd name="connsiteY113" fmla="*/ 258321 h 451397"/>
              <a:gd name="connsiteX114" fmla="*/ 936146 w 1225189"/>
              <a:gd name="connsiteY114" fmla="*/ 234254 h 451397"/>
              <a:gd name="connsiteX115" fmla="*/ 962112 w 1225189"/>
              <a:gd name="connsiteY115" fmla="*/ 210105 h 451397"/>
              <a:gd name="connsiteX116" fmla="*/ 993922 w 1225189"/>
              <a:gd name="connsiteY116" fmla="*/ 204830 h 451397"/>
              <a:gd name="connsiteX117" fmla="*/ 415532 w 1225189"/>
              <a:gd name="connsiteY117" fmla="*/ 164827 h 451397"/>
              <a:gd name="connsiteX118" fmla="*/ 548399 w 1225189"/>
              <a:gd name="connsiteY118" fmla="*/ 164827 h 451397"/>
              <a:gd name="connsiteX119" fmla="*/ 548399 w 1225189"/>
              <a:gd name="connsiteY119" fmla="*/ 199927 h 451397"/>
              <a:gd name="connsiteX120" fmla="*/ 548184 w 1225189"/>
              <a:gd name="connsiteY120" fmla="*/ 200139 h 451397"/>
              <a:gd name="connsiteX121" fmla="*/ 547922 w 1225189"/>
              <a:gd name="connsiteY121" fmla="*/ 200333 h 451397"/>
              <a:gd name="connsiteX122" fmla="*/ 546914 w 1225189"/>
              <a:gd name="connsiteY122" fmla="*/ 200453 h 451397"/>
              <a:gd name="connsiteX123" fmla="*/ 456173 w 1225189"/>
              <a:gd name="connsiteY123" fmla="*/ 200535 h 451397"/>
              <a:gd name="connsiteX124" fmla="*/ 455651 w 1225189"/>
              <a:gd name="connsiteY124" fmla="*/ 200746 h 451397"/>
              <a:gd name="connsiteX125" fmla="*/ 455651 w 1225189"/>
              <a:gd name="connsiteY125" fmla="*/ 251453 h 451397"/>
              <a:gd name="connsiteX126" fmla="*/ 529377 w 1225189"/>
              <a:gd name="connsiteY126" fmla="*/ 251453 h 451397"/>
              <a:gd name="connsiteX127" fmla="*/ 529377 w 1225189"/>
              <a:gd name="connsiteY127" fmla="*/ 286948 h 451397"/>
              <a:gd name="connsiteX128" fmla="*/ 455568 w 1225189"/>
              <a:gd name="connsiteY128" fmla="*/ 286948 h 451397"/>
              <a:gd name="connsiteX129" fmla="*/ 455435 w 1225189"/>
              <a:gd name="connsiteY129" fmla="*/ 315584 h 451397"/>
              <a:gd name="connsiteX130" fmla="*/ 455426 w 1225189"/>
              <a:gd name="connsiteY130" fmla="*/ 343793 h 451397"/>
              <a:gd name="connsiteX131" fmla="*/ 455426 w 1225189"/>
              <a:gd name="connsiteY131" fmla="*/ 372488 h 451397"/>
              <a:gd name="connsiteX132" fmla="*/ 415532 w 1225189"/>
              <a:gd name="connsiteY132" fmla="*/ 372488 h 451397"/>
              <a:gd name="connsiteX133" fmla="*/ 415532 w 1225189"/>
              <a:gd name="connsiteY133" fmla="*/ 271963 h 451397"/>
              <a:gd name="connsiteX134" fmla="*/ 415532 w 1225189"/>
              <a:gd name="connsiteY134" fmla="*/ 164827 h 451397"/>
              <a:gd name="connsiteX135" fmla="*/ 563327 w 1225189"/>
              <a:gd name="connsiteY135" fmla="*/ 164652 h 451397"/>
              <a:gd name="connsiteX136" fmla="*/ 599014 w 1225189"/>
              <a:gd name="connsiteY136" fmla="*/ 164652 h 451397"/>
              <a:gd name="connsiteX137" fmla="*/ 600579 w 1225189"/>
              <a:gd name="connsiteY137" fmla="*/ 165010 h 451397"/>
              <a:gd name="connsiteX138" fmla="*/ 600923 w 1225189"/>
              <a:gd name="connsiteY138" fmla="*/ 168963 h 451397"/>
              <a:gd name="connsiteX139" fmla="*/ 600928 w 1225189"/>
              <a:gd name="connsiteY139" fmla="*/ 368126 h 451397"/>
              <a:gd name="connsiteX140" fmla="*/ 600928 w 1225189"/>
              <a:gd name="connsiteY140" fmla="*/ 372295 h 451397"/>
              <a:gd name="connsiteX141" fmla="*/ 561210 w 1225189"/>
              <a:gd name="connsiteY141" fmla="*/ 372295 h 451397"/>
              <a:gd name="connsiteX142" fmla="*/ 561210 w 1225189"/>
              <a:gd name="connsiteY142" fmla="*/ 164801 h 451397"/>
              <a:gd name="connsiteX143" fmla="*/ 563327 w 1225189"/>
              <a:gd name="connsiteY143" fmla="*/ 164652 h 451397"/>
              <a:gd name="connsiteX144" fmla="*/ 263219 w 1225189"/>
              <a:gd name="connsiteY144" fmla="*/ 38289 h 451397"/>
              <a:gd name="connsiteX145" fmla="*/ 210757 w 1225189"/>
              <a:gd name="connsiteY145" fmla="*/ 59621 h 451397"/>
              <a:gd name="connsiteX146" fmla="*/ 197739 w 1225189"/>
              <a:gd name="connsiteY146" fmla="*/ 85276 h 451397"/>
              <a:gd name="connsiteX147" fmla="*/ 196006 w 1225189"/>
              <a:gd name="connsiteY147" fmla="*/ 97289 h 451397"/>
              <a:gd name="connsiteX148" fmla="*/ 195932 w 1225189"/>
              <a:gd name="connsiteY148" fmla="*/ 160166 h 451397"/>
              <a:gd name="connsiteX149" fmla="*/ 196120 w 1225189"/>
              <a:gd name="connsiteY149" fmla="*/ 162920 h 451397"/>
              <a:gd name="connsiteX150" fmla="*/ 198292 w 1225189"/>
              <a:gd name="connsiteY150" fmla="*/ 163058 h 451397"/>
              <a:gd name="connsiteX151" fmla="*/ 255730 w 1225189"/>
              <a:gd name="connsiteY151" fmla="*/ 162990 h 451397"/>
              <a:gd name="connsiteX152" fmla="*/ 269467 w 1225189"/>
              <a:gd name="connsiteY152" fmla="*/ 161375 h 451397"/>
              <a:gd name="connsiteX153" fmla="*/ 302920 w 1225189"/>
              <a:gd name="connsiteY153" fmla="*/ 140832 h 451397"/>
              <a:gd name="connsiteX154" fmla="*/ 317265 w 1225189"/>
              <a:gd name="connsiteY154" fmla="*/ 94140 h 451397"/>
              <a:gd name="connsiteX155" fmla="*/ 297349 w 1225189"/>
              <a:gd name="connsiteY155" fmla="*/ 54090 h 451397"/>
              <a:gd name="connsiteX156" fmla="*/ 263219 w 1225189"/>
              <a:gd name="connsiteY156" fmla="*/ 38289 h 451397"/>
              <a:gd name="connsiteX157" fmla="*/ 246126 w 1225189"/>
              <a:gd name="connsiteY157" fmla="*/ 0 h 451397"/>
              <a:gd name="connsiteX158" fmla="*/ 267564 w 1225189"/>
              <a:gd name="connsiteY158" fmla="*/ 0 h 451397"/>
              <a:gd name="connsiteX159" fmla="*/ 271841 w 1225189"/>
              <a:gd name="connsiteY159" fmla="*/ 1216 h 451397"/>
              <a:gd name="connsiteX160" fmla="*/ 321938 w 1225189"/>
              <a:gd name="connsiteY160" fmla="*/ 25691 h 451397"/>
              <a:gd name="connsiteX161" fmla="*/ 353632 w 1225189"/>
              <a:gd name="connsiteY161" fmla="*/ 88055 h 451397"/>
              <a:gd name="connsiteX162" fmla="*/ 329706 w 1225189"/>
              <a:gd name="connsiteY162" fmla="*/ 167073 h 451397"/>
              <a:gd name="connsiteX163" fmla="*/ 271469 w 1225189"/>
              <a:gd name="connsiteY163" fmla="*/ 199681 h 451397"/>
              <a:gd name="connsiteX164" fmla="*/ 259331 w 1225189"/>
              <a:gd name="connsiteY164" fmla="*/ 200644 h 451397"/>
              <a:gd name="connsiteX165" fmla="*/ 200191 w 1225189"/>
              <a:gd name="connsiteY165" fmla="*/ 200687 h 451397"/>
              <a:gd name="connsiteX166" fmla="*/ 196522 w 1225189"/>
              <a:gd name="connsiteY166" fmla="*/ 200687 h 451397"/>
              <a:gd name="connsiteX167" fmla="*/ 196229 w 1225189"/>
              <a:gd name="connsiteY167" fmla="*/ 250923 h 451397"/>
              <a:gd name="connsiteX168" fmla="*/ 253282 w 1225189"/>
              <a:gd name="connsiteY168" fmla="*/ 250923 h 451397"/>
              <a:gd name="connsiteX169" fmla="*/ 253282 w 1225189"/>
              <a:gd name="connsiteY169" fmla="*/ 288814 h 451397"/>
              <a:gd name="connsiteX170" fmla="*/ 195925 w 1225189"/>
              <a:gd name="connsiteY170" fmla="*/ 288814 h 451397"/>
              <a:gd name="connsiteX171" fmla="*/ 195925 w 1225189"/>
              <a:gd name="connsiteY171" fmla="*/ 292808 h 451397"/>
              <a:gd name="connsiteX172" fmla="*/ 195919 w 1225189"/>
              <a:gd name="connsiteY172" fmla="*/ 350589 h 451397"/>
              <a:gd name="connsiteX173" fmla="*/ 190408 w 1225189"/>
              <a:gd name="connsiteY173" fmla="*/ 384525 h 451397"/>
              <a:gd name="connsiteX174" fmla="*/ 169713 w 1225189"/>
              <a:gd name="connsiteY174" fmla="*/ 419620 h 451397"/>
              <a:gd name="connsiteX175" fmla="*/ 117122 w 1225189"/>
              <a:gd name="connsiteY175" fmla="*/ 449849 h 451397"/>
              <a:gd name="connsiteX176" fmla="*/ 108934 w 1225189"/>
              <a:gd name="connsiteY176" fmla="*/ 451226 h 451397"/>
              <a:gd name="connsiteX177" fmla="*/ 85212 w 1225189"/>
              <a:gd name="connsiteY177" fmla="*/ 451205 h 451397"/>
              <a:gd name="connsiteX178" fmla="*/ 56454 w 1225189"/>
              <a:gd name="connsiteY178" fmla="*/ 442200 h 451397"/>
              <a:gd name="connsiteX179" fmla="*/ 25856 w 1225189"/>
              <a:gd name="connsiteY179" fmla="*/ 418999 h 451397"/>
              <a:gd name="connsiteX180" fmla="*/ 10466 w 1225189"/>
              <a:gd name="connsiteY180" fmla="*/ 395950 h 451397"/>
              <a:gd name="connsiteX181" fmla="*/ 1184 w 1225189"/>
              <a:gd name="connsiteY181" fmla="*/ 364268 h 451397"/>
              <a:gd name="connsiteX182" fmla="*/ 0 w 1225189"/>
              <a:gd name="connsiteY182" fmla="*/ 363070 h 451397"/>
              <a:gd name="connsiteX183" fmla="*/ 275 w 1225189"/>
              <a:gd name="connsiteY183" fmla="*/ 339583 h 451397"/>
              <a:gd name="connsiteX184" fmla="*/ 1245 w 1225189"/>
              <a:gd name="connsiteY184" fmla="*/ 337527 h 451397"/>
              <a:gd name="connsiteX185" fmla="*/ 33435 w 1225189"/>
              <a:gd name="connsiteY185" fmla="*/ 276078 h 451397"/>
              <a:gd name="connsiteX186" fmla="*/ 64452 w 1225189"/>
              <a:gd name="connsiteY186" fmla="*/ 257033 h 451397"/>
              <a:gd name="connsiteX187" fmla="*/ 97584 w 1225189"/>
              <a:gd name="connsiteY187" fmla="*/ 250981 h 451397"/>
              <a:gd name="connsiteX188" fmla="*/ 155035 w 1225189"/>
              <a:gd name="connsiteY188" fmla="*/ 250996 h 451397"/>
              <a:gd name="connsiteX189" fmla="*/ 158741 w 1225189"/>
              <a:gd name="connsiteY189" fmla="*/ 250996 h 451397"/>
              <a:gd name="connsiteX190" fmla="*/ 158741 w 1225189"/>
              <a:gd name="connsiteY190" fmla="*/ 200695 h 451397"/>
              <a:gd name="connsiteX191" fmla="*/ 101633 w 1225189"/>
              <a:gd name="connsiteY191" fmla="*/ 200674 h 451397"/>
              <a:gd name="connsiteX192" fmla="*/ 101633 w 1225189"/>
              <a:gd name="connsiteY192" fmla="*/ 162932 h 451397"/>
              <a:gd name="connsiteX193" fmla="*/ 158986 w 1225189"/>
              <a:gd name="connsiteY193" fmla="*/ 162932 h 451397"/>
              <a:gd name="connsiteX194" fmla="*/ 158986 w 1225189"/>
              <a:gd name="connsiteY194" fmla="*/ 158884 h 451397"/>
              <a:gd name="connsiteX195" fmla="*/ 158963 w 1225189"/>
              <a:gd name="connsiteY195" fmla="*/ 103133 h 451397"/>
              <a:gd name="connsiteX196" fmla="*/ 160484 w 1225189"/>
              <a:gd name="connsiteY196" fmla="*/ 82552 h 451397"/>
              <a:gd name="connsiteX197" fmla="*/ 170398 w 1225189"/>
              <a:gd name="connsiteY197" fmla="*/ 53127 h 451397"/>
              <a:gd name="connsiteX198" fmla="*/ 190095 w 1225189"/>
              <a:gd name="connsiteY198" fmla="*/ 26937 h 451397"/>
              <a:gd name="connsiteX199" fmla="*/ 241097 w 1225189"/>
              <a:gd name="connsiteY199" fmla="*/ 1252 h 451397"/>
              <a:gd name="connsiteX200" fmla="*/ 246126 w 1225189"/>
              <a:gd name="connsiteY200" fmla="*/ 0 h 45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</a:cxnLst>
            <a:rect l="l" t="t" r="r" b="b"/>
            <a:pathLst>
              <a:path w="1225189" h="451397">
                <a:moveTo>
                  <a:pt x="154910" y="288850"/>
                </a:moveTo>
                <a:cubicBezTo>
                  <a:pt x="135999" y="288850"/>
                  <a:pt x="117087" y="288757"/>
                  <a:pt x="98177" y="288877"/>
                </a:cubicBezTo>
                <a:cubicBezTo>
                  <a:pt x="80382" y="288990"/>
                  <a:pt x="65456" y="295773"/>
                  <a:pt x="53588" y="309013"/>
                </a:cubicBezTo>
                <a:cubicBezTo>
                  <a:pt x="40438" y="323683"/>
                  <a:pt x="35306" y="340928"/>
                  <a:pt x="37995" y="360393"/>
                </a:cubicBezTo>
                <a:cubicBezTo>
                  <a:pt x="40262" y="376808"/>
                  <a:pt x="48050" y="390291"/>
                  <a:pt x="60951" y="400602"/>
                </a:cubicBezTo>
                <a:cubicBezTo>
                  <a:pt x="73881" y="410936"/>
                  <a:pt x="88727" y="415348"/>
                  <a:pt x="105252" y="413298"/>
                </a:cubicBezTo>
                <a:cubicBezTo>
                  <a:pt x="121108" y="411331"/>
                  <a:pt x="134084" y="403936"/>
                  <a:pt x="144319" y="391742"/>
                </a:cubicBezTo>
                <a:cubicBezTo>
                  <a:pt x="151362" y="383350"/>
                  <a:pt x="155796" y="373709"/>
                  <a:pt x="157867" y="362929"/>
                </a:cubicBezTo>
                <a:cubicBezTo>
                  <a:pt x="159180" y="356095"/>
                  <a:pt x="158958" y="349216"/>
                  <a:pt x="158986" y="341653"/>
                </a:cubicBezTo>
                <a:cubicBezTo>
                  <a:pt x="158986" y="324139"/>
                  <a:pt x="158986" y="306624"/>
                  <a:pt x="158986" y="288850"/>
                </a:cubicBezTo>
                <a:cubicBezTo>
                  <a:pt x="157363" y="288850"/>
                  <a:pt x="156137" y="288850"/>
                  <a:pt x="154910" y="288850"/>
                </a:cubicBezTo>
                <a:close/>
                <a:moveTo>
                  <a:pt x="1133299" y="241149"/>
                </a:moveTo>
                <a:cubicBezTo>
                  <a:pt x="1109339" y="245492"/>
                  <a:pt x="1091549" y="268379"/>
                  <a:pt x="1094017" y="294379"/>
                </a:cubicBezTo>
                <a:cubicBezTo>
                  <a:pt x="1095318" y="308082"/>
                  <a:pt x="1101328" y="319451"/>
                  <a:pt x="1111910" y="328249"/>
                </a:cubicBezTo>
                <a:cubicBezTo>
                  <a:pt x="1120647" y="335513"/>
                  <a:pt x="1130800" y="339116"/>
                  <a:pt x="1142202" y="339174"/>
                </a:cubicBezTo>
                <a:cubicBezTo>
                  <a:pt x="1146882" y="339197"/>
                  <a:pt x="1151391" y="338259"/>
                  <a:pt x="1156388" y="336890"/>
                </a:cubicBezTo>
                <a:cubicBezTo>
                  <a:pt x="1165170" y="333894"/>
                  <a:pt x="1172576" y="328857"/>
                  <a:pt x="1178468" y="321700"/>
                </a:cubicBezTo>
                <a:cubicBezTo>
                  <a:pt x="1194338" y="302422"/>
                  <a:pt x="1194098" y="275060"/>
                  <a:pt x="1177310" y="256408"/>
                </a:cubicBezTo>
                <a:cubicBezTo>
                  <a:pt x="1165627" y="243426"/>
                  <a:pt x="1150747" y="237986"/>
                  <a:pt x="1133299" y="241149"/>
                </a:cubicBezTo>
                <a:close/>
                <a:moveTo>
                  <a:pt x="696000" y="239875"/>
                </a:moveTo>
                <a:cubicBezTo>
                  <a:pt x="689443" y="239861"/>
                  <a:pt x="682873" y="241585"/>
                  <a:pt x="676346" y="245071"/>
                </a:cubicBezTo>
                <a:cubicBezTo>
                  <a:pt x="667861" y="249604"/>
                  <a:pt x="661959" y="256612"/>
                  <a:pt x="657501" y="265587"/>
                </a:cubicBezTo>
                <a:cubicBezTo>
                  <a:pt x="656832" y="267102"/>
                  <a:pt x="656163" y="268618"/>
                  <a:pt x="655413" y="270318"/>
                </a:cubicBezTo>
                <a:cubicBezTo>
                  <a:pt x="682573" y="270318"/>
                  <a:pt x="709344" y="270318"/>
                  <a:pt x="736365" y="270318"/>
                </a:cubicBezTo>
                <a:cubicBezTo>
                  <a:pt x="736125" y="269572"/>
                  <a:pt x="735994" y="269043"/>
                  <a:pt x="735789" y="268545"/>
                </a:cubicBezTo>
                <a:cubicBezTo>
                  <a:pt x="731635" y="258501"/>
                  <a:pt x="725196" y="250262"/>
                  <a:pt x="715570" y="245107"/>
                </a:cubicBezTo>
                <a:cubicBezTo>
                  <a:pt x="709099" y="241642"/>
                  <a:pt x="702556" y="239890"/>
                  <a:pt x="696000" y="239875"/>
                </a:cubicBezTo>
                <a:close/>
                <a:moveTo>
                  <a:pt x="811004" y="207180"/>
                </a:moveTo>
                <a:cubicBezTo>
                  <a:pt x="813455" y="207149"/>
                  <a:pt x="814648" y="208143"/>
                  <a:pt x="815793" y="209992"/>
                </a:cubicBezTo>
                <a:cubicBezTo>
                  <a:pt x="825261" y="225275"/>
                  <a:pt x="834777" y="240527"/>
                  <a:pt x="844289" y="255782"/>
                </a:cubicBezTo>
                <a:cubicBezTo>
                  <a:pt x="844817" y="256630"/>
                  <a:pt x="845440" y="257419"/>
                  <a:pt x="846137" y="258402"/>
                </a:cubicBezTo>
                <a:cubicBezTo>
                  <a:pt x="852896" y="247686"/>
                  <a:pt x="859531" y="237167"/>
                  <a:pt x="866166" y="226648"/>
                </a:cubicBezTo>
                <a:cubicBezTo>
                  <a:pt x="869786" y="220910"/>
                  <a:pt x="873420" y="215181"/>
                  <a:pt x="877015" y="209428"/>
                </a:cubicBezTo>
                <a:cubicBezTo>
                  <a:pt x="877825" y="208132"/>
                  <a:pt x="878594" y="207197"/>
                  <a:pt x="880422" y="207210"/>
                </a:cubicBezTo>
                <a:cubicBezTo>
                  <a:pt x="894128" y="207303"/>
                  <a:pt x="907835" y="207270"/>
                  <a:pt x="921541" y="207283"/>
                </a:cubicBezTo>
                <a:cubicBezTo>
                  <a:pt x="921758" y="207283"/>
                  <a:pt x="921976" y="207374"/>
                  <a:pt x="922708" y="207538"/>
                </a:cubicBezTo>
                <a:cubicBezTo>
                  <a:pt x="904804" y="234230"/>
                  <a:pt x="886830" y="260644"/>
                  <a:pt x="868780" y="287484"/>
                </a:cubicBezTo>
                <a:cubicBezTo>
                  <a:pt x="887529" y="315527"/>
                  <a:pt x="906358" y="343688"/>
                  <a:pt x="925443" y="372234"/>
                </a:cubicBezTo>
                <a:cubicBezTo>
                  <a:pt x="924289" y="372343"/>
                  <a:pt x="923560" y="372470"/>
                  <a:pt x="922831" y="372471"/>
                </a:cubicBezTo>
                <a:cubicBezTo>
                  <a:pt x="909351" y="372483"/>
                  <a:pt x="895871" y="372442"/>
                  <a:pt x="882392" y="372523"/>
                </a:cubicBezTo>
                <a:cubicBezTo>
                  <a:pt x="880461" y="372534"/>
                  <a:pt x="879379" y="371950"/>
                  <a:pt x="878348" y="370272"/>
                </a:cubicBezTo>
                <a:cubicBezTo>
                  <a:pt x="872843" y="361312"/>
                  <a:pt x="867183" y="352449"/>
                  <a:pt x="861459" y="343336"/>
                </a:cubicBezTo>
                <a:cubicBezTo>
                  <a:pt x="856043" y="334737"/>
                  <a:pt x="850744" y="326354"/>
                  <a:pt x="845142" y="317491"/>
                </a:cubicBezTo>
                <a:cubicBezTo>
                  <a:pt x="842784" y="321181"/>
                  <a:pt x="840667" y="324455"/>
                  <a:pt x="838588" y="327755"/>
                </a:cubicBezTo>
                <a:cubicBezTo>
                  <a:pt x="829668" y="341914"/>
                  <a:pt x="820748" y="356072"/>
                  <a:pt x="811867" y="370256"/>
                </a:cubicBezTo>
                <a:cubicBezTo>
                  <a:pt x="810974" y="371681"/>
                  <a:pt x="810143" y="372557"/>
                  <a:pt x="808190" y="372540"/>
                </a:cubicBezTo>
                <a:cubicBezTo>
                  <a:pt x="794824" y="372423"/>
                  <a:pt x="781458" y="372477"/>
                  <a:pt x="768091" y="372469"/>
                </a:cubicBezTo>
                <a:cubicBezTo>
                  <a:pt x="767762" y="372469"/>
                  <a:pt x="767433" y="372397"/>
                  <a:pt x="766573" y="372297"/>
                </a:cubicBezTo>
                <a:cubicBezTo>
                  <a:pt x="769825" y="366287"/>
                  <a:pt x="773956" y="361123"/>
                  <a:pt x="777534" y="355619"/>
                </a:cubicBezTo>
                <a:cubicBezTo>
                  <a:pt x="781172" y="350021"/>
                  <a:pt x="784916" y="344491"/>
                  <a:pt x="788627" y="338941"/>
                </a:cubicBezTo>
                <a:cubicBezTo>
                  <a:pt x="792401" y="333298"/>
                  <a:pt x="796196" y="327668"/>
                  <a:pt x="799974" y="322028"/>
                </a:cubicBezTo>
                <a:cubicBezTo>
                  <a:pt x="803689" y="316481"/>
                  <a:pt x="807399" y="310930"/>
                  <a:pt x="811103" y="305376"/>
                </a:cubicBezTo>
                <a:cubicBezTo>
                  <a:pt x="814805" y="299828"/>
                  <a:pt x="818497" y="294273"/>
                  <a:pt x="822373" y="288450"/>
                </a:cubicBezTo>
                <a:cubicBezTo>
                  <a:pt x="804467" y="261576"/>
                  <a:pt x="786570" y="234714"/>
                  <a:pt x="768383" y="207419"/>
                </a:cubicBezTo>
                <a:cubicBezTo>
                  <a:pt x="769980" y="207346"/>
                  <a:pt x="770953" y="207263"/>
                  <a:pt x="771926" y="207262"/>
                </a:cubicBezTo>
                <a:cubicBezTo>
                  <a:pt x="784952" y="207254"/>
                  <a:pt x="797980" y="207343"/>
                  <a:pt x="811004" y="207180"/>
                </a:cubicBezTo>
                <a:close/>
                <a:moveTo>
                  <a:pt x="1129578" y="204888"/>
                </a:moveTo>
                <a:cubicBezTo>
                  <a:pt x="1155462" y="201241"/>
                  <a:pt x="1178332" y="208253"/>
                  <a:pt x="1197721" y="225970"/>
                </a:cubicBezTo>
                <a:cubicBezTo>
                  <a:pt x="1212177" y="239178"/>
                  <a:pt x="1220699" y="255656"/>
                  <a:pt x="1224240" y="274804"/>
                </a:cubicBezTo>
                <a:cubicBezTo>
                  <a:pt x="1224547" y="276462"/>
                  <a:pt x="1224542" y="278177"/>
                  <a:pt x="1224936" y="279993"/>
                </a:cubicBezTo>
                <a:cubicBezTo>
                  <a:pt x="1225189" y="286482"/>
                  <a:pt x="1225189" y="292842"/>
                  <a:pt x="1225189" y="299521"/>
                </a:cubicBezTo>
                <a:cubicBezTo>
                  <a:pt x="1224969" y="300181"/>
                  <a:pt x="1224589" y="300507"/>
                  <a:pt x="1224551" y="300868"/>
                </a:cubicBezTo>
                <a:cubicBezTo>
                  <a:pt x="1222688" y="318407"/>
                  <a:pt x="1215585" y="333638"/>
                  <a:pt x="1204130" y="346895"/>
                </a:cubicBezTo>
                <a:cubicBezTo>
                  <a:pt x="1193110" y="359649"/>
                  <a:pt x="1179445" y="368346"/>
                  <a:pt x="1163136" y="372649"/>
                </a:cubicBezTo>
                <a:cubicBezTo>
                  <a:pt x="1143613" y="377800"/>
                  <a:pt x="1124652" y="376132"/>
                  <a:pt x="1106408" y="367309"/>
                </a:cubicBezTo>
                <a:cubicBezTo>
                  <a:pt x="1086673" y="357765"/>
                  <a:pt x="1072470" y="342743"/>
                  <a:pt x="1064769" y="322390"/>
                </a:cubicBezTo>
                <a:cubicBezTo>
                  <a:pt x="1052435" y="289792"/>
                  <a:pt x="1057259" y="259407"/>
                  <a:pt x="1079693" y="232553"/>
                </a:cubicBezTo>
                <a:cubicBezTo>
                  <a:pt x="1092608" y="217094"/>
                  <a:pt x="1109554" y="207710"/>
                  <a:pt x="1129578" y="204888"/>
                </a:cubicBezTo>
                <a:close/>
                <a:moveTo>
                  <a:pt x="697576" y="204855"/>
                </a:moveTo>
                <a:cubicBezTo>
                  <a:pt x="715216" y="205458"/>
                  <a:pt x="730910" y="211484"/>
                  <a:pt x="744315" y="223041"/>
                </a:cubicBezTo>
                <a:cubicBezTo>
                  <a:pt x="760667" y="237138"/>
                  <a:pt x="770050" y="255064"/>
                  <a:pt x="773211" y="276361"/>
                </a:cubicBezTo>
                <a:cubicBezTo>
                  <a:pt x="774344" y="283995"/>
                  <a:pt x="774689" y="291615"/>
                  <a:pt x="773612" y="299272"/>
                </a:cubicBezTo>
                <a:cubicBezTo>
                  <a:pt x="773473" y="300265"/>
                  <a:pt x="773206" y="301240"/>
                  <a:pt x="772949" y="302458"/>
                </a:cubicBezTo>
                <a:cubicBezTo>
                  <a:pt x="732916" y="302458"/>
                  <a:pt x="692962" y="302458"/>
                  <a:pt x="652600" y="302458"/>
                </a:cubicBezTo>
                <a:cubicBezTo>
                  <a:pt x="657336" y="318977"/>
                  <a:pt x="666337" y="331591"/>
                  <a:pt x="682802" y="336743"/>
                </a:cubicBezTo>
                <a:cubicBezTo>
                  <a:pt x="703794" y="343311"/>
                  <a:pt x="720501" y="335519"/>
                  <a:pt x="734021" y="318897"/>
                </a:cubicBezTo>
                <a:cubicBezTo>
                  <a:pt x="743980" y="323610"/>
                  <a:pt x="753953" y="328330"/>
                  <a:pt x="764396" y="333273"/>
                </a:cubicBezTo>
                <a:cubicBezTo>
                  <a:pt x="762095" y="336692"/>
                  <a:pt x="760176" y="339976"/>
                  <a:pt x="757846" y="342936"/>
                </a:cubicBezTo>
                <a:cubicBezTo>
                  <a:pt x="745186" y="359014"/>
                  <a:pt x="728976" y="369570"/>
                  <a:pt x="708693" y="373030"/>
                </a:cubicBezTo>
                <a:cubicBezTo>
                  <a:pt x="687998" y="376559"/>
                  <a:pt x="668883" y="372100"/>
                  <a:pt x="651913" y="359658"/>
                </a:cubicBezTo>
                <a:cubicBezTo>
                  <a:pt x="633547" y="346192"/>
                  <a:pt x="622696" y="327889"/>
                  <a:pt x="618656" y="305589"/>
                </a:cubicBezTo>
                <a:cubicBezTo>
                  <a:pt x="615058" y="285732"/>
                  <a:pt x="617717" y="266631"/>
                  <a:pt x="626932" y="248647"/>
                </a:cubicBezTo>
                <a:cubicBezTo>
                  <a:pt x="635967" y="231013"/>
                  <a:pt x="649512" y="217960"/>
                  <a:pt x="667929" y="210343"/>
                </a:cubicBezTo>
                <a:cubicBezTo>
                  <a:pt x="672386" y="208500"/>
                  <a:pt x="677199" y="207516"/>
                  <a:pt x="682140" y="206106"/>
                </a:cubicBezTo>
                <a:cubicBezTo>
                  <a:pt x="687481" y="205637"/>
                  <a:pt x="692547" y="204683"/>
                  <a:pt x="697576" y="204855"/>
                </a:cubicBezTo>
                <a:close/>
                <a:moveTo>
                  <a:pt x="993922" y="204830"/>
                </a:moveTo>
                <a:cubicBezTo>
                  <a:pt x="1012844" y="206010"/>
                  <a:pt x="1030484" y="211532"/>
                  <a:pt x="1046609" y="221640"/>
                </a:cubicBezTo>
                <a:cubicBezTo>
                  <a:pt x="1046992" y="221880"/>
                  <a:pt x="1047372" y="222132"/>
                  <a:pt x="1047725" y="222413"/>
                </a:cubicBezTo>
                <a:cubicBezTo>
                  <a:pt x="1047891" y="222544"/>
                  <a:pt x="1047992" y="222758"/>
                  <a:pt x="1048260" y="223120"/>
                </a:cubicBezTo>
                <a:cubicBezTo>
                  <a:pt x="1043177" y="232564"/>
                  <a:pt x="1038051" y="242091"/>
                  <a:pt x="1032758" y="251927"/>
                </a:cubicBezTo>
                <a:cubicBezTo>
                  <a:pt x="1031605" y="251332"/>
                  <a:pt x="1030545" y="250799"/>
                  <a:pt x="1029498" y="250242"/>
                </a:cubicBezTo>
                <a:cubicBezTo>
                  <a:pt x="1019793" y="245077"/>
                  <a:pt x="1009848" y="240508"/>
                  <a:pt x="999013" y="238223"/>
                </a:cubicBezTo>
                <a:cubicBezTo>
                  <a:pt x="992989" y="236953"/>
                  <a:pt x="986923" y="236505"/>
                  <a:pt x="980867" y="238005"/>
                </a:cubicBezTo>
                <a:cubicBezTo>
                  <a:pt x="977274" y="238896"/>
                  <a:pt x="974036" y="240541"/>
                  <a:pt x="971790" y="243574"/>
                </a:cubicBezTo>
                <a:cubicBezTo>
                  <a:pt x="967868" y="248870"/>
                  <a:pt x="968157" y="254845"/>
                  <a:pt x="972638" y="259600"/>
                </a:cubicBezTo>
                <a:cubicBezTo>
                  <a:pt x="976888" y="264110"/>
                  <a:pt x="982426" y="266438"/>
                  <a:pt x="988048" y="268531"/>
                </a:cubicBezTo>
                <a:cubicBezTo>
                  <a:pt x="996199" y="271565"/>
                  <a:pt x="1004459" y="274307"/>
                  <a:pt x="1012605" y="277353"/>
                </a:cubicBezTo>
                <a:cubicBezTo>
                  <a:pt x="1020990" y="280489"/>
                  <a:pt x="1029075" y="284244"/>
                  <a:pt x="1036300" y="289661"/>
                </a:cubicBezTo>
                <a:cubicBezTo>
                  <a:pt x="1044904" y="296111"/>
                  <a:pt x="1050906" y="304415"/>
                  <a:pt x="1052180" y="315132"/>
                </a:cubicBezTo>
                <a:cubicBezTo>
                  <a:pt x="1054100" y="331291"/>
                  <a:pt x="1051660" y="346606"/>
                  <a:pt x="1039937" y="359033"/>
                </a:cubicBezTo>
                <a:cubicBezTo>
                  <a:pt x="1034584" y="364707"/>
                  <a:pt x="1027889" y="368528"/>
                  <a:pt x="1020520" y="371093"/>
                </a:cubicBezTo>
                <a:cubicBezTo>
                  <a:pt x="1012790" y="373784"/>
                  <a:pt x="1004833" y="375061"/>
                  <a:pt x="996639" y="375487"/>
                </a:cubicBezTo>
                <a:cubicBezTo>
                  <a:pt x="977438" y="376486"/>
                  <a:pt x="959462" y="372141"/>
                  <a:pt x="942392" y="363659"/>
                </a:cubicBezTo>
                <a:cubicBezTo>
                  <a:pt x="935916" y="360440"/>
                  <a:pt x="929756" y="356643"/>
                  <a:pt x="923934" y="351829"/>
                </a:cubicBezTo>
                <a:cubicBezTo>
                  <a:pt x="928799" y="344118"/>
                  <a:pt x="933605" y="336500"/>
                  <a:pt x="938558" y="328684"/>
                </a:cubicBezTo>
                <a:cubicBezTo>
                  <a:pt x="939608" y="327086"/>
                  <a:pt x="940511" y="325685"/>
                  <a:pt x="941266" y="324514"/>
                </a:cubicBezTo>
                <a:cubicBezTo>
                  <a:pt x="947674" y="328075"/>
                  <a:pt x="953774" y="331731"/>
                  <a:pt x="960107" y="334925"/>
                </a:cubicBezTo>
                <a:cubicBezTo>
                  <a:pt x="969778" y="339803"/>
                  <a:pt x="980051" y="342779"/>
                  <a:pt x="990916" y="343406"/>
                </a:cubicBezTo>
                <a:cubicBezTo>
                  <a:pt x="996150" y="343707"/>
                  <a:pt x="1001318" y="343190"/>
                  <a:pt x="1006217" y="341176"/>
                </a:cubicBezTo>
                <a:cubicBezTo>
                  <a:pt x="1016714" y="336860"/>
                  <a:pt x="1018514" y="324183"/>
                  <a:pt x="1009315" y="317548"/>
                </a:cubicBezTo>
                <a:cubicBezTo>
                  <a:pt x="1005621" y="314884"/>
                  <a:pt x="1001244" y="312980"/>
                  <a:pt x="996931" y="311405"/>
                </a:cubicBezTo>
                <a:cubicBezTo>
                  <a:pt x="989937" y="308850"/>
                  <a:pt x="982727" y="306892"/>
                  <a:pt x="975631" y="304609"/>
                </a:cubicBezTo>
                <a:cubicBezTo>
                  <a:pt x="966566" y="301692"/>
                  <a:pt x="957736" y="298234"/>
                  <a:pt x="949837" y="292772"/>
                </a:cubicBezTo>
                <a:cubicBezTo>
                  <a:pt x="937801" y="284448"/>
                  <a:pt x="931803" y="272949"/>
                  <a:pt x="931553" y="258321"/>
                </a:cubicBezTo>
                <a:cubicBezTo>
                  <a:pt x="931410" y="249950"/>
                  <a:pt x="932586" y="241884"/>
                  <a:pt x="936146" y="234254"/>
                </a:cubicBezTo>
                <a:cubicBezTo>
                  <a:pt x="941537" y="222701"/>
                  <a:pt x="950559" y="215032"/>
                  <a:pt x="962112" y="210105"/>
                </a:cubicBezTo>
                <a:cubicBezTo>
                  <a:pt x="972284" y="205766"/>
                  <a:pt x="982989" y="204148"/>
                  <a:pt x="993922" y="204830"/>
                </a:cubicBezTo>
                <a:close/>
                <a:moveTo>
                  <a:pt x="415532" y="164827"/>
                </a:moveTo>
                <a:cubicBezTo>
                  <a:pt x="459998" y="164827"/>
                  <a:pt x="504112" y="164827"/>
                  <a:pt x="548399" y="164827"/>
                </a:cubicBezTo>
                <a:cubicBezTo>
                  <a:pt x="548399" y="176638"/>
                  <a:pt x="548399" y="188268"/>
                  <a:pt x="548399" y="199927"/>
                </a:cubicBezTo>
                <a:cubicBezTo>
                  <a:pt x="548346" y="199980"/>
                  <a:pt x="548269" y="200065"/>
                  <a:pt x="548184" y="200139"/>
                </a:cubicBezTo>
                <a:cubicBezTo>
                  <a:pt x="548102" y="200212"/>
                  <a:pt x="548018" y="200316"/>
                  <a:pt x="547922" y="200333"/>
                </a:cubicBezTo>
                <a:cubicBezTo>
                  <a:pt x="547589" y="200392"/>
                  <a:pt x="547251" y="200453"/>
                  <a:pt x="546914" y="200453"/>
                </a:cubicBezTo>
                <a:cubicBezTo>
                  <a:pt x="516667" y="200482"/>
                  <a:pt x="486420" y="200506"/>
                  <a:pt x="456173" y="200535"/>
                </a:cubicBezTo>
                <a:cubicBezTo>
                  <a:pt x="456074" y="200535"/>
                  <a:pt x="455975" y="200612"/>
                  <a:pt x="455651" y="200746"/>
                </a:cubicBezTo>
                <a:cubicBezTo>
                  <a:pt x="455651" y="217457"/>
                  <a:pt x="455651" y="234262"/>
                  <a:pt x="455651" y="251453"/>
                </a:cubicBezTo>
                <a:cubicBezTo>
                  <a:pt x="480219" y="251453"/>
                  <a:pt x="504729" y="251453"/>
                  <a:pt x="529377" y="251453"/>
                </a:cubicBezTo>
                <a:cubicBezTo>
                  <a:pt x="529377" y="263449"/>
                  <a:pt x="529377" y="275060"/>
                  <a:pt x="529377" y="286948"/>
                </a:cubicBezTo>
                <a:cubicBezTo>
                  <a:pt x="504799" y="286948"/>
                  <a:pt x="480377" y="286948"/>
                  <a:pt x="455568" y="286948"/>
                </a:cubicBezTo>
                <a:cubicBezTo>
                  <a:pt x="455268" y="296668"/>
                  <a:pt x="455472" y="306129"/>
                  <a:pt x="455435" y="315584"/>
                </a:cubicBezTo>
                <a:cubicBezTo>
                  <a:pt x="455397" y="324987"/>
                  <a:pt x="455426" y="334390"/>
                  <a:pt x="455426" y="343793"/>
                </a:cubicBezTo>
                <a:cubicBezTo>
                  <a:pt x="455426" y="353287"/>
                  <a:pt x="455426" y="362781"/>
                  <a:pt x="455426" y="372488"/>
                </a:cubicBezTo>
                <a:cubicBezTo>
                  <a:pt x="442087" y="372488"/>
                  <a:pt x="429012" y="372488"/>
                  <a:pt x="415532" y="372488"/>
                </a:cubicBezTo>
                <a:cubicBezTo>
                  <a:pt x="415532" y="339065"/>
                  <a:pt x="415532" y="305684"/>
                  <a:pt x="415532" y="271963"/>
                </a:cubicBezTo>
                <a:cubicBezTo>
                  <a:pt x="415532" y="236083"/>
                  <a:pt x="415532" y="200543"/>
                  <a:pt x="415532" y="164827"/>
                </a:cubicBezTo>
                <a:close/>
                <a:moveTo>
                  <a:pt x="563327" y="164652"/>
                </a:moveTo>
                <a:cubicBezTo>
                  <a:pt x="575222" y="164644"/>
                  <a:pt x="587118" y="164645"/>
                  <a:pt x="599014" y="164652"/>
                </a:cubicBezTo>
                <a:cubicBezTo>
                  <a:pt x="599463" y="164653"/>
                  <a:pt x="599912" y="164738"/>
                  <a:pt x="600579" y="165010"/>
                </a:cubicBezTo>
                <a:cubicBezTo>
                  <a:pt x="600841" y="166478"/>
                  <a:pt x="600923" y="167721"/>
                  <a:pt x="600923" y="168963"/>
                </a:cubicBezTo>
                <a:cubicBezTo>
                  <a:pt x="600929" y="235351"/>
                  <a:pt x="600928" y="301738"/>
                  <a:pt x="600928" y="368126"/>
                </a:cubicBezTo>
                <a:cubicBezTo>
                  <a:pt x="600928" y="369458"/>
                  <a:pt x="600928" y="370790"/>
                  <a:pt x="600928" y="372295"/>
                </a:cubicBezTo>
                <a:cubicBezTo>
                  <a:pt x="587519" y="372295"/>
                  <a:pt x="574449" y="372295"/>
                  <a:pt x="561210" y="372295"/>
                </a:cubicBezTo>
                <a:cubicBezTo>
                  <a:pt x="561210" y="303078"/>
                  <a:pt x="561210" y="234038"/>
                  <a:pt x="561210" y="164801"/>
                </a:cubicBezTo>
                <a:cubicBezTo>
                  <a:pt x="562024" y="164741"/>
                  <a:pt x="562675" y="164652"/>
                  <a:pt x="563327" y="164652"/>
                </a:cubicBezTo>
                <a:close/>
                <a:moveTo>
                  <a:pt x="263219" y="38289"/>
                </a:moveTo>
                <a:cubicBezTo>
                  <a:pt x="242140" y="36230"/>
                  <a:pt x="224621" y="43669"/>
                  <a:pt x="210757" y="59621"/>
                </a:cubicBezTo>
                <a:cubicBezTo>
                  <a:pt x="204421" y="66911"/>
                  <a:pt x="200268" y="75393"/>
                  <a:pt x="197739" y="85276"/>
                </a:cubicBezTo>
                <a:cubicBezTo>
                  <a:pt x="197134" y="89280"/>
                  <a:pt x="196040" y="93280"/>
                  <a:pt x="196006" y="97289"/>
                </a:cubicBezTo>
                <a:cubicBezTo>
                  <a:pt x="195830" y="118247"/>
                  <a:pt x="195922" y="139207"/>
                  <a:pt x="195932" y="160166"/>
                </a:cubicBezTo>
                <a:cubicBezTo>
                  <a:pt x="195932" y="161037"/>
                  <a:pt x="196048" y="161908"/>
                  <a:pt x="196120" y="162920"/>
                </a:cubicBezTo>
                <a:cubicBezTo>
                  <a:pt x="196978" y="162977"/>
                  <a:pt x="197635" y="163058"/>
                  <a:pt x="198292" y="163058"/>
                </a:cubicBezTo>
                <a:cubicBezTo>
                  <a:pt x="217438" y="163065"/>
                  <a:pt x="236585" y="163166"/>
                  <a:pt x="255730" y="162990"/>
                </a:cubicBezTo>
                <a:cubicBezTo>
                  <a:pt x="260318" y="162948"/>
                  <a:pt x="264975" y="162341"/>
                  <a:pt x="269467" y="161375"/>
                </a:cubicBezTo>
                <a:cubicBezTo>
                  <a:pt x="282980" y="158467"/>
                  <a:pt x="294140" y="151462"/>
                  <a:pt x="302920" y="140832"/>
                </a:cubicBezTo>
                <a:cubicBezTo>
                  <a:pt x="314115" y="127280"/>
                  <a:pt x="318972" y="111545"/>
                  <a:pt x="317265" y="94140"/>
                </a:cubicBezTo>
                <a:cubicBezTo>
                  <a:pt x="315724" y="78421"/>
                  <a:pt x="309012" y="64976"/>
                  <a:pt x="297349" y="54090"/>
                </a:cubicBezTo>
                <a:cubicBezTo>
                  <a:pt x="287677" y="45063"/>
                  <a:pt x="276290" y="39566"/>
                  <a:pt x="263219" y="38289"/>
                </a:cubicBezTo>
                <a:close/>
                <a:moveTo>
                  <a:pt x="246126" y="0"/>
                </a:moveTo>
                <a:cubicBezTo>
                  <a:pt x="253166" y="0"/>
                  <a:pt x="260205" y="0"/>
                  <a:pt x="267564" y="0"/>
                </a:cubicBezTo>
                <a:cubicBezTo>
                  <a:pt x="269201" y="414"/>
                  <a:pt x="270492" y="1001"/>
                  <a:pt x="271841" y="1216"/>
                </a:cubicBezTo>
                <a:cubicBezTo>
                  <a:pt x="291037" y="4277"/>
                  <a:pt x="307722" y="12483"/>
                  <a:pt x="321938" y="25691"/>
                </a:cubicBezTo>
                <a:cubicBezTo>
                  <a:pt x="340125" y="42590"/>
                  <a:pt x="350848" y="63378"/>
                  <a:pt x="353632" y="88055"/>
                </a:cubicBezTo>
                <a:cubicBezTo>
                  <a:pt x="356985" y="117767"/>
                  <a:pt x="349236" y="144291"/>
                  <a:pt x="329706" y="167073"/>
                </a:cubicBezTo>
                <a:cubicBezTo>
                  <a:pt x="314324" y="185017"/>
                  <a:pt x="294731" y="195735"/>
                  <a:pt x="271469" y="199681"/>
                </a:cubicBezTo>
                <a:cubicBezTo>
                  <a:pt x="267480" y="200357"/>
                  <a:pt x="263381" y="200624"/>
                  <a:pt x="259331" y="200644"/>
                </a:cubicBezTo>
                <a:cubicBezTo>
                  <a:pt x="239618" y="200740"/>
                  <a:pt x="219904" y="200687"/>
                  <a:pt x="200191" y="200687"/>
                </a:cubicBezTo>
                <a:cubicBezTo>
                  <a:pt x="198952" y="200687"/>
                  <a:pt x="197713" y="200687"/>
                  <a:pt x="196522" y="200687"/>
                </a:cubicBezTo>
                <a:cubicBezTo>
                  <a:pt x="195783" y="203221"/>
                  <a:pt x="195543" y="244866"/>
                  <a:pt x="196229" y="250923"/>
                </a:cubicBezTo>
                <a:cubicBezTo>
                  <a:pt x="215147" y="250923"/>
                  <a:pt x="234111" y="250923"/>
                  <a:pt x="253282" y="250923"/>
                </a:cubicBezTo>
                <a:cubicBezTo>
                  <a:pt x="253282" y="263675"/>
                  <a:pt x="253282" y="276066"/>
                  <a:pt x="253282" y="288814"/>
                </a:cubicBezTo>
                <a:cubicBezTo>
                  <a:pt x="234212" y="288814"/>
                  <a:pt x="215243" y="288814"/>
                  <a:pt x="195925" y="288814"/>
                </a:cubicBezTo>
                <a:cubicBezTo>
                  <a:pt x="195925" y="290380"/>
                  <a:pt x="195925" y="291594"/>
                  <a:pt x="195925" y="292808"/>
                </a:cubicBezTo>
                <a:cubicBezTo>
                  <a:pt x="195925" y="312068"/>
                  <a:pt x="195942" y="331328"/>
                  <a:pt x="195919" y="350589"/>
                </a:cubicBezTo>
                <a:cubicBezTo>
                  <a:pt x="195906" y="362192"/>
                  <a:pt x="194194" y="373537"/>
                  <a:pt x="190408" y="384525"/>
                </a:cubicBezTo>
                <a:cubicBezTo>
                  <a:pt x="185896" y="397621"/>
                  <a:pt x="179047" y="409334"/>
                  <a:pt x="169713" y="419620"/>
                </a:cubicBezTo>
                <a:cubicBezTo>
                  <a:pt x="155420" y="435369"/>
                  <a:pt x="137877" y="445401"/>
                  <a:pt x="117122" y="449849"/>
                </a:cubicBezTo>
                <a:cubicBezTo>
                  <a:pt x="114482" y="450414"/>
                  <a:pt x="111765" y="450621"/>
                  <a:pt x="108934" y="451226"/>
                </a:cubicBezTo>
                <a:cubicBezTo>
                  <a:pt x="101065" y="451458"/>
                  <a:pt x="93345" y="451458"/>
                  <a:pt x="85212" y="451205"/>
                </a:cubicBezTo>
                <a:cubicBezTo>
                  <a:pt x="74984" y="449222"/>
                  <a:pt x="65441" y="446613"/>
                  <a:pt x="56454" y="442200"/>
                </a:cubicBezTo>
                <a:cubicBezTo>
                  <a:pt x="44748" y="436452"/>
                  <a:pt x="34529" y="428730"/>
                  <a:pt x="25856" y="418999"/>
                </a:cubicBezTo>
                <a:cubicBezTo>
                  <a:pt x="19656" y="412042"/>
                  <a:pt x="14484" y="404349"/>
                  <a:pt x="10466" y="395950"/>
                </a:cubicBezTo>
                <a:cubicBezTo>
                  <a:pt x="5664" y="385912"/>
                  <a:pt x="2345" y="375400"/>
                  <a:pt x="1184" y="364268"/>
                </a:cubicBezTo>
                <a:cubicBezTo>
                  <a:pt x="1138" y="363832"/>
                  <a:pt x="410" y="363468"/>
                  <a:pt x="0" y="363070"/>
                </a:cubicBezTo>
                <a:cubicBezTo>
                  <a:pt x="0" y="355350"/>
                  <a:pt x="0" y="347630"/>
                  <a:pt x="275" y="339583"/>
                </a:cubicBezTo>
                <a:cubicBezTo>
                  <a:pt x="788" y="338680"/>
                  <a:pt x="1160" y="338124"/>
                  <a:pt x="1245" y="337527"/>
                </a:cubicBezTo>
                <a:cubicBezTo>
                  <a:pt x="4671" y="313214"/>
                  <a:pt x="15287" y="292689"/>
                  <a:pt x="33435" y="276078"/>
                </a:cubicBezTo>
                <a:cubicBezTo>
                  <a:pt x="42559" y="267726"/>
                  <a:pt x="52886" y="261362"/>
                  <a:pt x="64452" y="257033"/>
                </a:cubicBezTo>
                <a:cubicBezTo>
                  <a:pt x="75124" y="253038"/>
                  <a:pt x="86153" y="250948"/>
                  <a:pt x="97584" y="250981"/>
                </a:cubicBezTo>
                <a:cubicBezTo>
                  <a:pt x="116734" y="251035"/>
                  <a:pt x="135885" y="250996"/>
                  <a:pt x="155035" y="250996"/>
                </a:cubicBezTo>
                <a:cubicBezTo>
                  <a:pt x="156247" y="250996"/>
                  <a:pt x="157459" y="250996"/>
                  <a:pt x="158741" y="250996"/>
                </a:cubicBezTo>
                <a:cubicBezTo>
                  <a:pt x="158741" y="234056"/>
                  <a:pt x="158741" y="217481"/>
                  <a:pt x="158741" y="200695"/>
                </a:cubicBezTo>
                <a:cubicBezTo>
                  <a:pt x="139535" y="200670"/>
                  <a:pt x="120571" y="200706"/>
                  <a:pt x="101633" y="200674"/>
                </a:cubicBezTo>
                <a:cubicBezTo>
                  <a:pt x="101633" y="187872"/>
                  <a:pt x="101633" y="175579"/>
                  <a:pt x="101633" y="162932"/>
                </a:cubicBezTo>
                <a:cubicBezTo>
                  <a:pt x="120819" y="162932"/>
                  <a:pt x="139793" y="162932"/>
                  <a:pt x="158986" y="162932"/>
                </a:cubicBezTo>
                <a:cubicBezTo>
                  <a:pt x="158986" y="161346"/>
                  <a:pt x="158986" y="160115"/>
                  <a:pt x="158986" y="158884"/>
                </a:cubicBezTo>
                <a:cubicBezTo>
                  <a:pt x="158986" y="140300"/>
                  <a:pt x="159030" y="121717"/>
                  <a:pt x="158963" y="103133"/>
                </a:cubicBezTo>
                <a:cubicBezTo>
                  <a:pt x="158938" y="96224"/>
                  <a:pt x="159324" y="89371"/>
                  <a:pt x="160484" y="82552"/>
                </a:cubicBezTo>
                <a:cubicBezTo>
                  <a:pt x="162242" y="72214"/>
                  <a:pt x="165557" y="62395"/>
                  <a:pt x="170398" y="53127"/>
                </a:cubicBezTo>
                <a:cubicBezTo>
                  <a:pt x="175513" y="43334"/>
                  <a:pt x="182075" y="34598"/>
                  <a:pt x="190095" y="26937"/>
                </a:cubicBezTo>
                <a:cubicBezTo>
                  <a:pt x="204502" y="13177"/>
                  <a:pt x="221484" y="4636"/>
                  <a:pt x="241097" y="1252"/>
                </a:cubicBezTo>
                <a:cubicBezTo>
                  <a:pt x="242795" y="959"/>
                  <a:pt x="244451" y="423"/>
                  <a:pt x="246126" y="0"/>
                </a:cubicBezTo>
                <a:close/>
              </a:path>
            </a:pathLst>
          </a:custGeom>
          <a:solidFill>
            <a:schemeClr val="bg2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E19A4C8-8950-2648-EA11-33933FFF7865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2856159" y="3930805"/>
            <a:ext cx="1225189" cy="641195"/>
          </a:xfrm>
        </p:spPr>
        <p:txBody>
          <a:bodyPr anchor="ctr">
            <a:normAutofit/>
          </a:bodyPr>
          <a:lstStyle>
            <a:lvl1pPr marL="144000" indent="0" algn="ctr">
              <a:buNone/>
              <a:defRPr sz="900"/>
            </a:lvl1pPr>
            <a:lvl2pPr marL="504000" indent="0" algn="ctr">
              <a:buNone/>
              <a:defRPr/>
            </a:lvl2pPr>
          </a:lstStyle>
          <a:p>
            <a:pPr lvl="0"/>
            <a:r>
              <a:rPr lang="en-GB"/>
              <a:t>Logo Client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94E69B-FE5B-A0CE-AB2D-3EB10A1F55E8}"/>
              </a:ext>
            </a:extLst>
          </p:cNvPr>
          <p:cNvCxnSpPr>
            <a:cxnSpLocks/>
          </p:cNvCxnSpPr>
          <p:nvPr userDrawn="1"/>
        </p:nvCxnSpPr>
        <p:spPr>
          <a:xfrm>
            <a:off x="4572000" y="4047609"/>
            <a:ext cx="0" cy="40702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877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tandard Title / Agenda Item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22000" y="2253384"/>
            <a:ext cx="8100000" cy="52322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2000" y="2769136"/>
            <a:ext cx="8100000" cy="2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 Ligh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subtitle</a:t>
            </a:r>
            <a:endParaRPr lang="nl-BE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CA007E8E-4112-6C81-376D-A3AB8E6BBCA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108000 w 9144000"/>
              <a:gd name="connsiteY0" fmla="*/ 108000 h 5143500"/>
              <a:gd name="connsiteX1" fmla="*/ 108000 w 9144000"/>
              <a:gd name="connsiteY1" fmla="*/ 5035500 h 5143500"/>
              <a:gd name="connsiteX2" fmla="*/ 9036000 w 9144000"/>
              <a:gd name="connsiteY2" fmla="*/ 5035500 h 5143500"/>
              <a:gd name="connsiteX3" fmla="*/ 9036000 w 9144000"/>
              <a:gd name="connsiteY3" fmla="*/ 108000 h 5143500"/>
              <a:gd name="connsiteX4" fmla="*/ 903600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0 h 5143500"/>
              <a:gd name="connsiteX7" fmla="*/ 9144000 w 9144000"/>
              <a:gd name="connsiteY7" fmla="*/ 108000 h 5143500"/>
              <a:gd name="connsiteX8" fmla="*/ 9144000 w 9144000"/>
              <a:gd name="connsiteY8" fmla="*/ 5035500 h 5143500"/>
              <a:gd name="connsiteX9" fmla="*/ 9144000 w 9144000"/>
              <a:gd name="connsiteY9" fmla="*/ 5143500 h 5143500"/>
              <a:gd name="connsiteX10" fmla="*/ 9036000 w 9144000"/>
              <a:gd name="connsiteY10" fmla="*/ 5143500 h 5143500"/>
              <a:gd name="connsiteX11" fmla="*/ 108000 w 9144000"/>
              <a:gd name="connsiteY11" fmla="*/ 5143500 h 5143500"/>
              <a:gd name="connsiteX12" fmla="*/ 0 w 9144000"/>
              <a:gd name="connsiteY12" fmla="*/ 5143500 h 5143500"/>
              <a:gd name="connsiteX13" fmla="*/ 0 w 9144000"/>
              <a:gd name="connsiteY13" fmla="*/ 5143500 h 5143500"/>
              <a:gd name="connsiteX14" fmla="*/ 0 w 9144000"/>
              <a:gd name="connsiteY14" fmla="*/ 5035500 h 5143500"/>
              <a:gd name="connsiteX15" fmla="*/ 0 w 9144000"/>
              <a:gd name="connsiteY15" fmla="*/ 5035500 h 5143500"/>
              <a:gd name="connsiteX16" fmla="*/ 0 w 9144000"/>
              <a:gd name="connsiteY16" fmla="*/ 108000 h 5143500"/>
              <a:gd name="connsiteX17" fmla="*/ 0 w 9144000"/>
              <a:gd name="connsiteY17" fmla="*/ 0 h 5143500"/>
              <a:gd name="connsiteX18" fmla="*/ 108000 w 9144000"/>
              <a:gd name="connsiteY18" fmla="*/ 0 h 5143500"/>
              <a:gd name="connsiteX19" fmla="*/ 9036000 w 9144000"/>
              <a:gd name="connsiteY1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108000" y="108000"/>
                </a:moveTo>
                <a:lnTo>
                  <a:pt x="108000" y="5035500"/>
                </a:lnTo>
                <a:lnTo>
                  <a:pt x="9036000" y="5035500"/>
                </a:lnTo>
                <a:lnTo>
                  <a:pt x="9036000" y="108000"/>
                </a:lnTo>
                <a:close/>
                <a:moveTo>
                  <a:pt x="9036000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08000"/>
                </a:lnTo>
                <a:lnTo>
                  <a:pt x="9144000" y="5035500"/>
                </a:lnTo>
                <a:lnTo>
                  <a:pt x="9144000" y="5143500"/>
                </a:lnTo>
                <a:lnTo>
                  <a:pt x="9036000" y="5143500"/>
                </a:lnTo>
                <a:lnTo>
                  <a:pt x="108000" y="5143500"/>
                </a:lnTo>
                <a:lnTo>
                  <a:pt x="0" y="5143500"/>
                </a:lnTo>
                <a:lnTo>
                  <a:pt x="0" y="5143500"/>
                </a:lnTo>
                <a:lnTo>
                  <a:pt x="0" y="5035500"/>
                </a:lnTo>
                <a:lnTo>
                  <a:pt x="0" y="5035500"/>
                </a:lnTo>
                <a:lnTo>
                  <a:pt x="0" y="108000"/>
                </a:lnTo>
                <a:lnTo>
                  <a:pt x="0" y="0"/>
                </a:lnTo>
                <a:lnTo>
                  <a:pt x="108000" y="0"/>
                </a:lnTo>
                <a:lnTo>
                  <a:pt x="903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CB18A1A-BFDE-8750-7276-2981FE7FDE4A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95851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ive Titl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2000" y="2769136"/>
            <a:ext cx="8100000" cy="2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 Ligh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subtitle</a:t>
            </a:r>
            <a:endParaRPr lang="nl-BE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68CB37D-0CA3-5AB7-9E65-F8DD9FFFEFD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108000 w 9144000"/>
              <a:gd name="connsiteY0" fmla="*/ 108000 h 5143500"/>
              <a:gd name="connsiteX1" fmla="*/ 108000 w 9144000"/>
              <a:gd name="connsiteY1" fmla="*/ 5035500 h 5143500"/>
              <a:gd name="connsiteX2" fmla="*/ 9036000 w 9144000"/>
              <a:gd name="connsiteY2" fmla="*/ 5035500 h 5143500"/>
              <a:gd name="connsiteX3" fmla="*/ 9036000 w 9144000"/>
              <a:gd name="connsiteY3" fmla="*/ 108000 h 5143500"/>
              <a:gd name="connsiteX4" fmla="*/ 903600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0 h 5143500"/>
              <a:gd name="connsiteX7" fmla="*/ 9144000 w 9144000"/>
              <a:gd name="connsiteY7" fmla="*/ 108000 h 5143500"/>
              <a:gd name="connsiteX8" fmla="*/ 9144000 w 9144000"/>
              <a:gd name="connsiteY8" fmla="*/ 5035500 h 5143500"/>
              <a:gd name="connsiteX9" fmla="*/ 9144000 w 9144000"/>
              <a:gd name="connsiteY9" fmla="*/ 5143500 h 5143500"/>
              <a:gd name="connsiteX10" fmla="*/ 9036000 w 9144000"/>
              <a:gd name="connsiteY10" fmla="*/ 5143500 h 5143500"/>
              <a:gd name="connsiteX11" fmla="*/ 108000 w 9144000"/>
              <a:gd name="connsiteY11" fmla="*/ 5143500 h 5143500"/>
              <a:gd name="connsiteX12" fmla="*/ 0 w 9144000"/>
              <a:gd name="connsiteY12" fmla="*/ 5143500 h 5143500"/>
              <a:gd name="connsiteX13" fmla="*/ 0 w 9144000"/>
              <a:gd name="connsiteY13" fmla="*/ 5143500 h 5143500"/>
              <a:gd name="connsiteX14" fmla="*/ 0 w 9144000"/>
              <a:gd name="connsiteY14" fmla="*/ 5035500 h 5143500"/>
              <a:gd name="connsiteX15" fmla="*/ 0 w 9144000"/>
              <a:gd name="connsiteY15" fmla="*/ 5035500 h 5143500"/>
              <a:gd name="connsiteX16" fmla="*/ 0 w 9144000"/>
              <a:gd name="connsiteY16" fmla="*/ 108000 h 5143500"/>
              <a:gd name="connsiteX17" fmla="*/ 0 w 9144000"/>
              <a:gd name="connsiteY17" fmla="*/ 0 h 5143500"/>
              <a:gd name="connsiteX18" fmla="*/ 108000 w 9144000"/>
              <a:gd name="connsiteY18" fmla="*/ 0 h 5143500"/>
              <a:gd name="connsiteX19" fmla="*/ 9036000 w 9144000"/>
              <a:gd name="connsiteY1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108000" y="108000"/>
                </a:moveTo>
                <a:lnTo>
                  <a:pt x="108000" y="5035500"/>
                </a:lnTo>
                <a:lnTo>
                  <a:pt x="9036000" y="5035500"/>
                </a:lnTo>
                <a:lnTo>
                  <a:pt x="9036000" y="108000"/>
                </a:lnTo>
                <a:close/>
                <a:moveTo>
                  <a:pt x="9036000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08000"/>
                </a:lnTo>
                <a:lnTo>
                  <a:pt x="9144000" y="5035500"/>
                </a:lnTo>
                <a:lnTo>
                  <a:pt x="9144000" y="5143500"/>
                </a:lnTo>
                <a:lnTo>
                  <a:pt x="9036000" y="5143500"/>
                </a:lnTo>
                <a:lnTo>
                  <a:pt x="108000" y="5143500"/>
                </a:lnTo>
                <a:lnTo>
                  <a:pt x="0" y="5143500"/>
                </a:lnTo>
                <a:lnTo>
                  <a:pt x="0" y="5143500"/>
                </a:lnTo>
                <a:lnTo>
                  <a:pt x="0" y="5035500"/>
                </a:lnTo>
                <a:lnTo>
                  <a:pt x="0" y="5035500"/>
                </a:lnTo>
                <a:lnTo>
                  <a:pt x="0" y="108000"/>
                </a:lnTo>
                <a:lnTo>
                  <a:pt x="0" y="0"/>
                </a:lnTo>
                <a:lnTo>
                  <a:pt x="108000" y="0"/>
                </a:lnTo>
                <a:lnTo>
                  <a:pt x="903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B990898-5B7C-9A28-27F3-7B48A62731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2000" y="2253384"/>
            <a:ext cx="8100000" cy="52322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AC813E2F-CCA9-830F-24D7-08F6D31DE9C1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4914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ive Title Slid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2000" y="2769136"/>
            <a:ext cx="8100000" cy="3247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 Ligh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subtitle</a:t>
            </a:r>
            <a:endParaRPr lang="nl-BE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24AF73C-303F-0E7D-26A5-39FBC0CEB57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108000 w 9144000"/>
              <a:gd name="connsiteY0" fmla="*/ 108000 h 5143500"/>
              <a:gd name="connsiteX1" fmla="*/ 108000 w 9144000"/>
              <a:gd name="connsiteY1" fmla="*/ 5035500 h 5143500"/>
              <a:gd name="connsiteX2" fmla="*/ 9036000 w 9144000"/>
              <a:gd name="connsiteY2" fmla="*/ 5035500 h 5143500"/>
              <a:gd name="connsiteX3" fmla="*/ 9036000 w 9144000"/>
              <a:gd name="connsiteY3" fmla="*/ 108000 h 5143500"/>
              <a:gd name="connsiteX4" fmla="*/ 903600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0 h 5143500"/>
              <a:gd name="connsiteX7" fmla="*/ 9144000 w 9144000"/>
              <a:gd name="connsiteY7" fmla="*/ 108000 h 5143500"/>
              <a:gd name="connsiteX8" fmla="*/ 9144000 w 9144000"/>
              <a:gd name="connsiteY8" fmla="*/ 5035500 h 5143500"/>
              <a:gd name="connsiteX9" fmla="*/ 9144000 w 9144000"/>
              <a:gd name="connsiteY9" fmla="*/ 5143500 h 5143500"/>
              <a:gd name="connsiteX10" fmla="*/ 9036000 w 9144000"/>
              <a:gd name="connsiteY10" fmla="*/ 5143500 h 5143500"/>
              <a:gd name="connsiteX11" fmla="*/ 108000 w 9144000"/>
              <a:gd name="connsiteY11" fmla="*/ 5143500 h 5143500"/>
              <a:gd name="connsiteX12" fmla="*/ 0 w 9144000"/>
              <a:gd name="connsiteY12" fmla="*/ 5143500 h 5143500"/>
              <a:gd name="connsiteX13" fmla="*/ 0 w 9144000"/>
              <a:gd name="connsiteY13" fmla="*/ 5143500 h 5143500"/>
              <a:gd name="connsiteX14" fmla="*/ 0 w 9144000"/>
              <a:gd name="connsiteY14" fmla="*/ 5035500 h 5143500"/>
              <a:gd name="connsiteX15" fmla="*/ 0 w 9144000"/>
              <a:gd name="connsiteY15" fmla="*/ 5035500 h 5143500"/>
              <a:gd name="connsiteX16" fmla="*/ 0 w 9144000"/>
              <a:gd name="connsiteY16" fmla="*/ 108000 h 5143500"/>
              <a:gd name="connsiteX17" fmla="*/ 0 w 9144000"/>
              <a:gd name="connsiteY17" fmla="*/ 0 h 5143500"/>
              <a:gd name="connsiteX18" fmla="*/ 108000 w 9144000"/>
              <a:gd name="connsiteY18" fmla="*/ 0 h 5143500"/>
              <a:gd name="connsiteX19" fmla="*/ 9036000 w 9144000"/>
              <a:gd name="connsiteY1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108000" y="108000"/>
                </a:moveTo>
                <a:lnTo>
                  <a:pt x="108000" y="5035500"/>
                </a:lnTo>
                <a:lnTo>
                  <a:pt x="9036000" y="5035500"/>
                </a:lnTo>
                <a:lnTo>
                  <a:pt x="9036000" y="108000"/>
                </a:lnTo>
                <a:close/>
                <a:moveTo>
                  <a:pt x="9036000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08000"/>
                </a:lnTo>
                <a:lnTo>
                  <a:pt x="9144000" y="5035500"/>
                </a:lnTo>
                <a:lnTo>
                  <a:pt x="9144000" y="5143500"/>
                </a:lnTo>
                <a:lnTo>
                  <a:pt x="9036000" y="5143500"/>
                </a:lnTo>
                <a:lnTo>
                  <a:pt x="108000" y="5143500"/>
                </a:lnTo>
                <a:lnTo>
                  <a:pt x="0" y="5143500"/>
                </a:lnTo>
                <a:lnTo>
                  <a:pt x="0" y="5143500"/>
                </a:lnTo>
                <a:lnTo>
                  <a:pt x="0" y="5035500"/>
                </a:lnTo>
                <a:lnTo>
                  <a:pt x="0" y="5035500"/>
                </a:lnTo>
                <a:lnTo>
                  <a:pt x="0" y="108000"/>
                </a:lnTo>
                <a:lnTo>
                  <a:pt x="0" y="0"/>
                </a:lnTo>
                <a:lnTo>
                  <a:pt x="108000" y="0"/>
                </a:lnTo>
                <a:lnTo>
                  <a:pt x="903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D9EFCD85-1C16-9E8F-F4C7-9DA7252483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2000" y="2253384"/>
            <a:ext cx="8100000" cy="52322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9209F9E-3E2E-F138-5918-54F926D1278C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62611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ive Title Slid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2000" y="2769136"/>
            <a:ext cx="8100000" cy="3247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 Ligh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subtitle</a:t>
            </a:r>
            <a:endParaRPr lang="nl-BE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30AF46E-F0BC-EF0C-C2BA-730F67481722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108000 w 9144000"/>
              <a:gd name="connsiteY0" fmla="*/ 108000 h 5143500"/>
              <a:gd name="connsiteX1" fmla="*/ 108000 w 9144000"/>
              <a:gd name="connsiteY1" fmla="*/ 5035500 h 5143500"/>
              <a:gd name="connsiteX2" fmla="*/ 9036000 w 9144000"/>
              <a:gd name="connsiteY2" fmla="*/ 5035500 h 5143500"/>
              <a:gd name="connsiteX3" fmla="*/ 9036000 w 9144000"/>
              <a:gd name="connsiteY3" fmla="*/ 108000 h 5143500"/>
              <a:gd name="connsiteX4" fmla="*/ 903600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0 h 5143500"/>
              <a:gd name="connsiteX7" fmla="*/ 9144000 w 9144000"/>
              <a:gd name="connsiteY7" fmla="*/ 108000 h 5143500"/>
              <a:gd name="connsiteX8" fmla="*/ 9144000 w 9144000"/>
              <a:gd name="connsiteY8" fmla="*/ 5035500 h 5143500"/>
              <a:gd name="connsiteX9" fmla="*/ 9144000 w 9144000"/>
              <a:gd name="connsiteY9" fmla="*/ 5143500 h 5143500"/>
              <a:gd name="connsiteX10" fmla="*/ 9036000 w 9144000"/>
              <a:gd name="connsiteY10" fmla="*/ 5143500 h 5143500"/>
              <a:gd name="connsiteX11" fmla="*/ 108000 w 9144000"/>
              <a:gd name="connsiteY11" fmla="*/ 5143500 h 5143500"/>
              <a:gd name="connsiteX12" fmla="*/ 0 w 9144000"/>
              <a:gd name="connsiteY12" fmla="*/ 5143500 h 5143500"/>
              <a:gd name="connsiteX13" fmla="*/ 0 w 9144000"/>
              <a:gd name="connsiteY13" fmla="*/ 5143500 h 5143500"/>
              <a:gd name="connsiteX14" fmla="*/ 0 w 9144000"/>
              <a:gd name="connsiteY14" fmla="*/ 5035500 h 5143500"/>
              <a:gd name="connsiteX15" fmla="*/ 0 w 9144000"/>
              <a:gd name="connsiteY15" fmla="*/ 5035500 h 5143500"/>
              <a:gd name="connsiteX16" fmla="*/ 0 w 9144000"/>
              <a:gd name="connsiteY16" fmla="*/ 108000 h 5143500"/>
              <a:gd name="connsiteX17" fmla="*/ 0 w 9144000"/>
              <a:gd name="connsiteY17" fmla="*/ 0 h 5143500"/>
              <a:gd name="connsiteX18" fmla="*/ 108000 w 9144000"/>
              <a:gd name="connsiteY18" fmla="*/ 0 h 5143500"/>
              <a:gd name="connsiteX19" fmla="*/ 9036000 w 9144000"/>
              <a:gd name="connsiteY1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108000" y="108000"/>
                </a:moveTo>
                <a:lnTo>
                  <a:pt x="108000" y="5035500"/>
                </a:lnTo>
                <a:lnTo>
                  <a:pt x="9036000" y="5035500"/>
                </a:lnTo>
                <a:lnTo>
                  <a:pt x="9036000" y="108000"/>
                </a:lnTo>
                <a:close/>
                <a:moveTo>
                  <a:pt x="9036000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08000"/>
                </a:lnTo>
                <a:lnTo>
                  <a:pt x="9144000" y="5035500"/>
                </a:lnTo>
                <a:lnTo>
                  <a:pt x="9144000" y="5143500"/>
                </a:lnTo>
                <a:lnTo>
                  <a:pt x="9036000" y="5143500"/>
                </a:lnTo>
                <a:lnTo>
                  <a:pt x="108000" y="5143500"/>
                </a:lnTo>
                <a:lnTo>
                  <a:pt x="0" y="5143500"/>
                </a:lnTo>
                <a:lnTo>
                  <a:pt x="0" y="5143500"/>
                </a:lnTo>
                <a:lnTo>
                  <a:pt x="0" y="5035500"/>
                </a:lnTo>
                <a:lnTo>
                  <a:pt x="0" y="5035500"/>
                </a:lnTo>
                <a:lnTo>
                  <a:pt x="0" y="108000"/>
                </a:lnTo>
                <a:lnTo>
                  <a:pt x="0" y="0"/>
                </a:lnTo>
                <a:lnTo>
                  <a:pt x="108000" y="0"/>
                </a:lnTo>
                <a:lnTo>
                  <a:pt x="903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49A2B8B7-D3BE-0A99-1A6B-C515039E43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2000" y="2253384"/>
            <a:ext cx="8100000" cy="52322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C5841792-4A7A-76F9-502C-46A213E3F3CF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3936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ive Title Slide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1999" y="2769136"/>
            <a:ext cx="8099999" cy="3247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 Ligh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subtitle</a:t>
            </a:r>
            <a:endParaRPr lang="nl-BE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56A3AE1-8B35-813A-2F41-E029228834D7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108000 w 9144000"/>
              <a:gd name="connsiteY0" fmla="*/ 108000 h 5143500"/>
              <a:gd name="connsiteX1" fmla="*/ 108000 w 9144000"/>
              <a:gd name="connsiteY1" fmla="*/ 5035500 h 5143500"/>
              <a:gd name="connsiteX2" fmla="*/ 9036000 w 9144000"/>
              <a:gd name="connsiteY2" fmla="*/ 5035500 h 5143500"/>
              <a:gd name="connsiteX3" fmla="*/ 9036000 w 9144000"/>
              <a:gd name="connsiteY3" fmla="*/ 108000 h 5143500"/>
              <a:gd name="connsiteX4" fmla="*/ 903600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0 h 5143500"/>
              <a:gd name="connsiteX7" fmla="*/ 9144000 w 9144000"/>
              <a:gd name="connsiteY7" fmla="*/ 108000 h 5143500"/>
              <a:gd name="connsiteX8" fmla="*/ 9144000 w 9144000"/>
              <a:gd name="connsiteY8" fmla="*/ 5035500 h 5143500"/>
              <a:gd name="connsiteX9" fmla="*/ 9144000 w 9144000"/>
              <a:gd name="connsiteY9" fmla="*/ 5143500 h 5143500"/>
              <a:gd name="connsiteX10" fmla="*/ 9036000 w 9144000"/>
              <a:gd name="connsiteY10" fmla="*/ 5143500 h 5143500"/>
              <a:gd name="connsiteX11" fmla="*/ 108000 w 9144000"/>
              <a:gd name="connsiteY11" fmla="*/ 5143500 h 5143500"/>
              <a:gd name="connsiteX12" fmla="*/ 0 w 9144000"/>
              <a:gd name="connsiteY12" fmla="*/ 5143500 h 5143500"/>
              <a:gd name="connsiteX13" fmla="*/ 0 w 9144000"/>
              <a:gd name="connsiteY13" fmla="*/ 5143500 h 5143500"/>
              <a:gd name="connsiteX14" fmla="*/ 0 w 9144000"/>
              <a:gd name="connsiteY14" fmla="*/ 5035500 h 5143500"/>
              <a:gd name="connsiteX15" fmla="*/ 0 w 9144000"/>
              <a:gd name="connsiteY15" fmla="*/ 5035500 h 5143500"/>
              <a:gd name="connsiteX16" fmla="*/ 0 w 9144000"/>
              <a:gd name="connsiteY16" fmla="*/ 108000 h 5143500"/>
              <a:gd name="connsiteX17" fmla="*/ 0 w 9144000"/>
              <a:gd name="connsiteY17" fmla="*/ 0 h 5143500"/>
              <a:gd name="connsiteX18" fmla="*/ 108000 w 9144000"/>
              <a:gd name="connsiteY18" fmla="*/ 0 h 5143500"/>
              <a:gd name="connsiteX19" fmla="*/ 9036000 w 9144000"/>
              <a:gd name="connsiteY1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108000" y="108000"/>
                </a:moveTo>
                <a:lnTo>
                  <a:pt x="108000" y="5035500"/>
                </a:lnTo>
                <a:lnTo>
                  <a:pt x="9036000" y="5035500"/>
                </a:lnTo>
                <a:lnTo>
                  <a:pt x="9036000" y="108000"/>
                </a:lnTo>
                <a:close/>
                <a:moveTo>
                  <a:pt x="9036000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08000"/>
                </a:lnTo>
                <a:lnTo>
                  <a:pt x="9144000" y="5035500"/>
                </a:lnTo>
                <a:lnTo>
                  <a:pt x="9144000" y="5143500"/>
                </a:lnTo>
                <a:lnTo>
                  <a:pt x="9036000" y="5143500"/>
                </a:lnTo>
                <a:lnTo>
                  <a:pt x="108000" y="5143500"/>
                </a:lnTo>
                <a:lnTo>
                  <a:pt x="0" y="5143500"/>
                </a:lnTo>
                <a:lnTo>
                  <a:pt x="0" y="5143500"/>
                </a:lnTo>
                <a:lnTo>
                  <a:pt x="0" y="5035500"/>
                </a:lnTo>
                <a:lnTo>
                  <a:pt x="0" y="5035500"/>
                </a:lnTo>
                <a:lnTo>
                  <a:pt x="0" y="108000"/>
                </a:lnTo>
                <a:lnTo>
                  <a:pt x="0" y="0"/>
                </a:lnTo>
                <a:lnTo>
                  <a:pt x="108000" y="0"/>
                </a:lnTo>
                <a:lnTo>
                  <a:pt x="903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5DFD9612-2470-A27F-295C-4AF90F75B3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2000" y="2253384"/>
            <a:ext cx="8100000" cy="52322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F58B9122-46B4-1C02-3CB2-8AAF35DDFFBC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1373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ive Title Slide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2000" y="2769136"/>
            <a:ext cx="8100000" cy="3247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 Ligh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subtitle</a:t>
            </a:r>
            <a:endParaRPr lang="nl-BE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6A542AF-78D6-A8A6-1BBB-37DAD6F4871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108000 w 9144000"/>
              <a:gd name="connsiteY0" fmla="*/ 108000 h 5143500"/>
              <a:gd name="connsiteX1" fmla="*/ 108000 w 9144000"/>
              <a:gd name="connsiteY1" fmla="*/ 5035500 h 5143500"/>
              <a:gd name="connsiteX2" fmla="*/ 9036000 w 9144000"/>
              <a:gd name="connsiteY2" fmla="*/ 5035500 h 5143500"/>
              <a:gd name="connsiteX3" fmla="*/ 9036000 w 9144000"/>
              <a:gd name="connsiteY3" fmla="*/ 108000 h 5143500"/>
              <a:gd name="connsiteX4" fmla="*/ 903600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0 h 5143500"/>
              <a:gd name="connsiteX7" fmla="*/ 9144000 w 9144000"/>
              <a:gd name="connsiteY7" fmla="*/ 108000 h 5143500"/>
              <a:gd name="connsiteX8" fmla="*/ 9144000 w 9144000"/>
              <a:gd name="connsiteY8" fmla="*/ 5035500 h 5143500"/>
              <a:gd name="connsiteX9" fmla="*/ 9144000 w 9144000"/>
              <a:gd name="connsiteY9" fmla="*/ 5143500 h 5143500"/>
              <a:gd name="connsiteX10" fmla="*/ 9036000 w 9144000"/>
              <a:gd name="connsiteY10" fmla="*/ 5143500 h 5143500"/>
              <a:gd name="connsiteX11" fmla="*/ 108000 w 9144000"/>
              <a:gd name="connsiteY11" fmla="*/ 5143500 h 5143500"/>
              <a:gd name="connsiteX12" fmla="*/ 0 w 9144000"/>
              <a:gd name="connsiteY12" fmla="*/ 5143500 h 5143500"/>
              <a:gd name="connsiteX13" fmla="*/ 0 w 9144000"/>
              <a:gd name="connsiteY13" fmla="*/ 5143500 h 5143500"/>
              <a:gd name="connsiteX14" fmla="*/ 0 w 9144000"/>
              <a:gd name="connsiteY14" fmla="*/ 5035500 h 5143500"/>
              <a:gd name="connsiteX15" fmla="*/ 0 w 9144000"/>
              <a:gd name="connsiteY15" fmla="*/ 5035500 h 5143500"/>
              <a:gd name="connsiteX16" fmla="*/ 0 w 9144000"/>
              <a:gd name="connsiteY16" fmla="*/ 108000 h 5143500"/>
              <a:gd name="connsiteX17" fmla="*/ 0 w 9144000"/>
              <a:gd name="connsiteY17" fmla="*/ 0 h 5143500"/>
              <a:gd name="connsiteX18" fmla="*/ 108000 w 9144000"/>
              <a:gd name="connsiteY18" fmla="*/ 0 h 5143500"/>
              <a:gd name="connsiteX19" fmla="*/ 9036000 w 9144000"/>
              <a:gd name="connsiteY1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108000" y="108000"/>
                </a:moveTo>
                <a:lnTo>
                  <a:pt x="108000" y="5035500"/>
                </a:lnTo>
                <a:lnTo>
                  <a:pt x="9036000" y="5035500"/>
                </a:lnTo>
                <a:lnTo>
                  <a:pt x="9036000" y="108000"/>
                </a:lnTo>
                <a:close/>
                <a:moveTo>
                  <a:pt x="9036000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08000"/>
                </a:lnTo>
                <a:lnTo>
                  <a:pt x="9144000" y="5035500"/>
                </a:lnTo>
                <a:lnTo>
                  <a:pt x="9144000" y="5143500"/>
                </a:lnTo>
                <a:lnTo>
                  <a:pt x="9036000" y="5143500"/>
                </a:lnTo>
                <a:lnTo>
                  <a:pt x="108000" y="5143500"/>
                </a:lnTo>
                <a:lnTo>
                  <a:pt x="0" y="5143500"/>
                </a:lnTo>
                <a:lnTo>
                  <a:pt x="0" y="5143500"/>
                </a:lnTo>
                <a:lnTo>
                  <a:pt x="0" y="5035500"/>
                </a:lnTo>
                <a:lnTo>
                  <a:pt x="0" y="5035500"/>
                </a:lnTo>
                <a:lnTo>
                  <a:pt x="0" y="108000"/>
                </a:lnTo>
                <a:lnTo>
                  <a:pt x="0" y="0"/>
                </a:lnTo>
                <a:lnTo>
                  <a:pt x="108000" y="0"/>
                </a:lnTo>
                <a:lnTo>
                  <a:pt x="903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B6D0C1F6-20E8-9E4A-28D6-CA67F68FFC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2000" y="2253384"/>
            <a:ext cx="8100000" cy="52322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37393708-68BE-085B-D912-048E3DDF5F4C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1515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ive Title Slide 6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2000" y="2769136"/>
            <a:ext cx="8100000" cy="3247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 Ligh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subtitle</a:t>
            </a:r>
            <a:endParaRPr lang="nl-BE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6A542AF-78D6-A8A6-1BBB-37DAD6F4871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108000 w 9144000"/>
              <a:gd name="connsiteY0" fmla="*/ 108000 h 5143500"/>
              <a:gd name="connsiteX1" fmla="*/ 108000 w 9144000"/>
              <a:gd name="connsiteY1" fmla="*/ 5035500 h 5143500"/>
              <a:gd name="connsiteX2" fmla="*/ 9036000 w 9144000"/>
              <a:gd name="connsiteY2" fmla="*/ 5035500 h 5143500"/>
              <a:gd name="connsiteX3" fmla="*/ 9036000 w 9144000"/>
              <a:gd name="connsiteY3" fmla="*/ 108000 h 5143500"/>
              <a:gd name="connsiteX4" fmla="*/ 903600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0 h 5143500"/>
              <a:gd name="connsiteX7" fmla="*/ 9144000 w 9144000"/>
              <a:gd name="connsiteY7" fmla="*/ 108000 h 5143500"/>
              <a:gd name="connsiteX8" fmla="*/ 9144000 w 9144000"/>
              <a:gd name="connsiteY8" fmla="*/ 5035500 h 5143500"/>
              <a:gd name="connsiteX9" fmla="*/ 9144000 w 9144000"/>
              <a:gd name="connsiteY9" fmla="*/ 5143500 h 5143500"/>
              <a:gd name="connsiteX10" fmla="*/ 9036000 w 9144000"/>
              <a:gd name="connsiteY10" fmla="*/ 5143500 h 5143500"/>
              <a:gd name="connsiteX11" fmla="*/ 108000 w 9144000"/>
              <a:gd name="connsiteY11" fmla="*/ 5143500 h 5143500"/>
              <a:gd name="connsiteX12" fmla="*/ 0 w 9144000"/>
              <a:gd name="connsiteY12" fmla="*/ 5143500 h 5143500"/>
              <a:gd name="connsiteX13" fmla="*/ 0 w 9144000"/>
              <a:gd name="connsiteY13" fmla="*/ 5143500 h 5143500"/>
              <a:gd name="connsiteX14" fmla="*/ 0 w 9144000"/>
              <a:gd name="connsiteY14" fmla="*/ 5035500 h 5143500"/>
              <a:gd name="connsiteX15" fmla="*/ 0 w 9144000"/>
              <a:gd name="connsiteY15" fmla="*/ 5035500 h 5143500"/>
              <a:gd name="connsiteX16" fmla="*/ 0 w 9144000"/>
              <a:gd name="connsiteY16" fmla="*/ 108000 h 5143500"/>
              <a:gd name="connsiteX17" fmla="*/ 0 w 9144000"/>
              <a:gd name="connsiteY17" fmla="*/ 0 h 5143500"/>
              <a:gd name="connsiteX18" fmla="*/ 108000 w 9144000"/>
              <a:gd name="connsiteY18" fmla="*/ 0 h 5143500"/>
              <a:gd name="connsiteX19" fmla="*/ 9036000 w 9144000"/>
              <a:gd name="connsiteY1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108000" y="108000"/>
                </a:moveTo>
                <a:lnTo>
                  <a:pt x="108000" y="5035500"/>
                </a:lnTo>
                <a:lnTo>
                  <a:pt x="9036000" y="5035500"/>
                </a:lnTo>
                <a:lnTo>
                  <a:pt x="9036000" y="108000"/>
                </a:lnTo>
                <a:close/>
                <a:moveTo>
                  <a:pt x="9036000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08000"/>
                </a:lnTo>
                <a:lnTo>
                  <a:pt x="9144000" y="5035500"/>
                </a:lnTo>
                <a:lnTo>
                  <a:pt x="9144000" y="5143500"/>
                </a:lnTo>
                <a:lnTo>
                  <a:pt x="9036000" y="5143500"/>
                </a:lnTo>
                <a:lnTo>
                  <a:pt x="108000" y="5143500"/>
                </a:lnTo>
                <a:lnTo>
                  <a:pt x="0" y="5143500"/>
                </a:lnTo>
                <a:lnTo>
                  <a:pt x="0" y="5143500"/>
                </a:lnTo>
                <a:lnTo>
                  <a:pt x="0" y="5035500"/>
                </a:lnTo>
                <a:lnTo>
                  <a:pt x="0" y="5035500"/>
                </a:lnTo>
                <a:lnTo>
                  <a:pt x="0" y="108000"/>
                </a:lnTo>
                <a:lnTo>
                  <a:pt x="0" y="0"/>
                </a:lnTo>
                <a:lnTo>
                  <a:pt x="108000" y="0"/>
                </a:lnTo>
                <a:lnTo>
                  <a:pt x="903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B6D0C1F6-20E8-9E4A-28D6-CA67F68FFC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2000" y="2253384"/>
            <a:ext cx="8100000" cy="52322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FDD2163-5721-FE19-5A18-EAB4787A1151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63816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ive Title Slide 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22000" y="2769136"/>
            <a:ext cx="8100000" cy="2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 Light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subtitle</a:t>
            </a:r>
            <a:endParaRPr lang="nl-BE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68CB37D-0CA3-5AB7-9E65-F8DD9FFFEFD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108000 w 9144000"/>
              <a:gd name="connsiteY0" fmla="*/ 108000 h 5143500"/>
              <a:gd name="connsiteX1" fmla="*/ 108000 w 9144000"/>
              <a:gd name="connsiteY1" fmla="*/ 5035500 h 5143500"/>
              <a:gd name="connsiteX2" fmla="*/ 9036000 w 9144000"/>
              <a:gd name="connsiteY2" fmla="*/ 5035500 h 5143500"/>
              <a:gd name="connsiteX3" fmla="*/ 9036000 w 9144000"/>
              <a:gd name="connsiteY3" fmla="*/ 108000 h 5143500"/>
              <a:gd name="connsiteX4" fmla="*/ 903600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0 h 5143500"/>
              <a:gd name="connsiteX7" fmla="*/ 9144000 w 9144000"/>
              <a:gd name="connsiteY7" fmla="*/ 108000 h 5143500"/>
              <a:gd name="connsiteX8" fmla="*/ 9144000 w 9144000"/>
              <a:gd name="connsiteY8" fmla="*/ 5035500 h 5143500"/>
              <a:gd name="connsiteX9" fmla="*/ 9144000 w 9144000"/>
              <a:gd name="connsiteY9" fmla="*/ 5143500 h 5143500"/>
              <a:gd name="connsiteX10" fmla="*/ 9036000 w 9144000"/>
              <a:gd name="connsiteY10" fmla="*/ 5143500 h 5143500"/>
              <a:gd name="connsiteX11" fmla="*/ 108000 w 9144000"/>
              <a:gd name="connsiteY11" fmla="*/ 5143500 h 5143500"/>
              <a:gd name="connsiteX12" fmla="*/ 0 w 9144000"/>
              <a:gd name="connsiteY12" fmla="*/ 5143500 h 5143500"/>
              <a:gd name="connsiteX13" fmla="*/ 0 w 9144000"/>
              <a:gd name="connsiteY13" fmla="*/ 5143500 h 5143500"/>
              <a:gd name="connsiteX14" fmla="*/ 0 w 9144000"/>
              <a:gd name="connsiteY14" fmla="*/ 5035500 h 5143500"/>
              <a:gd name="connsiteX15" fmla="*/ 0 w 9144000"/>
              <a:gd name="connsiteY15" fmla="*/ 5035500 h 5143500"/>
              <a:gd name="connsiteX16" fmla="*/ 0 w 9144000"/>
              <a:gd name="connsiteY16" fmla="*/ 108000 h 5143500"/>
              <a:gd name="connsiteX17" fmla="*/ 0 w 9144000"/>
              <a:gd name="connsiteY17" fmla="*/ 0 h 5143500"/>
              <a:gd name="connsiteX18" fmla="*/ 108000 w 9144000"/>
              <a:gd name="connsiteY18" fmla="*/ 0 h 5143500"/>
              <a:gd name="connsiteX19" fmla="*/ 9036000 w 9144000"/>
              <a:gd name="connsiteY1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108000" y="108000"/>
                </a:moveTo>
                <a:lnTo>
                  <a:pt x="108000" y="5035500"/>
                </a:lnTo>
                <a:lnTo>
                  <a:pt x="9036000" y="5035500"/>
                </a:lnTo>
                <a:lnTo>
                  <a:pt x="9036000" y="108000"/>
                </a:lnTo>
                <a:close/>
                <a:moveTo>
                  <a:pt x="9036000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08000"/>
                </a:lnTo>
                <a:lnTo>
                  <a:pt x="9144000" y="5035500"/>
                </a:lnTo>
                <a:lnTo>
                  <a:pt x="9144000" y="5143500"/>
                </a:lnTo>
                <a:lnTo>
                  <a:pt x="9036000" y="5143500"/>
                </a:lnTo>
                <a:lnTo>
                  <a:pt x="108000" y="5143500"/>
                </a:lnTo>
                <a:lnTo>
                  <a:pt x="0" y="5143500"/>
                </a:lnTo>
                <a:lnTo>
                  <a:pt x="0" y="5143500"/>
                </a:lnTo>
                <a:lnTo>
                  <a:pt x="0" y="5035500"/>
                </a:lnTo>
                <a:lnTo>
                  <a:pt x="0" y="5035500"/>
                </a:lnTo>
                <a:lnTo>
                  <a:pt x="0" y="108000"/>
                </a:lnTo>
                <a:lnTo>
                  <a:pt x="0" y="0"/>
                </a:lnTo>
                <a:lnTo>
                  <a:pt x="108000" y="0"/>
                </a:lnTo>
                <a:lnTo>
                  <a:pt x="903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CB990898-5B7C-9A28-27F3-7B48A62731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2000" y="2253384"/>
            <a:ext cx="8100000" cy="52322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AC813E2F-CCA9-830F-24D7-08F6D31DE9C1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865647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AE1886-90EC-2C95-9FBD-50F9BF254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38" y="1209627"/>
            <a:ext cx="8389937" cy="3213873"/>
          </a:xfrm>
          <a:prstGeom prst="rect">
            <a:avLst/>
          </a:prstGeom>
        </p:spPr>
        <p:txBody>
          <a:bodyPr>
            <a:normAutofit/>
          </a:bodyPr>
          <a:lstStyle>
            <a:lvl1pPr indent="-212400">
              <a:defRPr/>
            </a:lvl1pPr>
            <a:lvl2pPr indent="-212400">
              <a:defRPr/>
            </a:lvl2pPr>
            <a:lvl3pPr indent="-212400">
              <a:defRPr/>
            </a:lvl3pPr>
            <a:lvl4pPr indent="-212400">
              <a:defRPr/>
            </a:lvl4pPr>
            <a:lvl5pPr indent="-2124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EF17DB-875E-E4F4-12D8-B15A67D52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6FDC492-76F1-C383-8AC3-3FE7415F8B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8388000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51845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324DF4A-326A-5271-952E-28875E574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7999" y="1199305"/>
            <a:ext cx="3957913" cy="31682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2581DE-9B5C-5FDF-6D16-26FFDD309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8087" y="1199305"/>
            <a:ext cx="3957913" cy="317266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6C4065-3D2F-17FF-6FAF-9B037A661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C897336-9D52-4119-9F83-F960FCA4A2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8388000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4205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60 - Tex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026A89C-EF5A-3771-5A16-58DA8B8A254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089525" cy="51435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4FFA8-20FF-9CBB-45A8-0887A5933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0257" y="1209627"/>
            <a:ext cx="3285294" cy="31623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3AC4B-9FE9-B14D-08AA-FBA0FF895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9635" y="288000"/>
            <a:ext cx="3285918" cy="43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7DB6A55-4042-ECB7-255E-95DBA31EF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78318" y="720000"/>
            <a:ext cx="3285919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22039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60 - Text 40_G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026A89C-EF5A-3771-5A16-58DA8B8A254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089525" cy="51435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4FFA8-20FF-9CBB-45A8-0887A5933B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0257" y="1209627"/>
            <a:ext cx="3285294" cy="31623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3AC4B-9FE9-B14D-08AA-FBA0FF895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9635" y="288000"/>
            <a:ext cx="3285918" cy="43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7DB6A55-4042-ECB7-255E-95DBA31EFD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78318" y="720000"/>
            <a:ext cx="3285919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F65368AC-1B80-6CF3-A6D6-E54D5D26A917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2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457412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60 - Text 40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A9FA733F-CBB7-CA1C-CE6D-58C42EE44D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88835" y="0"/>
            <a:ext cx="405516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A5FAACCD-F705-B700-9A6B-ACC4EB90BBF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089525" cy="51435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488012F-35A1-B4ED-3A55-D8B5D31C94A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0257" y="1209627"/>
            <a:ext cx="3285294" cy="3162347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73DC45-64F7-A992-BD3B-59A0289A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9635" y="288000"/>
            <a:ext cx="3285918" cy="432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774D0505-9E5D-76D7-D982-744D1EFDF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78318" y="720000"/>
            <a:ext cx="3285919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F870121-8B74-AFF6-D637-7E80403135E8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67594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3" pos="297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40 - Imag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66276BD-07A9-8AC8-4972-1B97A231E5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054475" y="0"/>
            <a:ext cx="5089525" cy="5143500"/>
          </a:xfrm>
          <a:custGeom>
            <a:avLst/>
            <a:gdLst>
              <a:gd name="connsiteX0" fmla="*/ 4178186 w 5089525"/>
              <a:gd name="connsiteY0" fmla="*/ 4843753 h 5143500"/>
              <a:gd name="connsiteX1" fmla="*/ 4180206 w 5089525"/>
              <a:gd name="connsiteY1" fmla="*/ 4843753 h 5143500"/>
              <a:gd name="connsiteX2" fmla="*/ 4180206 w 5089525"/>
              <a:gd name="connsiteY2" fmla="*/ 4869925 h 5143500"/>
              <a:gd name="connsiteX3" fmla="*/ 4179652 w 5089525"/>
              <a:gd name="connsiteY3" fmla="*/ 4880470 h 5143500"/>
              <a:gd name="connsiteX4" fmla="*/ 4172937 w 5089525"/>
              <a:gd name="connsiteY4" fmla="*/ 4894751 h 5143500"/>
              <a:gd name="connsiteX5" fmla="*/ 4153574 w 5089525"/>
              <a:gd name="connsiteY5" fmla="*/ 4905435 h 5143500"/>
              <a:gd name="connsiteX6" fmla="*/ 4131616 w 5089525"/>
              <a:gd name="connsiteY6" fmla="*/ 4899142 h 5143500"/>
              <a:gd name="connsiteX7" fmla="*/ 4120238 w 5089525"/>
              <a:gd name="connsiteY7" fmla="*/ 4879213 h 5143500"/>
              <a:gd name="connsiteX8" fmla="*/ 4127967 w 5089525"/>
              <a:gd name="connsiteY8" fmla="*/ 4853747 h 5143500"/>
              <a:gd name="connsiteX9" fmla="*/ 4150067 w 5089525"/>
              <a:gd name="connsiteY9" fmla="*/ 4843767 h 5143500"/>
              <a:gd name="connsiteX10" fmla="*/ 4178186 w 5089525"/>
              <a:gd name="connsiteY10" fmla="*/ 4843753 h 5143500"/>
              <a:gd name="connsiteX11" fmla="*/ 4436630 w 5089525"/>
              <a:gd name="connsiteY11" fmla="*/ 4822055 h 5143500"/>
              <a:gd name="connsiteX12" fmla="*/ 4456071 w 5089525"/>
              <a:gd name="connsiteY12" fmla="*/ 4822073 h 5143500"/>
              <a:gd name="connsiteX13" fmla="*/ 4466092 w 5089525"/>
              <a:gd name="connsiteY13" fmla="*/ 4833690 h 5143500"/>
              <a:gd name="connsiteX14" fmla="*/ 4466378 w 5089525"/>
              <a:gd name="connsiteY14" fmla="*/ 4834569 h 5143500"/>
              <a:gd name="connsiteX15" fmla="*/ 4426255 w 5089525"/>
              <a:gd name="connsiteY15" fmla="*/ 4834569 h 5143500"/>
              <a:gd name="connsiteX16" fmla="*/ 4427290 w 5089525"/>
              <a:gd name="connsiteY16" fmla="*/ 4832224 h 5143500"/>
              <a:gd name="connsiteX17" fmla="*/ 4436630 w 5089525"/>
              <a:gd name="connsiteY17" fmla="*/ 4822055 h 5143500"/>
              <a:gd name="connsiteX18" fmla="*/ 4663113 w 5089525"/>
              <a:gd name="connsiteY18" fmla="*/ 4820110 h 5143500"/>
              <a:gd name="connsiteX19" fmla="*/ 4684927 w 5089525"/>
              <a:gd name="connsiteY19" fmla="*/ 4827673 h 5143500"/>
              <a:gd name="connsiteX20" fmla="*/ 4685501 w 5089525"/>
              <a:gd name="connsiteY20" fmla="*/ 4860034 h 5143500"/>
              <a:gd name="connsiteX21" fmla="*/ 4674557 w 5089525"/>
              <a:gd name="connsiteY21" fmla="*/ 4867563 h 5143500"/>
              <a:gd name="connsiteX22" fmla="*/ 4667526 w 5089525"/>
              <a:gd name="connsiteY22" fmla="*/ 4868695 h 5143500"/>
              <a:gd name="connsiteX23" fmla="*/ 4652512 w 5089525"/>
              <a:gd name="connsiteY23" fmla="*/ 4863280 h 5143500"/>
              <a:gd name="connsiteX24" fmla="*/ 4643644 w 5089525"/>
              <a:gd name="connsiteY24" fmla="*/ 4846493 h 5143500"/>
              <a:gd name="connsiteX25" fmla="*/ 4663113 w 5089525"/>
              <a:gd name="connsiteY25" fmla="*/ 4820110 h 5143500"/>
              <a:gd name="connsiteX26" fmla="*/ 4503372 w 5089525"/>
              <a:gd name="connsiteY26" fmla="*/ 4803275 h 5143500"/>
              <a:gd name="connsiteX27" fmla="*/ 4484003 w 5089525"/>
              <a:gd name="connsiteY27" fmla="*/ 4803315 h 5143500"/>
              <a:gd name="connsiteX28" fmla="*/ 4482247 w 5089525"/>
              <a:gd name="connsiteY28" fmla="*/ 4803393 h 5143500"/>
              <a:gd name="connsiteX29" fmla="*/ 4509007 w 5089525"/>
              <a:gd name="connsiteY29" fmla="*/ 4843556 h 5143500"/>
              <a:gd name="connsiteX30" fmla="*/ 4503421 w 5089525"/>
              <a:gd name="connsiteY30" fmla="*/ 4851945 h 5143500"/>
              <a:gd name="connsiteX31" fmla="*/ 4497905 w 5089525"/>
              <a:gd name="connsiteY31" fmla="*/ 4860198 h 5143500"/>
              <a:gd name="connsiteX32" fmla="*/ 4492281 w 5089525"/>
              <a:gd name="connsiteY32" fmla="*/ 4868581 h 5143500"/>
              <a:gd name="connsiteX33" fmla="*/ 4486782 w 5089525"/>
              <a:gd name="connsiteY33" fmla="*/ 4876847 h 5143500"/>
              <a:gd name="connsiteX34" fmla="*/ 4481350 w 5089525"/>
              <a:gd name="connsiteY34" fmla="*/ 4885114 h 5143500"/>
              <a:gd name="connsiteX35" fmla="*/ 4482102 w 5089525"/>
              <a:gd name="connsiteY35" fmla="*/ 4885199 h 5143500"/>
              <a:gd name="connsiteX36" fmla="*/ 4501977 w 5089525"/>
              <a:gd name="connsiteY36" fmla="*/ 4885234 h 5143500"/>
              <a:gd name="connsiteX37" fmla="*/ 4503799 w 5089525"/>
              <a:gd name="connsiteY37" fmla="*/ 4884102 h 5143500"/>
              <a:gd name="connsiteX38" fmla="*/ 4517043 w 5089525"/>
              <a:gd name="connsiteY38" fmla="*/ 4863037 h 5143500"/>
              <a:gd name="connsiteX39" fmla="*/ 4520292 w 5089525"/>
              <a:gd name="connsiteY39" fmla="*/ 4857950 h 5143500"/>
              <a:gd name="connsiteX40" fmla="*/ 4528379 w 5089525"/>
              <a:gd name="connsiteY40" fmla="*/ 4870759 h 5143500"/>
              <a:gd name="connsiteX41" fmla="*/ 4536750 w 5089525"/>
              <a:gd name="connsiteY41" fmla="*/ 4884110 h 5143500"/>
              <a:gd name="connsiteX42" fmla="*/ 4538754 w 5089525"/>
              <a:gd name="connsiteY42" fmla="*/ 4885225 h 5143500"/>
              <a:gd name="connsiteX43" fmla="*/ 4558797 w 5089525"/>
              <a:gd name="connsiteY43" fmla="*/ 4885200 h 5143500"/>
              <a:gd name="connsiteX44" fmla="*/ 4560092 w 5089525"/>
              <a:gd name="connsiteY44" fmla="*/ 4885083 h 5143500"/>
              <a:gd name="connsiteX45" fmla="*/ 4532008 w 5089525"/>
              <a:gd name="connsiteY45" fmla="*/ 4843077 h 5143500"/>
              <a:gd name="connsiteX46" fmla="*/ 4558736 w 5089525"/>
              <a:gd name="connsiteY46" fmla="*/ 4803452 h 5143500"/>
              <a:gd name="connsiteX47" fmla="*/ 4558158 w 5089525"/>
              <a:gd name="connsiteY47" fmla="*/ 4803326 h 5143500"/>
              <a:gd name="connsiteX48" fmla="*/ 4537778 w 5089525"/>
              <a:gd name="connsiteY48" fmla="*/ 4803289 h 5143500"/>
              <a:gd name="connsiteX49" fmla="*/ 4536089 w 5089525"/>
              <a:gd name="connsiteY49" fmla="*/ 4804389 h 5143500"/>
              <a:gd name="connsiteX50" fmla="*/ 4530712 w 5089525"/>
              <a:gd name="connsiteY50" fmla="*/ 4812924 h 5143500"/>
              <a:gd name="connsiteX51" fmla="*/ 4520785 w 5089525"/>
              <a:gd name="connsiteY51" fmla="*/ 4828662 h 5143500"/>
              <a:gd name="connsiteX52" fmla="*/ 4519869 w 5089525"/>
              <a:gd name="connsiteY52" fmla="*/ 4827364 h 5143500"/>
              <a:gd name="connsiteX53" fmla="*/ 4505745 w 5089525"/>
              <a:gd name="connsiteY53" fmla="*/ 4804669 h 5143500"/>
              <a:gd name="connsiteX54" fmla="*/ 4503372 w 5089525"/>
              <a:gd name="connsiteY54" fmla="*/ 4803275 h 5143500"/>
              <a:gd name="connsiteX55" fmla="*/ 4661269 w 5089525"/>
              <a:gd name="connsiteY55" fmla="*/ 4802138 h 5143500"/>
              <a:gd name="connsiteX56" fmla="*/ 4636544 w 5089525"/>
              <a:gd name="connsiteY56" fmla="*/ 4815850 h 5143500"/>
              <a:gd name="connsiteX57" fmla="*/ 4629148 w 5089525"/>
              <a:gd name="connsiteY57" fmla="*/ 4860377 h 5143500"/>
              <a:gd name="connsiteX58" fmla="*/ 4649785 w 5089525"/>
              <a:gd name="connsiteY58" fmla="*/ 4882640 h 5143500"/>
              <a:gd name="connsiteX59" fmla="*/ 4677902 w 5089525"/>
              <a:gd name="connsiteY59" fmla="*/ 4885287 h 5143500"/>
              <a:gd name="connsiteX60" fmla="*/ 4698220 w 5089525"/>
              <a:gd name="connsiteY60" fmla="*/ 4872522 h 5143500"/>
              <a:gd name="connsiteX61" fmla="*/ 4708342 w 5089525"/>
              <a:gd name="connsiteY61" fmla="*/ 4849709 h 5143500"/>
              <a:gd name="connsiteX62" fmla="*/ 4708658 w 5089525"/>
              <a:gd name="connsiteY62" fmla="*/ 4849042 h 5143500"/>
              <a:gd name="connsiteX63" fmla="*/ 4708532 w 5089525"/>
              <a:gd name="connsiteY63" fmla="*/ 4839363 h 5143500"/>
              <a:gd name="connsiteX64" fmla="*/ 4708188 w 5089525"/>
              <a:gd name="connsiteY64" fmla="*/ 4836791 h 5143500"/>
              <a:gd name="connsiteX65" fmla="*/ 4695044 w 5089525"/>
              <a:gd name="connsiteY65" fmla="*/ 4812587 h 5143500"/>
              <a:gd name="connsiteX66" fmla="*/ 4661269 w 5089525"/>
              <a:gd name="connsiteY66" fmla="*/ 4802138 h 5143500"/>
              <a:gd name="connsiteX67" fmla="*/ 4447153 w 5089525"/>
              <a:gd name="connsiteY67" fmla="*/ 4802122 h 5143500"/>
              <a:gd name="connsiteX68" fmla="*/ 4439502 w 5089525"/>
              <a:gd name="connsiteY68" fmla="*/ 4802743 h 5143500"/>
              <a:gd name="connsiteX69" fmla="*/ 4432458 w 5089525"/>
              <a:gd name="connsiteY69" fmla="*/ 4804843 h 5143500"/>
              <a:gd name="connsiteX70" fmla="*/ 4412139 w 5089525"/>
              <a:gd name="connsiteY70" fmla="*/ 4823828 h 5143500"/>
              <a:gd name="connsiteX71" fmla="*/ 4408037 w 5089525"/>
              <a:gd name="connsiteY71" fmla="*/ 4852050 h 5143500"/>
              <a:gd name="connsiteX72" fmla="*/ 4424520 w 5089525"/>
              <a:gd name="connsiteY72" fmla="*/ 4878849 h 5143500"/>
              <a:gd name="connsiteX73" fmla="*/ 4452663 w 5089525"/>
              <a:gd name="connsiteY73" fmla="*/ 4885477 h 5143500"/>
              <a:gd name="connsiteX74" fmla="*/ 4477025 w 5089525"/>
              <a:gd name="connsiteY74" fmla="*/ 4870561 h 5143500"/>
              <a:gd name="connsiteX75" fmla="*/ 4480271 w 5089525"/>
              <a:gd name="connsiteY75" fmla="*/ 4865772 h 5143500"/>
              <a:gd name="connsiteX76" fmla="*/ 4465216 w 5089525"/>
              <a:gd name="connsiteY76" fmla="*/ 4858646 h 5143500"/>
              <a:gd name="connsiteX77" fmla="*/ 4439830 w 5089525"/>
              <a:gd name="connsiteY77" fmla="*/ 4867491 h 5143500"/>
              <a:gd name="connsiteX78" fmla="*/ 4424861 w 5089525"/>
              <a:gd name="connsiteY78" fmla="*/ 4850499 h 5143500"/>
              <a:gd name="connsiteX79" fmla="*/ 4484511 w 5089525"/>
              <a:gd name="connsiteY79" fmla="*/ 4850499 h 5143500"/>
              <a:gd name="connsiteX80" fmla="*/ 4484839 w 5089525"/>
              <a:gd name="connsiteY80" fmla="*/ 4848919 h 5143500"/>
              <a:gd name="connsiteX81" fmla="*/ 4484640 w 5089525"/>
              <a:gd name="connsiteY81" fmla="*/ 4837564 h 5143500"/>
              <a:gd name="connsiteX82" fmla="*/ 4470319 w 5089525"/>
              <a:gd name="connsiteY82" fmla="*/ 4811136 h 5143500"/>
              <a:gd name="connsiteX83" fmla="*/ 4447153 w 5089525"/>
              <a:gd name="connsiteY83" fmla="*/ 4802122 h 5143500"/>
              <a:gd name="connsiteX84" fmla="*/ 4594032 w 5089525"/>
              <a:gd name="connsiteY84" fmla="*/ 4802110 h 5143500"/>
              <a:gd name="connsiteX85" fmla="*/ 4578266 w 5089525"/>
              <a:gd name="connsiteY85" fmla="*/ 4804724 h 5143500"/>
              <a:gd name="connsiteX86" fmla="*/ 4565397 w 5089525"/>
              <a:gd name="connsiteY86" fmla="*/ 4816693 h 5143500"/>
              <a:gd name="connsiteX87" fmla="*/ 4563120 w 5089525"/>
              <a:gd name="connsiteY87" fmla="*/ 4828622 h 5143500"/>
              <a:gd name="connsiteX88" fmla="*/ 4572182 w 5089525"/>
              <a:gd name="connsiteY88" fmla="*/ 4845697 h 5143500"/>
              <a:gd name="connsiteX89" fmla="*/ 4584967 w 5089525"/>
              <a:gd name="connsiteY89" fmla="*/ 4851565 h 5143500"/>
              <a:gd name="connsiteX90" fmla="*/ 4595524 w 5089525"/>
              <a:gd name="connsiteY90" fmla="*/ 4854933 h 5143500"/>
              <a:gd name="connsiteX91" fmla="*/ 4601662 w 5089525"/>
              <a:gd name="connsiteY91" fmla="*/ 4857977 h 5143500"/>
              <a:gd name="connsiteX92" fmla="*/ 4600126 w 5089525"/>
              <a:gd name="connsiteY92" fmla="*/ 4869688 h 5143500"/>
              <a:gd name="connsiteX93" fmla="*/ 4592542 w 5089525"/>
              <a:gd name="connsiteY93" fmla="*/ 4870793 h 5143500"/>
              <a:gd name="connsiteX94" fmla="*/ 4577273 w 5089525"/>
              <a:gd name="connsiteY94" fmla="*/ 4866590 h 5143500"/>
              <a:gd name="connsiteX95" fmla="*/ 4567934 w 5089525"/>
              <a:gd name="connsiteY95" fmla="*/ 4861430 h 5143500"/>
              <a:gd name="connsiteX96" fmla="*/ 4566592 w 5089525"/>
              <a:gd name="connsiteY96" fmla="*/ 4863497 h 5143500"/>
              <a:gd name="connsiteX97" fmla="*/ 4559344 w 5089525"/>
              <a:gd name="connsiteY97" fmla="*/ 4874969 h 5143500"/>
              <a:gd name="connsiteX98" fmla="*/ 4568493 w 5089525"/>
              <a:gd name="connsiteY98" fmla="*/ 4880832 h 5143500"/>
              <a:gd name="connsiteX99" fmla="*/ 4595379 w 5089525"/>
              <a:gd name="connsiteY99" fmla="*/ 4886694 h 5143500"/>
              <a:gd name="connsiteX100" fmla="*/ 4607215 w 5089525"/>
              <a:gd name="connsiteY100" fmla="*/ 4884517 h 5143500"/>
              <a:gd name="connsiteX101" fmla="*/ 4616839 w 5089525"/>
              <a:gd name="connsiteY101" fmla="*/ 4878539 h 5143500"/>
              <a:gd name="connsiteX102" fmla="*/ 4622907 w 5089525"/>
              <a:gd name="connsiteY102" fmla="*/ 4856780 h 5143500"/>
              <a:gd name="connsiteX103" fmla="*/ 4615037 w 5089525"/>
              <a:gd name="connsiteY103" fmla="*/ 4844156 h 5143500"/>
              <a:gd name="connsiteX104" fmla="*/ 4603292 w 5089525"/>
              <a:gd name="connsiteY104" fmla="*/ 4838055 h 5143500"/>
              <a:gd name="connsiteX105" fmla="*/ 4591121 w 5089525"/>
              <a:gd name="connsiteY105" fmla="*/ 4833683 h 5143500"/>
              <a:gd name="connsiteX106" fmla="*/ 4583483 w 5089525"/>
              <a:gd name="connsiteY106" fmla="*/ 4829256 h 5143500"/>
              <a:gd name="connsiteX107" fmla="*/ 4583063 w 5089525"/>
              <a:gd name="connsiteY107" fmla="*/ 4821313 h 5143500"/>
              <a:gd name="connsiteX108" fmla="*/ 4587562 w 5089525"/>
              <a:gd name="connsiteY108" fmla="*/ 4818553 h 5143500"/>
              <a:gd name="connsiteX109" fmla="*/ 4596556 w 5089525"/>
              <a:gd name="connsiteY109" fmla="*/ 4818661 h 5143500"/>
              <a:gd name="connsiteX110" fmla="*/ 4611665 w 5089525"/>
              <a:gd name="connsiteY110" fmla="*/ 4824618 h 5143500"/>
              <a:gd name="connsiteX111" fmla="*/ 4613281 w 5089525"/>
              <a:gd name="connsiteY111" fmla="*/ 4825453 h 5143500"/>
              <a:gd name="connsiteX112" fmla="*/ 4620964 w 5089525"/>
              <a:gd name="connsiteY112" fmla="*/ 4811175 h 5143500"/>
              <a:gd name="connsiteX113" fmla="*/ 4620699 w 5089525"/>
              <a:gd name="connsiteY113" fmla="*/ 4810825 h 5143500"/>
              <a:gd name="connsiteX114" fmla="*/ 4620146 w 5089525"/>
              <a:gd name="connsiteY114" fmla="*/ 4810442 h 5143500"/>
              <a:gd name="connsiteX115" fmla="*/ 4594032 w 5089525"/>
              <a:gd name="connsiteY115" fmla="*/ 4802110 h 5143500"/>
              <a:gd name="connsiteX116" fmla="*/ 4307361 w 5089525"/>
              <a:gd name="connsiteY116" fmla="*/ 4782283 h 5143500"/>
              <a:gd name="connsiteX117" fmla="*/ 4307361 w 5089525"/>
              <a:gd name="connsiteY117" fmla="*/ 4835384 h 5143500"/>
              <a:gd name="connsiteX118" fmla="*/ 4307361 w 5089525"/>
              <a:gd name="connsiteY118" fmla="*/ 4885208 h 5143500"/>
              <a:gd name="connsiteX119" fmla="*/ 4327134 w 5089525"/>
              <a:gd name="connsiteY119" fmla="*/ 4885208 h 5143500"/>
              <a:gd name="connsiteX120" fmla="*/ 4327134 w 5089525"/>
              <a:gd name="connsiteY120" fmla="*/ 4870986 h 5143500"/>
              <a:gd name="connsiteX121" fmla="*/ 4327138 w 5089525"/>
              <a:gd name="connsiteY121" fmla="*/ 4857004 h 5143500"/>
              <a:gd name="connsiteX122" fmla="*/ 4327204 w 5089525"/>
              <a:gd name="connsiteY122" fmla="*/ 4842811 h 5143500"/>
              <a:gd name="connsiteX123" fmla="*/ 4363787 w 5089525"/>
              <a:gd name="connsiteY123" fmla="*/ 4842811 h 5143500"/>
              <a:gd name="connsiteX124" fmla="*/ 4363787 w 5089525"/>
              <a:gd name="connsiteY124" fmla="*/ 4825218 h 5143500"/>
              <a:gd name="connsiteX125" fmla="*/ 4327245 w 5089525"/>
              <a:gd name="connsiteY125" fmla="*/ 4825218 h 5143500"/>
              <a:gd name="connsiteX126" fmla="*/ 4327245 w 5089525"/>
              <a:gd name="connsiteY126" fmla="*/ 4800086 h 5143500"/>
              <a:gd name="connsiteX127" fmla="*/ 4327504 w 5089525"/>
              <a:gd name="connsiteY127" fmla="*/ 4799981 h 5143500"/>
              <a:gd name="connsiteX128" fmla="*/ 4372479 w 5089525"/>
              <a:gd name="connsiteY128" fmla="*/ 4799940 h 5143500"/>
              <a:gd name="connsiteX129" fmla="*/ 4372979 w 5089525"/>
              <a:gd name="connsiteY129" fmla="*/ 4799881 h 5143500"/>
              <a:gd name="connsiteX130" fmla="*/ 4373109 w 5089525"/>
              <a:gd name="connsiteY130" fmla="*/ 4799785 h 5143500"/>
              <a:gd name="connsiteX131" fmla="*/ 4373215 w 5089525"/>
              <a:gd name="connsiteY131" fmla="*/ 4799680 h 5143500"/>
              <a:gd name="connsiteX132" fmla="*/ 4373215 w 5089525"/>
              <a:gd name="connsiteY132" fmla="*/ 4782283 h 5143500"/>
              <a:gd name="connsiteX133" fmla="*/ 4307361 w 5089525"/>
              <a:gd name="connsiteY133" fmla="*/ 4782283 h 5143500"/>
              <a:gd name="connsiteX134" fmla="*/ 4380613 w 5089525"/>
              <a:gd name="connsiteY134" fmla="*/ 4782195 h 5143500"/>
              <a:gd name="connsiteX135" fmla="*/ 4379564 w 5089525"/>
              <a:gd name="connsiteY135" fmla="*/ 4782269 h 5143500"/>
              <a:gd name="connsiteX136" fmla="*/ 4379564 w 5089525"/>
              <a:gd name="connsiteY136" fmla="*/ 4885112 h 5143500"/>
              <a:gd name="connsiteX137" fmla="*/ 4399250 w 5089525"/>
              <a:gd name="connsiteY137" fmla="*/ 4885112 h 5143500"/>
              <a:gd name="connsiteX138" fmla="*/ 4399250 w 5089525"/>
              <a:gd name="connsiteY138" fmla="*/ 4883046 h 5143500"/>
              <a:gd name="connsiteX139" fmla="*/ 4399247 w 5089525"/>
              <a:gd name="connsiteY139" fmla="*/ 4784332 h 5143500"/>
              <a:gd name="connsiteX140" fmla="*/ 4399077 w 5089525"/>
              <a:gd name="connsiteY140" fmla="*/ 4782373 h 5143500"/>
              <a:gd name="connsiteX141" fmla="*/ 4398301 w 5089525"/>
              <a:gd name="connsiteY141" fmla="*/ 4782196 h 5143500"/>
              <a:gd name="connsiteX142" fmla="*/ 4380613 w 5089525"/>
              <a:gd name="connsiteY142" fmla="*/ 4782195 h 5143500"/>
              <a:gd name="connsiteX143" fmla="*/ 4231868 w 5089525"/>
              <a:gd name="connsiteY143" fmla="*/ 4719565 h 5143500"/>
              <a:gd name="connsiteX144" fmla="*/ 4248785 w 5089525"/>
              <a:gd name="connsiteY144" fmla="*/ 4727397 h 5143500"/>
              <a:gd name="connsiteX145" fmla="*/ 4258656 w 5089525"/>
              <a:gd name="connsiteY145" fmla="*/ 4747247 h 5143500"/>
              <a:gd name="connsiteX146" fmla="*/ 4251546 w 5089525"/>
              <a:gd name="connsiteY146" fmla="*/ 4770390 h 5143500"/>
              <a:gd name="connsiteX147" fmla="*/ 4234965 w 5089525"/>
              <a:gd name="connsiteY147" fmla="*/ 4780571 h 5143500"/>
              <a:gd name="connsiteX148" fmla="*/ 4228156 w 5089525"/>
              <a:gd name="connsiteY148" fmla="*/ 4781372 h 5143500"/>
              <a:gd name="connsiteX149" fmla="*/ 4199688 w 5089525"/>
              <a:gd name="connsiteY149" fmla="*/ 4781406 h 5143500"/>
              <a:gd name="connsiteX150" fmla="*/ 4198611 w 5089525"/>
              <a:gd name="connsiteY150" fmla="*/ 4781337 h 5143500"/>
              <a:gd name="connsiteX151" fmla="*/ 4198518 w 5089525"/>
              <a:gd name="connsiteY151" fmla="*/ 4779972 h 5143500"/>
              <a:gd name="connsiteX152" fmla="*/ 4198555 w 5089525"/>
              <a:gd name="connsiteY152" fmla="*/ 4748808 h 5143500"/>
              <a:gd name="connsiteX153" fmla="*/ 4199414 w 5089525"/>
              <a:gd name="connsiteY153" fmla="*/ 4742854 h 5143500"/>
              <a:gd name="connsiteX154" fmla="*/ 4205866 w 5089525"/>
              <a:gd name="connsiteY154" fmla="*/ 4730138 h 5143500"/>
              <a:gd name="connsiteX155" fmla="*/ 4231868 w 5089525"/>
              <a:gd name="connsiteY155" fmla="*/ 4719565 h 5143500"/>
              <a:gd name="connsiteX156" fmla="*/ 4223396 w 5089525"/>
              <a:gd name="connsiteY156" fmla="*/ 4700588 h 5143500"/>
              <a:gd name="connsiteX157" fmla="*/ 4220904 w 5089525"/>
              <a:gd name="connsiteY157" fmla="*/ 4701208 h 5143500"/>
              <a:gd name="connsiteX158" fmla="*/ 4195625 w 5089525"/>
              <a:gd name="connsiteY158" fmla="*/ 4713939 h 5143500"/>
              <a:gd name="connsiteX159" fmla="*/ 4185862 w 5089525"/>
              <a:gd name="connsiteY159" fmla="*/ 4726920 h 5143500"/>
              <a:gd name="connsiteX160" fmla="*/ 4180949 w 5089525"/>
              <a:gd name="connsiteY160" fmla="*/ 4741503 h 5143500"/>
              <a:gd name="connsiteX161" fmla="*/ 4180195 w 5089525"/>
              <a:gd name="connsiteY161" fmla="*/ 4751705 h 5143500"/>
              <a:gd name="connsiteX162" fmla="*/ 4180206 w 5089525"/>
              <a:gd name="connsiteY162" fmla="*/ 4779337 h 5143500"/>
              <a:gd name="connsiteX163" fmla="*/ 4180206 w 5089525"/>
              <a:gd name="connsiteY163" fmla="*/ 4781343 h 5143500"/>
              <a:gd name="connsiteX164" fmla="*/ 4151780 w 5089525"/>
              <a:gd name="connsiteY164" fmla="*/ 4781343 h 5143500"/>
              <a:gd name="connsiteX165" fmla="*/ 4151780 w 5089525"/>
              <a:gd name="connsiteY165" fmla="*/ 4800050 h 5143500"/>
              <a:gd name="connsiteX166" fmla="*/ 4180085 w 5089525"/>
              <a:gd name="connsiteY166" fmla="*/ 4800060 h 5143500"/>
              <a:gd name="connsiteX167" fmla="*/ 4180085 w 5089525"/>
              <a:gd name="connsiteY167" fmla="*/ 4824991 h 5143500"/>
              <a:gd name="connsiteX168" fmla="*/ 4178248 w 5089525"/>
              <a:gd name="connsiteY168" fmla="*/ 4824991 h 5143500"/>
              <a:gd name="connsiteX169" fmla="*/ 4149773 w 5089525"/>
              <a:gd name="connsiteY169" fmla="*/ 4824984 h 5143500"/>
              <a:gd name="connsiteX170" fmla="*/ 4133352 w 5089525"/>
              <a:gd name="connsiteY170" fmla="*/ 4827984 h 5143500"/>
              <a:gd name="connsiteX171" fmla="*/ 4117978 w 5089525"/>
              <a:gd name="connsiteY171" fmla="*/ 4837423 h 5143500"/>
              <a:gd name="connsiteX172" fmla="*/ 4102023 w 5089525"/>
              <a:gd name="connsiteY172" fmla="*/ 4867880 h 5143500"/>
              <a:gd name="connsiteX173" fmla="*/ 4101543 w 5089525"/>
              <a:gd name="connsiteY173" fmla="*/ 4868899 h 5143500"/>
              <a:gd name="connsiteX174" fmla="*/ 4101407 w 5089525"/>
              <a:gd name="connsiteY174" fmla="*/ 4880540 h 5143500"/>
              <a:gd name="connsiteX175" fmla="*/ 4101993 w 5089525"/>
              <a:gd name="connsiteY175" fmla="*/ 4881134 h 5143500"/>
              <a:gd name="connsiteX176" fmla="*/ 4106594 w 5089525"/>
              <a:gd name="connsiteY176" fmla="*/ 4896837 h 5143500"/>
              <a:gd name="connsiteX177" fmla="*/ 4114222 w 5089525"/>
              <a:gd name="connsiteY177" fmla="*/ 4908260 h 5143500"/>
              <a:gd name="connsiteX178" fmla="*/ 4129387 w 5089525"/>
              <a:gd name="connsiteY178" fmla="*/ 4919760 h 5143500"/>
              <a:gd name="connsiteX179" fmla="*/ 4143641 w 5089525"/>
              <a:gd name="connsiteY179" fmla="*/ 4924223 h 5143500"/>
              <a:gd name="connsiteX180" fmla="*/ 4155399 w 5089525"/>
              <a:gd name="connsiteY180" fmla="*/ 4924233 h 5143500"/>
              <a:gd name="connsiteX181" fmla="*/ 4159457 w 5089525"/>
              <a:gd name="connsiteY181" fmla="*/ 4923551 h 5143500"/>
              <a:gd name="connsiteX182" fmla="*/ 4185523 w 5089525"/>
              <a:gd name="connsiteY182" fmla="*/ 4908568 h 5143500"/>
              <a:gd name="connsiteX183" fmla="*/ 4195780 w 5089525"/>
              <a:gd name="connsiteY183" fmla="*/ 4891174 h 5143500"/>
              <a:gd name="connsiteX184" fmla="*/ 4198512 w 5089525"/>
              <a:gd name="connsiteY184" fmla="*/ 4874354 h 5143500"/>
              <a:gd name="connsiteX185" fmla="*/ 4198515 w 5089525"/>
              <a:gd name="connsiteY185" fmla="*/ 4845715 h 5143500"/>
              <a:gd name="connsiteX186" fmla="*/ 4198515 w 5089525"/>
              <a:gd name="connsiteY186" fmla="*/ 4843736 h 5143500"/>
              <a:gd name="connsiteX187" fmla="*/ 4226943 w 5089525"/>
              <a:gd name="connsiteY187" fmla="*/ 4843736 h 5143500"/>
              <a:gd name="connsiteX188" fmla="*/ 4226943 w 5089525"/>
              <a:gd name="connsiteY188" fmla="*/ 4824955 h 5143500"/>
              <a:gd name="connsiteX189" fmla="*/ 4198665 w 5089525"/>
              <a:gd name="connsiteY189" fmla="*/ 4824955 h 5143500"/>
              <a:gd name="connsiteX190" fmla="*/ 4198810 w 5089525"/>
              <a:gd name="connsiteY190" fmla="*/ 4800056 h 5143500"/>
              <a:gd name="connsiteX191" fmla="*/ 4200629 w 5089525"/>
              <a:gd name="connsiteY191" fmla="*/ 4800056 h 5143500"/>
              <a:gd name="connsiteX192" fmla="*/ 4229941 w 5089525"/>
              <a:gd name="connsiteY192" fmla="*/ 4800034 h 5143500"/>
              <a:gd name="connsiteX193" fmla="*/ 4235957 w 5089525"/>
              <a:gd name="connsiteY193" fmla="*/ 4799557 h 5143500"/>
              <a:gd name="connsiteX194" fmla="*/ 4264822 w 5089525"/>
              <a:gd name="connsiteY194" fmla="*/ 4783396 h 5143500"/>
              <a:gd name="connsiteX195" fmla="*/ 4276681 w 5089525"/>
              <a:gd name="connsiteY195" fmla="*/ 4744231 h 5143500"/>
              <a:gd name="connsiteX196" fmla="*/ 4260971 w 5089525"/>
              <a:gd name="connsiteY196" fmla="*/ 4713321 h 5143500"/>
              <a:gd name="connsiteX197" fmla="*/ 4236142 w 5089525"/>
              <a:gd name="connsiteY197" fmla="*/ 4701190 h 5143500"/>
              <a:gd name="connsiteX198" fmla="*/ 4234022 w 5089525"/>
              <a:gd name="connsiteY198" fmla="*/ 4700588 h 5143500"/>
              <a:gd name="connsiteX199" fmla="*/ 4223396 w 5089525"/>
              <a:gd name="connsiteY199" fmla="*/ 4700588 h 5143500"/>
              <a:gd name="connsiteX200" fmla="*/ 0 w 5089525"/>
              <a:gd name="connsiteY200" fmla="*/ 0 h 5143500"/>
              <a:gd name="connsiteX201" fmla="*/ 5089525 w 5089525"/>
              <a:gd name="connsiteY201" fmla="*/ 0 h 5143500"/>
              <a:gd name="connsiteX202" fmla="*/ 5089525 w 5089525"/>
              <a:gd name="connsiteY202" fmla="*/ 5143500 h 5143500"/>
              <a:gd name="connsiteX203" fmla="*/ 0 w 5089525"/>
              <a:gd name="connsiteY20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5089525" h="5143500">
                <a:moveTo>
                  <a:pt x="4178186" y="4843753"/>
                </a:moveTo>
                <a:cubicBezTo>
                  <a:pt x="4178794" y="4843753"/>
                  <a:pt x="4179402" y="4843753"/>
                  <a:pt x="4180206" y="4843753"/>
                </a:cubicBezTo>
                <a:cubicBezTo>
                  <a:pt x="4180206" y="4852563"/>
                  <a:pt x="4180206" y="4861244"/>
                  <a:pt x="4180206" y="4869925"/>
                </a:cubicBezTo>
                <a:cubicBezTo>
                  <a:pt x="4180192" y="4873673"/>
                  <a:pt x="4180303" y="4877083"/>
                  <a:pt x="4179652" y="4880470"/>
                </a:cubicBezTo>
                <a:cubicBezTo>
                  <a:pt x="4178625" y="4885813"/>
                  <a:pt x="4176428" y="4890591"/>
                  <a:pt x="4172937" y="4894751"/>
                </a:cubicBezTo>
                <a:cubicBezTo>
                  <a:pt x="4167864" y="4900794"/>
                  <a:pt x="4161432" y="4904460"/>
                  <a:pt x="4153574" y="4905435"/>
                </a:cubicBezTo>
                <a:cubicBezTo>
                  <a:pt x="4145383" y="4906451"/>
                  <a:pt x="4138025" y="4904264"/>
                  <a:pt x="4131616" y="4899142"/>
                </a:cubicBezTo>
                <a:cubicBezTo>
                  <a:pt x="4125222" y="4894032"/>
                  <a:pt x="4121362" y="4887349"/>
                  <a:pt x="4120238" y="4879213"/>
                </a:cubicBezTo>
                <a:cubicBezTo>
                  <a:pt x="4118906" y="4869566"/>
                  <a:pt x="4121449" y="4861018"/>
                  <a:pt x="4127967" y="4853747"/>
                </a:cubicBezTo>
                <a:cubicBezTo>
                  <a:pt x="4133849" y="4847185"/>
                  <a:pt x="4141247" y="4843823"/>
                  <a:pt x="4150067" y="4843767"/>
                </a:cubicBezTo>
                <a:cubicBezTo>
                  <a:pt x="4159440" y="4843707"/>
                  <a:pt x="4168813" y="4843753"/>
                  <a:pt x="4178186" y="4843753"/>
                </a:cubicBezTo>
                <a:close/>
                <a:moveTo>
                  <a:pt x="4436630" y="4822055"/>
                </a:moveTo>
                <a:cubicBezTo>
                  <a:pt x="4443100" y="4818599"/>
                  <a:pt x="4449656" y="4818638"/>
                  <a:pt x="4456071" y="4822073"/>
                </a:cubicBezTo>
                <a:cubicBezTo>
                  <a:pt x="4460842" y="4824628"/>
                  <a:pt x="4464034" y="4828712"/>
                  <a:pt x="4466092" y="4833690"/>
                </a:cubicBezTo>
                <a:cubicBezTo>
                  <a:pt x="4466194" y="4833937"/>
                  <a:pt x="4466259" y="4834199"/>
                  <a:pt x="4466378" y="4834569"/>
                </a:cubicBezTo>
                <a:cubicBezTo>
                  <a:pt x="4452985" y="4834569"/>
                  <a:pt x="4439717" y="4834569"/>
                  <a:pt x="4426255" y="4834569"/>
                </a:cubicBezTo>
                <a:cubicBezTo>
                  <a:pt x="4426627" y="4833726"/>
                  <a:pt x="4426958" y="4832975"/>
                  <a:pt x="4427290" y="4832224"/>
                </a:cubicBezTo>
                <a:cubicBezTo>
                  <a:pt x="4429500" y="4827775"/>
                  <a:pt x="4432425" y="4824302"/>
                  <a:pt x="4436630" y="4822055"/>
                </a:cubicBezTo>
                <a:close/>
                <a:moveTo>
                  <a:pt x="4663113" y="4820110"/>
                </a:moveTo>
                <a:cubicBezTo>
                  <a:pt x="4671762" y="4818543"/>
                  <a:pt x="4679137" y="4821239"/>
                  <a:pt x="4684927" y="4827673"/>
                </a:cubicBezTo>
                <a:cubicBezTo>
                  <a:pt x="4693248" y="4836918"/>
                  <a:pt x="4693367" y="4850479"/>
                  <a:pt x="4685501" y="4860034"/>
                </a:cubicBezTo>
                <a:cubicBezTo>
                  <a:pt x="4682581" y="4863582"/>
                  <a:pt x="4678910" y="4866078"/>
                  <a:pt x="4674557" y="4867563"/>
                </a:cubicBezTo>
                <a:cubicBezTo>
                  <a:pt x="4672081" y="4868242"/>
                  <a:pt x="4669846" y="4868707"/>
                  <a:pt x="4667526" y="4868695"/>
                </a:cubicBezTo>
                <a:cubicBezTo>
                  <a:pt x="4661875" y="4868667"/>
                  <a:pt x="4656843" y="4866881"/>
                  <a:pt x="4652512" y="4863280"/>
                </a:cubicBezTo>
                <a:cubicBezTo>
                  <a:pt x="4647267" y="4858920"/>
                  <a:pt x="4644289" y="4853285"/>
                  <a:pt x="4643644" y="4846493"/>
                </a:cubicBezTo>
                <a:cubicBezTo>
                  <a:pt x="4642420" y="4833607"/>
                  <a:pt x="4651238" y="4822263"/>
                  <a:pt x="4663113" y="4820110"/>
                </a:cubicBezTo>
                <a:close/>
                <a:moveTo>
                  <a:pt x="4503372" y="4803275"/>
                </a:moveTo>
                <a:cubicBezTo>
                  <a:pt x="4496916" y="4803355"/>
                  <a:pt x="4490459" y="4803311"/>
                  <a:pt x="4484003" y="4803315"/>
                </a:cubicBezTo>
                <a:cubicBezTo>
                  <a:pt x="4483521" y="4803316"/>
                  <a:pt x="4483039" y="4803357"/>
                  <a:pt x="4482247" y="4803393"/>
                </a:cubicBezTo>
                <a:cubicBezTo>
                  <a:pt x="4491261" y="4816922"/>
                  <a:pt x="4500132" y="4830236"/>
                  <a:pt x="4509007" y="4843556"/>
                </a:cubicBezTo>
                <a:cubicBezTo>
                  <a:pt x="4507085" y="4846442"/>
                  <a:pt x="4505255" y="4849195"/>
                  <a:pt x="4503421" y="4851945"/>
                </a:cubicBezTo>
                <a:cubicBezTo>
                  <a:pt x="4501585" y="4854698"/>
                  <a:pt x="4499746" y="4857449"/>
                  <a:pt x="4497905" y="4860198"/>
                </a:cubicBezTo>
                <a:cubicBezTo>
                  <a:pt x="4496032" y="4862994"/>
                  <a:pt x="4494151" y="4865784"/>
                  <a:pt x="4492281" y="4868581"/>
                </a:cubicBezTo>
                <a:cubicBezTo>
                  <a:pt x="4490441" y="4871332"/>
                  <a:pt x="4488586" y="4874073"/>
                  <a:pt x="4486782" y="4876847"/>
                </a:cubicBezTo>
                <a:cubicBezTo>
                  <a:pt x="4485009" y="4879575"/>
                  <a:pt x="4482962" y="4882135"/>
                  <a:pt x="4481350" y="4885114"/>
                </a:cubicBezTo>
                <a:cubicBezTo>
                  <a:pt x="4481776" y="4885163"/>
                  <a:pt x="4481939" y="4885199"/>
                  <a:pt x="4482102" y="4885199"/>
                </a:cubicBezTo>
                <a:cubicBezTo>
                  <a:pt x="4488727" y="4885203"/>
                  <a:pt x="4495352" y="4885176"/>
                  <a:pt x="4501977" y="4885234"/>
                </a:cubicBezTo>
                <a:cubicBezTo>
                  <a:pt x="4502945" y="4885243"/>
                  <a:pt x="4503357" y="4884809"/>
                  <a:pt x="4503799" y="4884102"/>
                </a:cubicBezTo>
                <a:cubicBezTo>
                  <a:pt x="4508201" y="4877072"/>
                  <a:pt x="4512622" y="4870054"/>
                  <a:pt x="4517043" y="4863037"/>
                </a:cubicBezTo>
                <a:cubicBezTo>
                  <a:pt x="4518073" y="4861401"/>
                  <a:pt x="4519123" y="4859778"/>
                  <a:pt x="4520292" y="4857950"/>
                </a:cubicBezTo>
                <a:cubicBezTo>
                  <a:pt x="4523068" y="4862342"/>
                  <a:pt x="4525694" y="4866497"/>
                  <a:pt x="4528379" y="4870759"/>
                </a:cubicBezTo>
                <a:cubicBezTo>
                  <a:pt x="4531216" y="4875276"/>
                  <a:pt x="4534022" y="4879669"/>
                  <a:pt x="4536750" y="4884110"/>
                </a:cubicBezTo>
                <a:cubicBezTo>
                  <a:pt x="4537261" y="4884942"/>
                  <a:pt x="4537797" y="4885231"/>
                  <a:pt x="4538754" y="4885225"/>
                </a:cubicBezTo>
                <a:cubicBezTo>
                  <a:pt x="4545435" y="4885186"/>
                  <a:pt x="4552116" y="4885206"/>
                  <a:pt x="4558797" y="4885200"/>
                </a:cubicBezTo>
                <a:cubicBezTo>
                  <a:pt x="4559159" y="4885200"/>
                  <a:pt x="4559520" y="4885136"/>
                  <a:pt x="4560092" y="4885083"/>
                </a:cubicBezTo>
                <a:cubicBezTo>
                  <a:pt x="4550633" y="4870934"/>
                  <a:pt x="4541300" y="4856976"/>
                  <a:pt x="4532008" y="4843077"/>
                </a:cubicBezTo>
                <a:cubicBezTo>
                  <a:pt x="4540954" y="4829774"/>
                  <a:pt x="4549862" y="4816682"/>
                  <a:pt x="4558736" y="4803452"/>
                </a:cubicBezTo>
                <a:cubicBezTo>
                  <a:pt x="4558373" y="4803371"/>
                  <a:pt x="4558266" y="4803326"/>
                  <a:pt x="4558158" y="4803326"/>
                </a:cubicBezTo>
                <a:cubicBezTo>
                  <a:pt x="4551364" y="4803319"/>
                  <a:pt x="4544571" y="4803336"/>
                  <a:pt x="4537778" y="4803289"/>
                </a:cubicBezTo>
                <a:cubicBezTo>
                  <a:pt x="4536872" y="4803283"/>
                  <a:pt x="4536491" y="4803746"/>
                  <a:pt x="4536089" y="4804389"/>
                </a:cubicBezTo>
                <a:cubicBezTo>
                  <a:pt x="4534307" y="4807240"/>
                  <a:pt x="4532506" y="4810080"/>
                  <a:pt x="4530712" y="4812924"/>
                </a:cubicBezTo>
                <a:cubicBezTo>
                  <a:pt x="4527423" y="4818137"/>
                  <a:pt x="4524135" y="4823351"/>
                  <a:pt x="4520785" y="4828662"/>
                </a:cubicBezTo>
                <a:cubicBezTo>
                  <a:pt x="4520439" y="4828175"/>
                  <a:pt x="4520131" y="4827784"/>
                  <a:pt x="4519869" y="4827364"/>
                </a:cubicBezTo>
                <a:cubicBezTo>
                  <a:pt x="4515154" y="4819803"/>
                  <a:pt x="4510438" y="4812243"/>
                  <a:pt x="4505745" y="4804669"/>
                </a:cubicBezTo>
                <a:cubicBezTo>
                  <a:pt x="4505178" y="4803752"/>
                  <a:pt x="4504587" y="4803259"/>
                  <a:pt x="4503372" y="4803275"/>
                </a:cubicBezTo>
                <a:close/>
                <a:moveTo>
                  <a:pt x="4661269" y="4802138"/>
                </a:moveTo>
                <a:cubicBezTo>
                  <a:pt x="4651345" y="4803537"/>
                  <a:pt x="4642946" y="4808188"/>
                  <a:pt x="4636544" y="4815850"/>
                </a:cubicBezTo>
                <a:cubicBezTo>
                  <a:pt x="4625425" y="4829160"/>
                  <a:pt x="4623034" y="4844220"/>
                  <a:pt x="4629148" y="4860377"/>
                </a:cubicBezTo>
                <a:cubicBezTo>
                  <a:pt x="4632964" y="4870464"/>
                  <a:pt x="4640004" y="4877910"/>
                  <a:pt x="4649785" y="4882640"/>
                </a:cubicBezTo>
                <a:cubicBezTo>
                  <a:pt x="4658828" y="4887013"/>
                  <a:pt x="4668225" y="4887840"/>
                  <a:pt x="4677902" y="4885287"/>
                </a:cubicBezTo>
                <a:cubicBezTo>
                  <a:pt x="4685985" y="4883154"/>
                  <a:pt x="4692758" y="4878843"/>
                  <a:pt x="4698220" y="4872522"/>
                </a:cubicBezTo>
                <a:cubicBezTo>
                  <a:pt x="4703898" y="4865951"/>
                  <a:pt x="4707418" y="4858403"/>
                  <a:pt x="4708342" y="4849709"/>
                </a:cubicBezTo>
                <a:cubicBezTo>
                  <a:pt x="4708361" y="4849530"/>
                  <a:pt x="4708549" y="4849369"/>
                  <a:pt x="4708658" y="4849042"/>
                </a:cubicBezTo>
                <a:cubicBezTo>
                  <a:pt x="4708658" y="4845731"/>
                  <a:pt x="4708658" y="4842579"/>
                  <a:pt x="4708532" y="4839363"/>
                </a:cubicBezTo>
                <a:cubicBezTo>
                  <a:pt x="4708337" y="4838463"/>
                  <a:pt x="4708339" y="4837613"/>
                  <a:pt x="4708188" y="4836791"/>
                </a:cubicBezTo>
                <a:cubicBezTo>
                  <a:pt x="4706433" y="4827300"/>
                  <a:pt x="4702209" y="4819133"/>
                  <a:pt x="4695044" y="4812587"/>
                </a:cubicBezTo>
                <a:cubicBezTo>
                  <a:pt x="4685434" y="4803806"/>
                  <a:pt x="4674098" y="4800330"/>
                  <a:pt x="4661269" y="4802138"/>
                </a:cubicBezTo>
                <a:close/>
                <a:moveTo>
                  <a:pt x="4447153" y="4802122"/>
                </a:moveTo>
                <a:cubicBezTo>
                  <a:pt x="4444660" y="4802037"/>
                  <a:pt x="4442149" y="4802510"/>
                  <a:pt x="4439502" y="4802743"/>
                </a:cubicBezTo>
                <a:cubicBezTo>
                  <a:pt x="4437053" y="4803441"/>
                  <a:pt x="4434667" y="4803929"/>
                  <a:pt x="4432458" y="4804843"/>
                </a:cubicBezTo>
                <a:cubicBezTo>
                  <a:pt x="4423330" y="4808618"/>
                  <a:pt x="4416617" y="4815088"/>
                  <a:pt x="4412139" y="4823828"/>
                </a:cubicBezTo>
                <a:cubicBezTo>
                  <a:pt x="4407571" y="4832741"/>
                  <a:pt x="4406253" y="4842208"/>
                  <a:pt x="4408037" y="4852050"/>
                </a:cubicBezTo>
                <a:cubicBezTo>
                  <a:pt x="4410039" y="4863103"/>
                  <a:pt x="4415417" y="4872175"/>
                  <a:pt x="4424520" y="4878849"/>
                </a:cubicBezTo>
                <a:cubicBezTo>
                  <a:pt x="4432931" y="4885016"/>
                  <a:pt x="4442405" y="4887226"/>
                  <a:pt x="4452663" y="4885477"/>
                </a:cubicBezTo>
                <a:cubicBezTo>
                  <a:pt x="4462716" y="4883762"/>
                  <a:pt x="4470750" y="4878530"/>
                  <a:pt x="4477025" y="4870561"/>
                </a:cubicBezTo>
                <a:cubicBezTo>
                  <a:pt x="4478180" y="4869094"/>
                  <a:pt x="4479131" y="4867466"/>
                  <a:pt x="4480271" y="4865772"/>
                </a:cubicBezTo>
                <a:cubicBezTo>
                  <a:pt x="4475095" y="4863322"/>
                  <a:pt x="4470152" y="4860982"/>
                  <a:pt x="4465216" y="4858646"/>
                </a:cubicBezTo>
                <a:cubicBezTo>
                  <a:pt x="4458515" y="4866885"/>
                  <a:pt x="4450235" y="4870747"/>
                  <a:pt x="4439830" y="4867491"/>
                </a:cubicBezTo>
                <a:cubicBezTo>
                  <a:pt x="4431669" y="4864938"/>
                  <a:pt x="4427208" y="4858686"/>
                  <a:pt x="4424861" y="4850499"/>
                </a:cubicBezTo>
                <a:cubicBezTo>
                  <a:pt x="4444866" y="4850499"/>
                  <a:pt x="4464669" y="4850499"/>
                  <a:pt x="4484511" y="4850499"/>
                </a:cubicBezTo>
                <a:cubicBezTo>
                  <a:pt x="4484638" y="4849895"/>
                  <a:pt x="4484770" y="4849412"/>
                  <a:pt x="4484839" y="4848919"/>
                </a:cubicBezTo>
                <a:cubicBezTo>
                  <a:pt x="4485373" y="4845124"/>
                  <a:pt x="4485202" y="4841347"/>
                  <a:pt x="4484640" y="4837564"/>
                </a:cubicBezTo>
                <a:cubicBezTo>
                  <a:pt x="4483074" y="4827008"/>
                  <a:pt x="4478423" y="4818123"/>
                  <a:pt x="4470319" y="4811136"/>
                </a:cubicBezTo>
                <a:cubicBezTo>
                  <a:pt x="4463674" y="4805408"/>
                  <a:pt x="4455896" y="4802422"/>
                  <a:pt x="4447153" y="4802122"/>
                </a:cubicBezTo>
                <a:close/>
                <a:moveTo>
                  <a:pt x="4594032" y="4802110"/>
                </a:moveTo>
                <a:cubicBezTo>
                  <a:pt x="4588613" y="4801771"/>
                  <a:pt x="4583308" y="4802574"/>
                  <a:pt x="4578266" y="4804724"/>
                </a:cubicBezTo>
                <a:cubicBezTo>
                  <a:pt x="4572540" y="4807167"/>
                  <a:pt x="4568068" y="4810968"/>
                  <a:pt x="4565397" y="4816693"/>
                </a:cubicBezTo>
                <a:cubicBezTo>
                  <a:pt x="4563632" y="4820475"/>
                  <a:pt x="4563049" y="4824473"/>
                  <a:pt x="4563120" y="4828622"/>
                </a:cubicBezTo>
                <a:cubicBezTo>
                  <a:pt x="4563244" y="4835872"/>
                  <a:pt x="4566217" y="4841572"/>
                  <a:pt x="4572182" y="4845697"/>
                </a:cubicBezTo>
                <a:cubicBezTo>
                  <a:pt x="4576097" y="4848405"/>
                  <a:pt x="4580474" y="4850119"/>
                  <a:pt x="4584967" y="4851565"/>
                </a:cubicBezTo>
                <a:cubicBezTo>
                  <a:pt x="4588484" y="4852696"/>
                  <a:pt x="4592057" y="4853667"/>
                  <a:pt x="4595524" y="4854933"/>
                </a:cubicBezTo>
                <a:cubicBezTo>
                  <a:pt x="4597661" y="4855713"/>
                  <a:pt x="4599831" y="4856657"/>
                  <a:pt x="4601662" y="4857977"/>
                </a:cubicBezTo>
                <a:cubicBezTo>
                  <a:pt x="4606221" y="4861266"/>
                  <a:pt x="4605329" y="4867549"/>
                  <a:pt x="4600126" y="4869688"/>
                </a:cubicBezTo>
                <a:cubicBezTo>
                  <a:pt x="4597698" y="4870687"/>
                  <a:pt x="4595136" y="4870943"/>
                  <a:pt x="4592542" y="4870793"/>
                </a:cubicBezTo>
                <a:cubicBezTo>
                  <a:pt x="4587158" y="4870483"/>
                  <a:pt x="4582065" y="4869008"/>
                  <a:pt x="4577273" y="4866590"/>
                </a:cubicBezTo>
                <a:cubicBezTo>
                  <a:pt x="4574134" y="4865007"/>
                  <a:pt x="4571110" y="4863195"/>
                  <a:pt x="4567934" y="4861430"/>
                </a:cubicBezTo>
                <a:cubicBezTo>
                  <a:pt x="4567560" y="4862010"/>
                  <a:pt x="4567112" y="4862705"/>
                  <a:pt x="4566592" y="4863497"/>
                </a:cubicBezTo>
                <a:cubicBezTo>
                  <a:pt x="4564137" y="4867371"/>
                  <a:pt x="4561755" y="4871147"/>
                  <a:pt x="4559344" y="4874969"/>
                </a:cubicBezTo>
                <a:cubicBezTo>
                  <a:pt x="4562229" y="4877354"/>
                  <a:pt x="4565283" y="4879237"/>
                  <a:pt x="4568493" y="4880832"/>
                </a:cubicBezTo>
                <a:cubicBezTo>
                  <a:pt x="4576953" y="4885036"/>
                  <a:pt x="4585862" y="4887189"/>
                  <a:pt x="4595379" y="4886694"/>
                </a:cubicBezTo>
                <a:cubicBezTo>
                  <a:pt x="4599440" y="4886483"/>
                  <a:pt x="4603384" y="4885850"/>
                  <a:pt x="4607215" y="4884517"/>
                </a:cubicBezTo>
                <a:cubicBezTo>
                  <a:pt x="4610868" y="4883245"/>
                  <a:pt x="4614186" y="4881351"/>
                  <a:pt x="4616839" y="4878539"/>
                </a:cubicBezTo>
                <a:cubicBezTo>
                  <a:pt x="4622649" y="4872380"/>
                  <a:pt x="4623859" y="4864789"/>
                  <a:pt x="4622907" y="4856780"/>
                </a:cubicBezTo>
                <a:cubicBezTo>
                  <a:pt x="4622275" y="4851468"/>
                  <a:pt x="4619301" y="4847352"/>
                  <a:pt x="4615037" y="4844156"/>
                </a:cubicBezTo>
                <a:cubicBezTo>
                  <a:pt x="4611455" y="4841471"/>
                  <a:pt x="4607448" y="4839610"/>
                  <a:pt x="4603292" y="4838055"/>
                </a:cubicBezTo>
                <a:cubicBezTo>
                  <a:pt x="4599255" y="4836545"/>
                  <a:pt x="4595161" y="4835187"/>
                  <a:pt x="4591121" y="4833683"/>
                </a:cubicBezTo>
                <a:cubicBezTo>
                  <a:pt x="4588335" y="4832646"/>
                  <a:pt x="4585590" y="4831491"/>
                  <a:pt x="4583483" y="4829256"/>
                </a:cubicBezTo>
                <a:cubicBezTo>
                  <a:pt x="4581262" y="4826899"/>
                  <a:pt x="4581119" y="4823938"/>
                  <a:pt x="4583063" y="4821313"/>
                </a:cubicBezTo>
                <a:cubicBezTo>
                  <a:pt x="4584176" y="4819810"/>
                  <a:pt x="4585781" y="4818994"/>
                  <a:pt x="4587562" y="4818553"/>
                </a:cubicBezTo>
                <a:cubicBezTo>
                  <a:pt x="4590563" y="4817809"/>
                  <a:pt x="4593570" y="4818031"/>
                  <a:pt x="4596556" y="4818661"/>
                </a:cubicBezTo>
                <a:cubicBezTo>
                  <a:pt x="4601926" y="4819793"/>
                  <a:pt x="4606855" y="4822058"/>
                  <a:pt x="4611665" y="4824618"/>
                </a:cubicBezTo>
                <a:cubicBezTo>
                  <a:pt x="4612184" y="4824894"/>
                  <a:pt x="4612709" y="4825158"/>
                  <a:pt x="4613281" y="4825453"/>
                </a:cubicBezTo>
                <a:cubicBezTo>
                  <a:pt x="4615904" y="4820578"/>
                  <a:pt x="4618445" y="4815856"/>
                  <a:pt x="4620964" y="4811175"/>
                </a:cubicBezTo>
                <a:cubicBezTo>
                  <a:pt x="4620831" y="4810996"/>
                  <a:pt x="4620781" y="4810890"/>
                  <a:pt x="4620699" y="4810825"/>
                </a:cubicBezTo>
                <a:cubicBezTo>
                  <a:pt x="4620524" y="4810685"/>
                  <a:pt x="4620336" y="4810561"/>
                  <a:pt x="4620146" y="4810442"/>
                </a:cubicBezTo>
                <a:cubicBezTo>
                  <a:pt x="4612154" y="4805432"/>
                  <a:pt x="4603411" y="4802695"/>
                  <a:pt x="4594032" y="4802110"/>
                </a:cubicBezTo>
                <a:close/>
                <a:moveTo>
                  <a:pt x="4307361" y="4782283"/>
                </a:moveTo>
                <a:cubicBezTo>
                  <a:pt x="4307361" y="4799985"/>
                  <a:pt x="4307361" y="4817600"/>
                  <a:pt x="4307361" y="4835384"/>
                </a:cubicBezTo>
                <a:cubicBezTo>
                  <a:pt x="4307361" y="4852097"/>
                  <a:pt x="4307361" y="4868643"/>
                  <a:pt x="4307361" y="4885208"/>
                </a:cubicBezTo>
                <a:cubicBezTo>
                  <a:pt x="4314042" y="4885208"/>
                  <a:pt x="4320522" y="4885208"/>
                  <a:pt x="4327134" y="4885208"/>
                </a:cubicBezTo>
                <a:cubicBezTo>
                  <a:pt x="4327134" y="4880397"/>
                  <a:pt x="4327134" y="4875691"/>
                  <a:pt x="4327134" y="4870986"/>
                </a:cubicBezTo>
                <a:cubicBezTo>
                  <a:pt x="4327134" y="4866325"/>
                  <a:pt x="4327119" y="4861665"/>
                  <a:pt x="4327138" y="4857004"/>
                </a:cubicBezTo>
                <a:cubicBezTo>
                  <a:pt x="4327156" y="4852318"/>
                  <a:pt x="4327056" y="4847629"/>
                  <a:pt x="4327204" y="4842811"/>
                </a:cubicBezTo>
                <a:cubicBezTo>
                  <a:pt x="4339501" y="4842811"/>
                  <a:pt x="4351605" y="4842811"/>
                  <a:pt x="4363787" y="4842811"/>
                </a:cubicBezTo>
                <a:cubicBezTo>
                  <a:pt x="4363787" y="4836919"/>
                  <a:pt x="4363787" y="4831164"/>
                  <a:pt x="4363787" y="4825218"/>
                </a:cubicBezTo>
                <a:cubicBezTo>
                  <a:pt x="4351570" y="4825218"/>
                  <a:pt x="4339422" y="4825218"/>
                  <a:pt x="4327245" y="4825218"/>
                </a:cubicBezTo>
                <a:cubicBezTo>
                  <a:pt x="4327245" y="4816698"/>
                  <a:pt x="4327245" y="4808369"/>
                  <a:pt x="4327245" y="4800086"/>
                </a:cubicBezTo>
                <a:cubicBezTo>
                  <a:pt x="4327406" y="4800019"/>
                  <a:pt x="4327455" y="4799981"/>
                  <a:pt x="4327504" y="4799981"/>
                </a:cubicBezTo>
                <a:cubicBezTo>
                  <a:pt x="4342496" y="4799966"/>
                  <a:pt x="4357487" y="4799955"/>
                  <a:pt x="4372479" y="4799940"/>
                </a:cubicBezTo>
                <a:cubicBezTo>
                  <a:pt x="4372646" y="4799940"/>
                  <a:pt x="4372814" y="4799910"/>
                  <a:pt x="4372979" y="4799881"/>
                </a:cubicBezTo>
                <a:cubicBezTo>
                  <a:pt x="4373026" y="4799872"/>
                  <a:pt x="4373068" y="4799821"/>
                  <a:pt x="4373109" y="4799785"/>
                </a:cubicBezTo>
                <a:cubicBezTo>
                  <a:pt x="4373151" y="4799748"/>
                  <a:pt x="4373189" y="4799706"/>
                  <a:pt x="4373215" y="4799680"/>
                </a:cubicBezTo>
                <a:cubicBezTo>
                  <a:pt x="4373215" y="4793901"/>
                  <a:pt x="4373215" y="4788136"/>
                  <a:pt x="4373215" y="4782283"/>
                </a:cubicBezTo>
                <a:cubicBezTo>
                  <a:pt x="4351264" y="4782283"/>
                  <a:pt x="4329400" y="4782283"/>
                  <a:pt x="4307361" y="4782283"/>
                </a:cubicBezTo>
                <a:close/>
                <a:moveTo>
                  <a:pt x="4380613" y="4782195"/>
                </a:moveTo>
                <a:cubicBezTo>
                  <a:pt x="4380290" y="4782196"/>
                  <a:pt x="4379967" y="4782240"/>
                  <a:pt x="4379564" y="4782269"/>
                </a:cubicBezTo>
                <a:cubicBezTo>
                  <a:pt x="4379564" y="4816587"/>
                  <a:pt x="4379564" y="4850805"/>
                  <a:pt x="4379564" y="4885112"/>
                </a:cubicBezTo>
                <a:cubicBezTo>
                  <a:pt x="4386126" y="4885112"/>
                  <a:pt x="4392604" y="4885112"/>
                  <a:pt x="4399250" y="4885112"/>
                </a:cubicBezTo>
                <a:cubicBezTo>
                  <a:pt x="4399250" y="4884366"/>
                  <a:pt x="4399250" y="4883706"/>
                  <a:pt x="4399250" y="4883046"/>
                </a:cubicBezTo>
                <a:cubicBezTo>
                  <a:pt x="4399250" y="4850141"/>
                  <a:pt x="4399250" y="4817237"/>
                  <a:pt x="4399247" y="4784332"/>
                </a:cubicBezTo>
                <a:cubicBezTo>
                  <a:pt x="4399247" y="4783717"/>
                  <a:pt x="4399207" y="4783101"/>
                  <a:pt x="4399077" y="4782373"/>
                </a:cubicBezTo>
                <a:cubicBezTo>
                  <a:pt x="4398746" y="4782238"/>
                  <a:pt x="4398524" y="4782196"/>
                  <a:pt x="4398301" y="4782196"/>
                </a:cubicBezTo>
                <a:cubicBezTo>
                  <a:pt x="4392405" y="4782192"/>
                  <a:pt x="4386509" y="4782191"/>
                  <a:pt x="4380613" y="4782195"/>
                </a:cubicBezTo>
                <a:close/>
                <a:moveTo>
                  <a:pt x="4231868" y="4719565"/>
                </a:moveTo>
                <a:cubicBezTo>
                  <a:pt x="4238347" y="4720198"/>
                  <a:pt x="4243991" y="4722922"/>
                  <a:pt x="4248785" y="4727397"/>
                </a:cubicBezTo>
                <a:cubicBezTo>
                  <a:pt x="4254565" y="4732793"/>
                  <a:pt x="4257892" y="4739456"/>
                  <a:pt x="4258656" y="4747247"/>
                </a:cubicBezTo>
                <a:cubicBezTo>
                  <a:pt x="4259502" y="4755874"/>
                  <a:pt x="4257094" y="4763673"/>
                  <a:pt x="4251546" y="4770390"/>
                </a:cubicBezTo>
                <a:cubicBezTo>
                  <a:pt x="4247194" y="4775658"/>
                  <a:pt x="4241663" y="4779130"/>
                  <a:pt x="4234965" y="4780571"/>
                </a:cubicBezTo>
                <a:cubicBezTo>
                  <a:pt x="4232738" y="4781050"/>
                  <a:pt x="4230430" y="4781351"/>
                  <a:pt x="4228156" y="4781372"/>
                </a:cubicBezTo>
                <a:cubicBezTo>
                  <a:pt x="4218667" y="4781459"/>
                  <a:pt x="4209177" y="4781409"/>
                  <a:pt x="4199688" y="4781406"/>
                </a:cubicBezTo>
                <a:cubicBezTo>
                  <a:pt x="4199362" y="4781406"/>
                  <a:pt x="4199036" y="4781365"/>
                  <a:pt x="4198611" y="4781337"/>
                </a:cubicBezTo>
                <a:cubicBezTo>
                  <a:pt x="4198576" y="4780836"/>
                  <a:pt x="4198518" y="4780404"/>
                  <a:pt x="4198518" y="4779972"/>
                </a:cubicBezTo>
                <a:cubicBezTo>
                  <a:pt x="4198513" y="4769584"/>
                  <a:pt x="4198468" y="4759196"/>
                  <a:pt x="4198555" y="4748808"/>
                </a:cubicBezTo>
                <a:cubicBezTo>
                  <a:pt x="4198572" y="4746821"/>
                  <a:pt x="4199114" y="4744838"/>
                  <a:pt x="4199414" y="4742854"/>
                </a:cubicBezTo>
                <a:cubicBezTo>
                  <a:pt x="4200667" y="4737956"/>
                  <a:pt x="4202726" y="4733751"/>
                  <a:pt x="4205866" y="4730138"/>
                </a:cubicBezTo>
                <a:cubicBezTo>
                  <a:pt x="4212737" y="4722232"/>
                  <a:pt x="4221421" y="4718545"/>
                  <a:pt x="4231868" y="4719565"/>
                </a:cubicBezTo>
                <a:close/>
                <a:moveTo>
                  <a:pt x="4223396" y="4700588"/>
                </a:moveTo>
                <a:cubicBezTo>
                  <a:pt x="4222566" y="4700797"/>
                  <a:pt x="4221745" y="4701063"/>
                  <a:pt x="4220904" y="4701208"/>
                </a:cubicBezTo>
                <a:cubicBezTo>
                  <a:pt x="4211183" y="4702885"/>
                  <a:pt x="4202766" y="4707119"/>
                  <a:pt x="4195625" y="4713939"/>
                </a:cubicBezTo>
                <a:cubicBezTo>
                  <a:pt x="4191650" y="4717736"/>
                  <a:pt x="4188398" y="4722065"/>
                  <a:pt x="4185862" y="4726920"/>
                </a:cubicBezTo>
                <a:cubicBezTo>
                  <a:pt x="4183463" y="4731513"/>
                  <a:pt x="4181820" y="4736380"/>
                  <a:pt x="4180949" y="4741503"/>
                </a:cubicBezTo>
                <a:cubicBezTo>
                  <a:pt x="4180374" y="4744883"/>
                  <a:pt x="4180182" y="4748280"/>
                  <a:pt x="4180195" y="4751705"/>
                </a:cubicBezTo>
                <a:cubicBezTo>
                  <a:pt x="4180228" y="4760915"/>
                  <a:pt x="4180206" y="4770126"/>
                  <a:pt x="4180206" y="4779337"/>
                </a:cubicBezTo>
                <a:cubicBezTo>
                  <a:pt x="4180206" y="4779947"/>
                  <a:pt x="4180206" y="4780557"/>
                  <a:pt x="4180206" y="4781343"/>
                </a:cubicBezTo>
                <a:cubicBezTo>
                  <a:pt x="4170694" y="4781343"/>
                  <a:pt x="4161289" y="4781343"/>
                  <a:pt x="4151780" y="4781343"/>
                </a:cubicBezTo>
                <a:cubicBezTo>
                  <a:pt x="4151780" y="4787611"/>
                  <a:pt x="4151780" y="4793704"/>
                  <a:pt x="4151780" y="4800050"/>
                </a:cubicBezTo>
                <a:cubicBezTo>
                  <a:pt x="4161166" y="4800065"/>
                  <a:pt x="4170566" y="4800048"/>
                  <a:pt x="4180085" y="4800060"/>
                </a:cubicBezTo>
                <a:cubicBezTo>
                  <a:pt x="4180085" y="4808380"/>
                  <a:pt x="4180085" y="4816596"/>
                  <a:pt x="4180085" y="4824991"/>
                </a:cubicBezTo>
                <a:cubicBezTo>
                  <a:pt x="4179449" y="4824991"/>
                  <a:pt x="4178849" y="4824991"/>
                  <a:pt x="4178248" y="4824991"/>
                </a:cubicBezTo>
                <a:cubicBezTo>
                  <a:pt x="4168756" y="4824991"/>
                  <a:pt x="4159265" y="4825011"/>
                  <a:pt x="4149773" y="4824984"/>
                </a:cubicBezTo>
                <a:cubicBezTo>
                  <a:pt x="4144107" y="4824968"/>
                  <a:pt x="4138641" y="4826004"/>
                  <a:pt x="4133352" y="4827984"/>
                </a:cubicBezTo>
                <a:cubicBezTo>
                  <a:pt x="4127619" y="4830129"/>
                  <a:pt x="4122501" y="4833283"/>
                  <a:pt x="4117978" y="4837423"/>
                </a:cubicBezTo>
                <a:cubicBezTo>
                  <a:pt x="4108983" y="4845656"/>
                  <a:pt x="4103722" y="4855829"/>
                  <a:pt x="4102023" y="4867880"/>
                </a:cubicBezTo>
                <a:cubicBezTo>
                  <a:pt x="4101982" y="4868176"/>
                  <a:pt x="4101797" y="4868451"/>
                  <a:pt x="4101543" y="4868899"/>
                </a:cubicBezTo>
                <a:cubicBezTo>
                  <a:pt x="4101407" y="4872887"/>
                  <a:pt x="4101407" y="4876714"/>
                  <a:pt x="4101407" y="4880540"/>
                </a:cubicBezTo>
                <a:cubicBezTo>
                  <a:pt x="4101610" y="4880737"/>
                  <a:pt x="4101971" y="4880918"/>
                  <a:pt x="4101993" y="4881134"/>
                </a:cubicBezTo>
                <a:cubicBezTo>
                  <a:pt x="4102569" y="4886651"/>
                  <a:pt x="4104214" y="4891861"/>
                  <a:pt x="4106594" y="4896837"/>
                </a:cubicBezTo>
                <a:cubicBezTo>
                  <a:pt x="4108585" y="4900999"/>
                  <a:pt x="4111149" y="4904812"/>
                  <a:pt x="4114222" y="4908260"/>
                </a:cubicBezTo>
                <a:cubicBezTo>
                  <a:pt x="4118521" y="4913083"/>
                  <a:pt x="4123586" y="4916911"/>
                  <a:pt x="4129387" y="4919760"/>
                </a:cubicBezTo>
                <a:cubicBezTo>
                  <a:pt x="4133842" y="4921947"/>
                  <a:pt x="4138571" y="4923240"/>
                  <a:pt x="4143641" y="4924223"/>
                </a:cubicBezTo>
                <a:cubicBezTo>
                  <a:pt x="4147672" y="4924348"/>
                  <a:pt x="4151498" y="4924348"/>
                  <a:pt x="4155399" y="4924233"/>
                </a:cubicBezTo>
                <a:cubicBezTo>
                  <a:pt x="4156802" y="4923933"/>
                  <a:pt x="4158148" y="4923831"/>
                  <a:pt x="4159457" y="4923551"/>
                </a:cubicBezTo>
                <a:cubicBezTo>
                  <a:pt x="4169744" y="4921346"/>
                  <a:pt x="4178439" y="4916374"/>
                  <a:pt x="4185523" y="4908568"/>
                </a:cubicBezTo>
                <a:cubicBezTo>
                  <a:pt x="4190149" y="4903470"/>
                  <a:pt x="4193544" y="4897664"/>
                  <a:pt x="4195780" y="4891174"/>
                </a:cubicBezTo>
                <a:cubicBezTo>
                  <a:pt x="4197657" y="4885728"/>
                  <a:pt x="4198505" y="4880105"/>
                  <a:pt x="4198512" y="4874354"/>
                </a:cubicBezTo>
                <a:cubicBezTo>
                  <a:pt x="4198523" y="4864807"/>
                  <a:pt x="4198515" y="4855261"/>
                  <a:pt x="4198515" y="4845715"/>
                </a:cubicBezTo>
                <a:cubicBezTo>
                  <a:pt x="4198515" y="4845113"/>
                  <a:pt x="4198515" y="4844512"/>
                  <a:pt x="4198515" y="4843736"/>
                </a:cubicBezTo>
                <a:cubicBezTo>
                  <a:pt x="4208090" y="4843736"/>
                  <a:pt x="4217491" y="4843736"/>
                  <a:pt x="4226943" y="4843736"/>
                </a:cubicBezTo>
                <a:cubicBezTo>
                  <a:pt x="4226943" y="4837417"/>
                  <a:pt x="4226943" y="4831276"/>
                  <a:pt x="4226943" y="4824955"/>
                </a:cubicBezTo>
                <a:cubicBezTo>
                  <a:pt x="4217441" y="4824955"/>
                  <a:pt x="4208042" y="4824955"/>
                  <a:pt x="4198665" y="4824955"/>
                </a:cubicBezTo>
                <a:cubicBezTo>
                  <a:pt x="4198325" y="4821953"/>
                  <a:pt x="4198444" y="4801312"/>
                  <a:pt x="4198810" y="4800056"/>
                </a:cubicBezTo>
                <a:cubicBezTo>
                  <a:pt x="4199401" y="4800056"/>
                  <a:pt x="4200015" y="4800056"/>
                  <a:pt x="4200629" y="4800056"/>
                </a:cubicBezTo>
                <a:cubicBezTo>
                  <a:pt x="4210400" y="4800056"/>
                  <a:pt x="4220171" y="4800082"/>
                  <a:pt x="4229941" y="4800034"/>
                </a:cubicBezTo>
                <a:cubicBezTo>
                  <a:pt x="4231949" y="4800025"/>
                  <a:pt x="4233980" y="4799892"/>
                  <a:pt x="4235957" y="4799557"/>
                </a:cubicBezTo>
                <a:cubicBezTo>
                  <a:pt x="4247487" y="4797601"/>
                  <a:pt x="4257198" y="4792289"/>
                  <a:pt x="4264822" y="4783396"/>
                </a:cubicBezTo>
                <a:cubicBezTo>
                  <a:pt x="4274502" y="4772104"/>
                  <a:pt x="4278342" y="4758958"/>
                  <a:pt x="4276681" y="4744231"/>
                </a:cubicBezTo>
                <a:cubicBezTo>
                  <a:pt x="4275301" y="4732000"/>
                  <a:pt x="4269986" y="4721697"/>
                  <a:pt x="4260971" y="4713321"/>
                </a:cubicBezTo>
                <a:cubicBezTo>
                  <a:pt x="4253926" y="4706775"/>
                  <a:pt x="4245656" y="4702708"/>
                  <a:pt x="4236142" y="4701190"/>
                </a:cubicBezTo>
                <a:cubicBezTo>
                  <a:pt x="4235473" y="4701084"/>
                  <a:pt x="4234833" y="4700793"/>
                  <a:pt x="4234022" y="4700588"/>
                </a:cubicBezTo>
                <a:cubicBezTo>
                  <a:pt x="4230375" y="4700588"/>
                  <a:pt x="4226885" y="4700588"/>
                  <a:pt x="4223396" y="4700588"/>
                </a:cubicBezTo>
                <a:close/>
                <a:moveTo>
                  <a:pt x="0" y="0"/>
                </a:moveTo>
                <a:lnTo>
                  <a:pt x="5089525" y="0"/>
                </a:lnTo>
                <a:lnTo>
                  <a:pt x="5089525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4390C42-A836-5DB7-0178-524B010B509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6239" y="1209627"/>
            <a:ext cx="3285294" cy="336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AE72811E-0440-B3E2-AF6D-09C4A3D22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74638"/>
            <a:ext cx="3292783" cy="4603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Title</a:t>
            </a:r>
          </a:p>
        </p:txBody>
      </p:sp>
      <p:sp>
        <p:nvSpPr>
          <p:cNvPr id="71" name="Text Placeholder 6">
            <a:extLst>
              <a:ext uri="{FF2B5EF4-FFF2-40B4-BE49-F238E27FC236}">
                <a16:creationId xmlns:a16="http://schemas.microsoft.com/office/drawing/2014/main" id="{F2D5610E-6C2B-2C8B-64C3-F4677731CD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3304066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3740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40 - Image 60 G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66276BD-07A9-8AC8-4972-1B97A231E5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054475" y="0"/>
            <a:ext cx="5089525" cy="5143500"/>
          </a:xfrm>
          <a:custGeom>
            <a:avLst/>
            <a:gdLst>
              <a:gd name="connsiteX0" fmla="*/ 4178186 w 5089525"/>
              <a:gd name="connsiteY0" fmla="*/ 4843753 h 5143500"/>
              <a:gd name="connsiteX1" fmla="*/ 4180206 w 5089525"/>
              <a:gd name="connsiteY1" fmla="*/ 4843753 h 5143500"/>
              <a:gd name="connsiteX2" fmla="*/ 4180206 w 5089525"/>
              <a:gd name="connsiteY2" fmla="*/ 4869925 h 5143500"/>
              <a:gd name="connsiteX3" fmla="*/ 4179652 w 5089525"/>
              <a:gd name="connsiteY3" fmla="*/ 4880470 h 5143500"/>
              <a:gd name="connsiteX4" fmla="*/ 4172937 w 5089525"/>
              <a:gd name="connsiteY4" fmla="*/ 4894751 h 5143500"/>
              <a:gd name="connsiteX5" fmla="*/ 4153574 w 5089525"/>
              <a:gd name="connsiteY5" fmla="*/ 4905435 h 5143500"/>
              <a:gd name="connsiteX6" fmla="*/ 4131616 w 5089525"/>
              <a:gd name="connsiteY6" fmla="*/ 4899142 h 5143500"/>
              <a:gd name="connsiteX7" fmla="*/ 4120238 w 5089525"/>
              <a:gd name="connsiteY7" fmla="*/ 4879213 h 5143500"/>
              <a:gd name="connsiteX8" fmla="*/ 4127967 w 5089525"/>
              <a:gd name="connsiteY8" fmla="*/ 4853747 h 5143500"/>
              <a:gd name="connsiteX9" fmla="*/ 4150067 w 5089525"/>
              <a:gd name="connsiteY9" fmla="*/ 4843767 h 5143500"/>
              <a:gd name="connsiteX10" fmla="*/ 4178186 w 5089525"/>
              <a:gd name="connsiteY10" fmla="*/ 4843753 h 5143500"/>
              <a:gd name="connsiteX11" fmla="*/ 4436630 w 5089525"/>
              <a:gd name="connsiteY11" fmla="*/ 4822055 h 5143500"/>
              <a:gd name="connsiteX12" fmla="*/ 4456071 w 5089525"/>
              <a:gd name="connsiteY12" fmla="*/ 4822073 h 5143500"/>
              <a:gd name="connsiteX13" fmla="*/ 4466092 w 5089525"/>
              <a:gd name="connsiteY13" fmla="*/ 4833690 h 5143500"/>
              <a:gd name="connsiteX14" fmla="*/ 4466378 w 5089525"/>
              <a:gd name="connsiteY14" fmla="*/ 4834569 h 5143500"/>
              <a:gd name="connsiteX15" fmla="*/ 4426255 w 5089525"/>
              <a:gd name="connsiteY15" fmla="*/ 4834569 h 5143500"/>
              <a:gd name="connsiteX16" fmla="*/ 4427290 w 5089525"/>
              <a:gd name="connsiteY16" fmla="*/ 4832224 h 5143500"/>
              <a:gd name="connsiteX17" fmla="*/ 4436630 w 5089525"/>
              <a:gd name="connsiteY17" fmla="*/ 4822055 h 5143500"/>
              <a:gd name="connsiteX18" fmla="*/ 4663113 w 5089525"/>
              <a:gd name="connsiteY18" fmla="*/ 4820110 h 5143500"/>
              <a:gd name="connsiteX19" fmla="*/ 4684927 w 5089525"/>
              <a:gd name="connsiteY19" fmla="*/ 4827673 h 5143500"/>
              <a:gd name="connsiteX20" fmla="*/ 4685501 w 5089525"/>
              <a:gd name="connsiteY20" fmla="*/ 4860034 h 5143500"/>
              <a:gd name="connsiteX21" fmla="*/ 4674557 w 5089525"/>
              <a:gd name="connsiteY21" fmla="*/ 4867563 h 5143500"/>
              <a:gd name="connsiteX22" fmla="*/ 4667526 w 5089525"/>
              <a:gd name="connsiteY22" fmla="*/ 4868695 h 5143500"/>
              <a:gd name="connsiteX23" fmla="*/ 4652512 w 5089525"/>
              <a:gd name="connsiteY23" fmla="*/ 4863280 h 5143500"/>
              <a:gd name="connsiteX24" fmla="*/ 4643644 w 5089525"/>
              <a:gd name="connsiteY24" fmla="*/ 4846493 h 5143500"/>
              <a:gd name="connsiteX25" fmla="*/ 4663113 w 5089525"/>
              <a:gd name="connsiteY25" fmla="*/ 4820110 h 5143500"/>
              <a:gd name="connsiteX26" fmla="*/ 4503372 w 5089525"/>
              <a:gd name="connsiteY26" fmla="*/ 4803275 h 5143500"/>
              <a:gd name="connsiteX27" fmla="*/ 4484003 w 5089525"/>
              <a:gd name="connsiteY27" fmla="*/ 4803315 h 5143500"/>
              <a:gd name="connsiteX28" fmla="*/ 4482247 w 5089525"/>
              <a:gd name="connsiteY28" fmla="*/ 4803393 h 5143500"/>
              <a:gd name="connsiteX29" fmla="*/ 4509007 w 5089525"/>
              <a:gd name="connsiteY29" fmla="*/ 4843556 h 5143500"/>
              <a:gd name="connsiteX30" fmla="*/ 4503421 w 5089525"/>
              <a:gd name="connsiteY30" fmla="*/ 4851945 h 5143500"/>
              <a:gd name="connsiteX31" fmla="*/ 4497905 w 5089525"/>
              <a:gd name="connsiteY31" fmla="*/ 4860198 h 5143500"/>
              <a:gd name="connsiteX32" fmla="*/ 4492281 w 5089525"/>
              <a:gd name="connsiteY32" fmla="*/ 4868581 h 5143500"/>
              <a:gd name="connsiteX33" fmla="*/ 4486782 w 5089525"/>
              <a:gd name="connsiteY33" fmla="*/ 4876847 h 5143500"/>
              <a:gd name="connsiteX34" fmla="*/ 4481350 w 5089525"/>
              <a:gd name="connsiteY34" fmla="*/ 4885114 h 5143500"/>
              <a:gd name="connsiteX35" fmla="*/ 4482102 w 5089525"/>
              <a:gd name="connsiteY35" fmla="*/ 4885199 h 5143500"/>
              <a:gd name="connsiteX36" fmla="*/ 4501977 w 5089525"/>
              <a:gd name="connsiteY36" fmla="*/ 4885234 h 5143500"/>
              <a:gd name="connsiteX37" fmla="*/ 4503799 w 5089525"/>
              <a:gd name="connsiteY37" fmla="*/ 4884102 h 5143500"/>
              <a:gd name="connsiteX38" fmla="*/ 4517043 w 5089525"/>
              <a:gd name="connsiteY38" fmla="*/ 4863037 h 5143500"/>
              <a:gd name="connsiteX39" fmla="*/ 4520292 w 5089525"/>
              <a:gd name="connsiteY39" fmla="*/ 4857950 h 5143500"/>
              <a:gd name="connsiteX40" fmla="*/ 4528379 w 5089525"/>
              <a:gd name="connsiteY40" fmla="*/ 4870759 h 5143500"/>
              <a:gd name="connsiteX41" fmla="*/ 4536750 w 5089525"/>
              <a:gd name="connsiteY41" fmla="*/ 4884110 h 5143500"/>
              <a:gd name="connsiteX42" fmla="*/ 4538754 w 5089525"/>
              <a:gd name="connsiteY42" fmla="*/ 4885225 h 5143500"/>
              <a:gd name="connsiteX43" fmla="*/ 4558797 w 5089525"/>
              <a:gd name="connsiteY43" fmla="*/ 4885200 h 5143500"/>
              <a:gd name="connsiteX44" fmla="*/ 4560092 w 5089525"/>
              <a:gd name="connsiteY44" fmla="*/ 4885083 h 5143500"/>
              <a:gd name="connsiteX45" fmla="*/ 4532008 w 5089525"/>
              <a:gd name="connsiteY45" fmla="*/ 4843077 h 5143500"/>
              <a:gd name="connsiteX46" fmla="*/ 4558736 w 5089525"/>
              <a:gd name="connsiteY46" fmla="*/ 4803452 h 5143500"/>
              <a:gd name="connsiteX47" fmla="*/ 4558158 w 5089525"/>
              <a:gd name="connsiteY47" fmla="*/ 4803326 h 5143500"/>
              <a:gd name="connsiteX48" fmla="*/ 4537778 w 5089525"/>
              <a:gd name="connsiteY48" fmla="*/ 4803289 h 5143500"/>
              <a:gd name="connsiteX49" fmla="*/ 4536089 w 5089525"/>
              <a:gd name="connsiteY49" fmla="*/ 4804389 h 5143500"/>
              <a:gd name="connsiteX50" fmla="*/ 4530712 w 5089525"/>
              <a:gd name="connsiteY50" fmla="*/ 4812924 h 5143500"/>
              <a:gd name="connsiteX51" fmla="*/ 4520785 w 5089525"/>
              <a:gd name="connsiteY51" fmla="*/ 4828662 h 5143500"/>
              <a:gd name="connsiteX52" fmla="*/ 4519869 w 5089525"/>
              <a:gd name="connsiteY52" fmla="*/ 4827364 h 5143500"/>
              <a:gd name="connsiteX53" fmla="*/ 4505745 w 5089525"/>
              <a:gd name="connsiteY53" fmla="*/ 4804669 h 5143500"/>
              <a:gd name="connsiteX54" fmla="*/ 4503372 w 5089525"/>
              <a:gd name="connsiteY54" fmla="*/ 4803275 h 5143500"/>
              <a:gd name="connsiteX55" fmla="*/ 4661269 w 5089525"/>
              <a:gd name="connsiteY55" fmla="*/ 4802138 h 5143500"/>
              <a:gd name="connsiteX56" fmla="*/ 4636544 w 5089525"/>
              <a:gd name="connsiteY56" fmla="*/ 4815850 h 5143500"/>
              <a:gd name="connsiteX57" fmla="*/ 4629148 w 5089525"/>
              <a:gd name="connsiteY57" fmla="*/ 4860377 h 5143500"/>
              <a:gd name="connsiteX58" fmla="*/ 4649785 w 5089525"/>
              <a:gd name="connsiteY58" fmla="*/ 4882640 h 5143500"/>
              <a:gd name="connsiteX59" fmla="*/ 4677902 w 5089525"/>
              <a:gd name="connsiteY59" fmla="*/ 4885287 h 5143500"/>
              <a:gd name="connsiteX60" fmla="*/ 4698220 w 5089525"/>
              <a:gd name="connsiteY60" fmla="*/ 4872522 h 5143500"/>
              <a:gd name="connsiteX61" fmla="*/ 4708342 w 5089525"/>
              <a:gd name="connsiteY61" fmla="*/ 4849709 h 5143500"/>
              <a:gd name="connsiteX62" fmla="*/ 4708658 w 5089525"/>
              <a:gd name="connsiteY62" fmla="*/ 4849042 h 5143500"/>
              <a:gd name="connsiteX63" fmla="*/ 4708532 w 5089525"/>
              <a:gd name="connsiteY63" fmla="*/ 4839363 h 5143500"/>
              <a:gd name="connsiteX64" fmla="*/ 4708188 w 5089525"/>
              <a:gd name="connsiteY64" fmla="*/ 4836791 h 5143500"/>
              <a:gd name="connsiteX65" fmla="*/ 4695044 w 5089525"/>
              <a:gd name="connsiteY65" fmla="*/ 4812587 h 5143500"/>
              <a:gd name="connsiteX66" fmla="*/ 4661269 w 5089525"/>
              <a:gd name="connsiteY66" fmla="*/ 4802138 h 5143500"/>
              <a:gd name="connsiteX67" fmla="*/ 4447153 w 5089525"/>
              <a:gd name="connsiteY67" fmla="*/ 4802122 h 5143500"/>
              <a:gd name="connsiteX68" fmla="*/ 4439502 w 5089525"/>
              <a:gd name="connsiteY68" fmla="*/ 4802743 h 5143500"/>
              <a:gd name="connsiteX69" fmla="*/ 4432458 w 5089525"/>
              <a:gd name="connsiteY69" fmla="*/ 4804843 h 5143500"/>
              <a:gd name="connsiteX70" fmla="*/ 4412139 w 5089525"/>
              <a:gd name="connsiteY70" fmla="*/ 4823828 h 5143500"/>
              <a:gd name="connsiteX71" fmla="*/ 4408037 w 5089525"/>
              <a:gd name="connsiteY71" fmla="*/ 4852050 h 5143500"/>
              <a:gd name="connsiteX72" fmla="*/ 4424520 w 5089525"/>
              <a:gd name="connsiteY72" fmla="*/ 4878849 h 5143500"/>
              <a:gd name="connsiteX73" fmla="*/ 4452663 w 5089525"/>
              <a:gd name="connsiteY73" fmla="*/ 4885477 h 5143500"/>
              <a:gd name="connsiteX74" fmla="*/ 4477025 w 5089525"/>
              <a:gd name="connsiteY74" fmla="*/ 4870561 h 5143500"/>
              <a:gd name="connsiteX75" fmla="*/ 4480271 w 5089525"/>
              <a:gd name="connsiteY75" fmla="*/ 4865772 h 5143500"/>
              <a:gd name="connsiteX76" fmla="*/ 4465216 w 5089525"/>
              <a:gd name="connsiteY76" fmla="*/ 4858646 h 5143500"/>
              <a:gd name="connsiteX77" fmla="*/ 4439830 w 5089525"/>
              <a:gd name="connsiteY77" fmla="*/ 4867491 h 5143500"/>
              <a:gd name="connsiteX78" fmla="*/ 4424861 w 5089525"/>
              <a:gd name="connsiteY78" fmla="*/ 4850499 h 5143500"/>
              <a:gd name="connsiteX79" fmla="*/ 4484511 w 5089525"/>
              <a:gd name="connsiteY79" fmla="*/ 4850499 h 5143500"/>
              <a:gd name="connsiteX80" fmla="*/ 4484839 w 5089525"/>
              <a:gd name="connsiteY80" fmla="*/ 4848919 h 5143500"/>
              <a:gd name="connsiteX81" fmla="*/ 4484640 w 5089525"/>
              <a:gd name="connsiteY81" fmla="*/ 4837564 h 5143500"/>
              <a:gd name="connsiteX82" fmla="*/ 4470319 w 5089525"/>
              <a:gd name="connsiteY82" fmla="*/ 4811136 h 5143500"/>
              <a:gd name="connsiteX83" fmla="*/ 4447153 w 5089525"/>
              <a:gd name="connsiteY83" fmla="*/ 4802122 h 5143500"/>
              <a:gd name="connsiteX84" fmla="*/ 4594032 w 5089525"/>
              <a:gd name="connsiteY84" fmla="*/ 4802110 h 5143500"/>
              <a:gd name="connsiteX85" fmla="*/ 4578266 w 5089525"/>
              <a:gd name="connsiteY85" fmla="*/ 4804724 h 5143500"/>
              <a:gd name="connsiteX86" fmla="*/ 4565397 w 5089525"/>
              <a:gd name="connsiteY86" fmla="*/ 4816693 h 5143500"/>
              <a:gd name="connsiteX87" fmla="*/ 4563120 w 5089525"/>
              <a:gd name="connsiteY87" fmla="*/ 4828622 h 5143500"/>
              <a:gd name="connsiteX88" fmla="*/ 4572182 w 5089525"/>
              <a:gd name="connsiteY88" fmla="*/ 4845697 h 5143500"/>
              <a:gd name="connsiteX89" fmla="*/ 4584967 w 5089525"/>
              <a:gd name="connsiteY89" fmla="*/ 4851565 h 5143500"/>
              <a:gd name="connsiteX90" fmla="*/ 4595524 w 5089525"/>
              <a:gd name="connsiteY90" fmla="*/ 4854933 h 5143500"/>
              <a:gd name="connsiteX91" fmla="*/ 4601662 w 5089525"/>
              <a:gd name="connsiteY91" fmla="*/ 4857977 h 5143500"/>
              <a:gd name="connsiteX92" fmla="*/ 4600126 w 5089525"/>
              <a:gd name="connsiteY92" fmla="*/ 4869688 h 5143500"/>
              <a:gd name="connsiteX93" fmla="*/ 4592542 w 5089525"/>
              <a:gd name="connsiteY93" fmla="*/ 4870793 h 5143500"/>
              <a:gd name="connsiteX94" fmla="*/ 4577273 w 5089525"/>
              <a:gd name="connsiteY94" fmla="*/ 4866590 h 5143500"/>
              <a:gd name="connsiteX95" fmla="*/ 4567934 w 5089525"/>
              <a:gd name="connsiteY95" fmla="*/ 4861430 h 5143500"/>
              <a:gd name="connsiteX96" fmla="*/ 4566592 w 5089525"/>
              <a:gd name="connsiteY96" fmla="*/ 4863497 h 5143500"/>
              <a:gd name="connsiteX97" fmla="*/ 4559344 w 5089525"/>
              <a:gd name="connsiteY97" fmla="*/ 4874969 h 5143500"/>
              <a:gd name="connsiteX98" fmla="*/ 4568493 w 5089525"/>
              <a:gd name="connsiteY98" fmla="*/ 4880832 h 5143500"/>
              <a:gd name="connsiteX99" fmla="*/ 4595379 w 5089525"/>
              <a:gd name="connsiteY99" fmla="*/ 4886694 h 5143500"/>
              <a:gd name="connsiteX100" fmla="*/ 4607215 w 5089525"/>
              <a:gd name="connsiteY100" fmla="*/ 4884517 h 5143500"/>
              <a:gd name="connsiteX101" fmla="*/ 4616839 w 5089525"/>
              <a:gd name="connsiteY101" fmla="*/ 4878539 h 5143500"/>
              <a:gd name="connsiteX102" fmla="*/ 4622907 w 5089525"/>
              <a:gd name="connsiteY102" fmla="*/ 4856780 h 5143500"/>
              <a:gd name="connsiteX103" fmla="*/ 4615037 w 5089525"/>
              <a:gd name="connsiteY103" fmla="*/ 4844156 h 5143500"/>
              <a:gd name="connsiteX104" fmla="*/ 4603292 w 5089525"/>
              <a:gd name="connsiteY104" fmla="*/ 4838055 h 5143500"/>
              <a:gd name="connsiteX105" fmla="*/ 4591121 w 5089525"/>
              <a:gd name="connsiteY105" fmla="*/ 4833683 h 5143500"/>
              <a:gd name="connsiteX106" fmla="*/ 4583483 w 5089525"/>
              <a:gd name="connsiteY106" fmla="*/ 4829256 h 5143500"/>
              <a:gd name="connsiteX107" fmla="*/ 4583063 w 5089525"/>
              <a:gd name="connsiteY107" fmla="*/ 4821313 h 5143500"/>
              <a:gd name="connsiteX108" fmla="*/ 4587562 w 5089525"/>
              <a:gd name="connsiteY108" fmla="*/ 4818553 h 5143500"/>
              <a:gd name="connsiteX109" fmla="*/ 4596556 w 5089525"/>
              <a:gd name="connsiteY109" fmla="*/ 4818661 h 5143500"/>
              <a:gd name="connsiteX110" fmla="*/ 4611665 w 5089525"/>
              <a:gd name="connsiteY110" fmla="*/ 4824618 h 5143500"/>
              <a:gd name="connsiteX111" fmla="*/ 4613281 w 5089525"/>
              <a:gd name="connsiteY111" fmla="*/ 4825453 h 5143500"/>
              <a:gd name="connsiteX112" fmla="*/ 4620964 w 5089525"/>
              <a:gd name="connsiteY112" fmla="*/ 4811175 h 5143500"/>
              <a:gd name="connsiteX113" fmla="*/ 4620699 w 5089525"/>
              <a:gd name="connsiteY113" fmla="*/ 4810825 h 5143500"/>
              <a:gd name="connsiteX114" fmla="*/ 4620146 w 5089525"/>
              <a:gd name="connsiteY114" fmla="*/ 4810442 h 5143500"/>
              <a:gd name="connsiteX115" fmla="*/ 4594032 w 5089525"/>
              <a:gd name="connsiteY115" fmla="*/ 4802110 h 5143500"/>
              <a:gd name="connsiteX116" fmla="*/ 4307361 w 5089525"/>
              <a:gd name="connsiteY116" fmla="*/ 4782283 h 5143500"/>
              <a:gd name="connsiteX117" fmla="*/ 4307361 w 5089525"/>
              <a:gd name="connsiteY117" fmla="*/ 4835384 h 5143500"/>
              <a:gd name="connsiteX118" fmla="*/ 4307361 w 5089525"/>
              <a:gd name="connsiteY118" fmla="*/ 4885208 h 5143500"/>
              <a:gd name="connsiteX119" fmla="*/ 4327134 w 5089525"/>
              <a:gd name="connsiteY119" fmla="*/ 4885208 h 5143500"/>
              <a:gd name="connsiteX120" fmla="*/ 4327134 w 5089525"/>
              <a:gd name="connsiteY120" fmla="*/ 4870986 h 5143500"/>
              <a:gd name="connsiteX121" fmla="*/ 4327138 w 5089525"/>
              <a:gd name="connsiteY121" fmla="*/ 4857004 h 5143500"/>
              <a:gd name="connsiteX122" fmla="*/ 4327204 w 5089525"/>
              <a:gd name="connsiteY122" fmla="*/ 4842811 h 5143500"/>
              <a:gd name="connsiteX123" fmla="*/ 4363787 w 5089525"/>
              <a:gd name="connsiteY123" fmla="*/ 4842811 h 5143500"/>
              <a:gd name="connsiteX124" fmla="*/ 4363787 w 5089525"/>
              <a:gd name="connsiteY124" fmla="*/ 4825218 h 5143500"/>
              <a:gd name="connsiteX125" fmla="*/ 4327245 w 5089525"/>
              <a:gd name="connsiteY125" fmla="*/ 4825218 h 5143500"/>
              <a:gd name="connsiteX126" fmla="*/ 4327245 w 5089525"/>
              <a:gd name="connsiteY126" fmla="*/ 4800086 h 5143500"/>
              <a:gd name="connsiteX127" fmla="*/ 4327504 w 5089525"/>
              <a:gd name="connsiteY127" fmla="*/ 4799981 h 5143500"/>
              <a:gd name="connsiteX128" fmla="*/ 4372479 w 5089525"/>
              <a:gd name="connsiteY128" fmla="*/ 4799940 h 5143500"/>
              <a:gd name="connsiteX129" fmla="*/ 4372979 w 5089525"/>
              <a:gd name="connsiteY129" fmla="*/ 4799881 h 5143500"/>
              <a:gd name="connsiteX130" fmla="*/ 4373109 w 5089525"/>
              <a:gd name="connsiteY130" fmla="*/ 4799785 h 5143500"/>
              <a:gd name="connsiteX131" fmla="*/ 4373215 w 5089525"/>
              <a:gd name="connsiteY131" fmla="*/ 4799680 h 5143500"/>
              <a:gd name="connsiteX132" fmla="*/ 4373215 w 5089525"/>
              <a:gd name="connsiteY132" fmla="*/ 4782283 h 5143500"/>
              <a:gd name="connsiteX133" fmla="*/ 4307361 w 5089525"/>
              <a:gd name="connsiteY133" fmla="*/ 4782283 h 5143500"/>
              <a:gd name="connsiteX134" fmla="*/ 4380613 w 5089525"/>
              <a:gd name="connsiteY134" fmla="*/ 4782195 h 5143500"/>
              <a:gd name="connsiteX135" fmla="*/ 4379564 w 5089525"/>
              <a:gd name="connsiteY135" fmla="*/ 4782269 h 5143500"/>
              <a:gd name="connsiteX136" fmla="*/ 4379564 w 5089525"/>
              <a:gd name="connsiteY136" fmla="*/ 4885112 h 5143500"/>
              <a:gd name="connsiteX137" fmla="*/ 4399250 w 5089525"/>
              <a:gd name="connsiteY137" fmla="*/ 4885112 h 5143500"/>
              <a:gd name="connsiteX138" fmla="*/ 4399250 w 5089525"/>
              <a:gd name="connsiteY138" fmla="*/ 4883046 h 5143500"/>
              <a:gd name="connsiteX139" fmla="*/ 4399247 w 5089525"/>
              <a:gd name="connsiteY139" fmla="*/ 4784332 h 5143500"/>
              <a:gd name="connsiteX140" fmla="*/ 4399077 w 5089525"/>
              <a:gd name="connsiteY140" fmla="*/ 4782373 h 5143500"/>
              <a:gd name="connsiteX141" fmla="*/ 4398301 w 5089525"/>
              <a:gd name="connsiteY141" fmla="*/ 4782196 h 5143500"/>
              <a:gd name="connsiteX142" fmla="*/ 4380613 w 5089525"/>
              <a:gd name="connsiteY142" fmla="*/ 4782195 h 5143500"/>
              <a:gd name="connsiteX143" fmla="*/ 4231868 w 5089525"/>
              <a:gd name="connsiteY143" fmla="*/ 4719565 h 5143500"/>
              <a:gd name="connsiteX144" fmla="*/ 4248785 w 5089525"/>
              <a:gd name="connsiteY144" fmla="*/ 4727397 h 5143500"/>
              <a:gd name="connsiteX145" fmla="*/ 4258656 w 5089525"/>
              <a:gd name="connsiteY145" fmla="*/ 4747247 h 5143500"/>
              <a:gd name="connsiteX146" fmla="*/ 4251546 w 5089525"/>
              <a:gd name="connsiteY146" fmla="*/ 4770390 h 5143500"/>
              <a:gd name="connsiteX147" fmla="*/ 4234965 w 5089525"/>
              <a:gd name="connsiteY147" fmla="*/ 4780571 h 5143500"/>
              <a:gd name="connsiteX148" fmla="*/ 4228156 w 5089525"/>
              <a:gd name="connsiteY148" fmla="*/ 4781372 h 5143500"/>
              <a:gd name="connsiteX149" fmla="*/ 4199688 w 5089525"/>
              <a:gd name="connsiteY149" fmla="*/ 4781406 h 5143500"/>
              <a:gd name="connsiteX150" fmla="*/ 4198611 w 5089525"/>
              <a:gd name="connsiteY150" fmla="*/ 4781337 h 5143500"/>
              <a:gd name="connsiteX151" fmla="*/ 4198518 w 5089525"/>
              <a:gd name="connsiteY151" fmla="*/ 4779972 h 5143500"/>
              <a:gd name="connsiteX152" fmla="*/ 4198555 w 5089525"/>
              <a:gd name="connsiteY152" fmla="*/ 4748808 h 5143500"/>
              <a:gd name="connsiteX153" fmla="*/ 4199414 w 5089525"/>
              <a:gd name="connsiteY153" fmla="*/ 4742854 h 5143500"/>
              <a:gd name="connsiteX154" fmla="*/ 4205866 w 5089525"/>
              <a:gd name="connsiteY154" fmla="*/ 4730138 h 5143500"/>
              <a:gd name="connsiteX155" fmla="*/ 4231868 w 5089525"/>
              <a:gd name="connsiteY155" fmla="*/ 4719565 h 5143500"/>
              <a:gd name="connsiteX156" fmla="*/ 4223396 w 5089525"/>
              <a:gd name="connsiteY156" fmla="*/ 4700588 h 5143500"/>
              <a:gd name="connsiteX157" fmla="*/ 4220904 w 5089525"/>
              <a:gd name="connsiteY157" fmla="*/ 4701208 h 5143500"/>
              <a:gd name="connsiteX158" fmla="*/ 4195625 w 5089525"/>
              <a:gd name="connsiteY158" fmla="*/ 4713939 h 5143500"/>
              <a:gd name="connsiteX159" fmla="*/ 4185862 w 5089525"/>
              <a:gd name="connsiteY159" fmla="*/ 4726920 h 5143500"/>
              <a:gd name="connsiteX160" fmla="*/ 4180949 w 5089525"/>
              <a:gd name="connsiteY160" fmla="*/ 4741503 h 5143500"/>
              <a:gd name="connsiteX161" fmla="*/ 4180195 w 5089525"/>
              <a:gd name="connsiteY161" fmla="*/ 4751705 h 5143500"/>
              <a:gd name="connsiteX162" fmla="*/ 4180206 w 5089525"/>
              <a:gd name="connsiteY162" fmla="*/ 4779337 h 5143500"/>
              <a:gd name="connsiteX163" fmla="*/ 4180206 w 5089525"/>
              <a:gd name="connsiteY163" fmla="*/ 4781343 h 5143500"/>
              <a:gd name="connsiteX164" fmla="*/ 4151780 w 5089525"/>
              <a:gd name="connsiteY164" fmla="*/ 4781343 h 5143500"/>
              <a:gd name="connsiteX165" fmla="*/ 4151780 w 5089525"/>
              <a:gd name="connsiteY165" fmla="*/ 4800050 h 5143500"/>
              <a:gd name="connsiteX166" fmla="*/ 4180085 w 5089525"/>
              <a:gd name="connsiteY166" fmla="*/ 4800060 h 5143500"/>
              <a:gd name="connsiteX167" fmla="*/ 4180085 w 5089525"/>
              <a:gd name="connsiteY167" fmla="*/ 4824991 h 5143500"/>
              <a:gd name="connsiteX168" fmla="*/ 4178248 w 5089525"/>
              <a:gd name="connsiteY168" fmla="*/ 4824991 h 5143500"/>
              <a:gd name="connsiteX169" fmla="*/ 4149773 w 5089525"/>
              <a:gd name="connsiteY169" fmla="*/ 4824984 h 5143500"/>
              <a:gd name="connsiteX170" fmla="*/ 4133352 w 5089525"/>
              <a:gd name="connsiteY170" fmla="*/ 4827984 h 5143500"/>
              <a:gd name="connsiteX171" fmla="*/ 4117978 w 5089525"/>
              <a:gd name="connsiteY171" fmla="*/ 4837423 h 5143500"/>
              <a:gd name="connsiteX172" fmla="*/ 4102023 w 5089525"/>
              <a:gd name="connsiteY172" fmla="*/ 4867880 h 5143500"/>
              <a:gd name="connsiteX173" fmla="*/ 4101543 w 5089525"/>
              <a:gd name="connsiteY173" fmla="*/ 4868899 h 5143500"/>
              <a:gd name="connsiteX174" fmla="*/ 4101407 w 5089525"/>
              <a:gd name="connsiteY174" fmla="*/ 4880540 h 5143500"/>
              <a:gd name="connsiteX175" fmla="*/ 4101993 w 5089525"/>
              <a:gd name="connsiteY175" fmla="*/ 4881134 h 5143500"/>
              <a:gd name="connsiteX176" fmla="*/ 4106594 w 5089525"/>
              <a:gd name="connsiteY176" fmla="*/ 4896837 h 5143500"/>
              <a:gd name="connsiteX177" fmla="*/ 4114222 w 5089525"/>
              <a:gd name="connsiteY177" fmla="*/ 4908260 h 5143500"/>
              <a:gd name="connsiteX178" fmla="*/ 4129387 w 5089525"/>
              <a:gd name="connsiteY178" fmla="*/ 4919760 h 5143500"/>
              <a:gd name="connsiteX179" fmla="*/ 4143641 w 5089525"/>
              <a:gd name="connsiteY179" fmla="*/ 4924223 h 5143500"/>
              <a:gd name="connsiteX180" fmla="*/ 4155399 w 5089525"/>
              <a:gd name="connsiteY180" fmla="*/ 4924233 h 5143500"/>
              <a:gd name="connsiteX181" fmla="*/ 4159457 w 5089525"/>
              <a:gd name="connsiteY181" fmla="*/ 4923551 h 5143500"/>
              <a:gd name="connsiteX182" fmla="*/ 4185523 w 5089525"/>
              <a:gd name="connsiteY182" fmla="*/ 4908568 h 5143500"/>
              <a:gd name="connsiteX183" fmla="*/ 4195780 w 5089525"/>
              <a:gd name="connsiteY183" fmla="*/ 4891174 h 5143500"/>
              <a:gd name="connsiteX184" fmla="*/ 4198512 w 5089525"/>
              <a:gd name="connsiteY184" fmla="*/ 4874354 h 5143500"/>
              <a:gd name="connsiteX185" fmla="*/ 4198515 w 5089525"/>
              <a:gd name="connsiteY185" fmla="*/ 4845715 h 5143500"/>
              <a:gd name="connsiteX186" fmla="*/ 4198515 w 5089525"/>
              <a:gd name="connsiteY186" fmla="*/ 4843736 h 5143500"/>
              <a:gd name="connsiteX187" fmla="*/ 4226943 w 5089525"/>
              <a:gd name="connsiteY187" fmla="*/ 4843736 h 5143500"/>
              <a:gd name="connsiteX188" fmla="*/ 4226943 w 5089525"/>
              <a:gd name="connsiteY188" fmla="*/ 4824955 h 5143500"/>
              <a:gd name="connsiteX189" fmla="*/ 4198665 w 5089525"/>
              <a:gd name="connsiteY189" fmla="*/ 4824955 h 5143500"/>
              <a:gd name="connsiteX190" fmla="*/ 4198810 w 5089525"/>
              <a:gd name="connsiteY190" fmla="*/ 4800056 h 5143500"/>
              <a:gd name="connsiteX191" fmla="*/ 4200629 w 5089525"/>
              <a:gd name="connsiteY191" fmla="*/ 4800056 h 5143500"/>
              <a:gd name="connsiteX192" fmla="*/ 4229941 w 5089525"/>
              <a:gd name="connsiteY192" fmla="*/ 4800034 h 5143500"/>
              <a:gd name="connsiteX193" fmla="*/ 4235957 w 5089525"/>
              <a:gd name="connsiteY193" fmla="*/ 4799557 h 5143500"/>
              <a:gd name="connsiteX194" fmla="*/ 4264822 w 5089525"/>
              <a:gd name="connsiteY194" fmla="*/ 4783396 h 5143500"/>
              <a:gd name="connsiteX195" fmla="*/ 4276681 w 5089525"/>
              <a:gd name="connsiteY195" fmla="*/ 4744231 h 5143500"/>
              <a:gd name="connsiteX196" fmla="*/ 4260971 w 5089525"/>
              <a:gd name="connsiteY196" fmla="*/ 4713321 h 5143500"/>
              <a:gd name="connsiteX197" fmla="*/ 4236142 w 5089525"/>
              <a:gd name="connsiteY197" fmla="*/ 4701190 h 5143500"/>
              <a:gd name="connsiteX198" fmla="*/ 4234022 w 5089525"/>
              <a:gd name="connsiteY198" fmla="*/ 4700588 h 5143500"/>
              <a:gd name="connsiteX199" fmla="*/ 4223396 w 5089525"/>
              <a:gd name="connsiteY199" fmla="*/ 4700588 h 5143500"/>
              <a:gd name="connsiteX200" fmla="*/ 0 w 5089525"/>
              <a:gd name="connsiteY200" fmla="*/ 0 h 5143500"/>
              <a:gd name="connsiteX201" fmla="*/ 5089525 w 5089525"/>
              <a:gd name="connsiteY201" fmla="*/ 0 h 5143500"/>
              <a:gd name="connsiteX202" fmla="*/ 5089525 w 5089525"/>
              <a:gd name="connsiteY202" fmla="*/ 5143500 h 5143500"/>
              <a:gd name="connsiteX203" fmla="*/ 0 w 5089525"/>
              <a:gd name="connsiteY20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5089525" h="5143500">
                <a:moveTo>
                  <a:pt x="4178186" y="4843753"/>
                </a:moveTo>
                <a:cubicBezTo>
                  <a:pt x="4178794" y="4843753"/>
                  <a:pt x="4179402" y="4843753"/>
                  <a:pt x="4180206" y="4843753"/>
                </a:cubicBezTo>
                <a:cubicBezTo>
                  <a:pt x="4180206" y="4852563"/>
                  <a:pt x="4180206" y="4861244"/>
                  <a:pt x="4180206" y="4869925"/>
                </a:cubicBezTo>
                <a:cubicBezTo>
                  <a:pt x="4180192" y="4873673"/>
                  <a:pt x="4180303" y="4877083"/>
                  <a:pt x="4179652" y="4880470"/>
                </a:cubicBezTo>
                <a:cubicBezTo>
                  <a:pt x="4178625" y="4885813"/>
                  <a:pt x="4176428" y="4890591"/>
                  <a:pt x="4172937" y="4894751"/>
                </a:cubicBezTo>
                <a:cubicBezTo>
                  <a:pt x="4167864" y="4900794"/>
                  <a:pt x="4161432" y="4904460"/>
                  <a:pt x="4153574" y="4905435"/>
                </a:cubicBezTo>
                <a:cubicBezTo>
                  <a:pt x="4145383" y="4906451"/>
                  <a:pt x="4138025" y="4904264"/>
                  <a:pt x="4131616" y="4899142"/>
                </a:cubicBezTo>
                <a:cubicBezTo>
                  <a:pt x="4125222" y="4894032"/>
                  <a:pt x="4121362" y="4887349"/>
                  <a:pt x="4120238" y="4879213"/>
                </a:cubicBezTo>
                <a:cubicBezTo>
                  <a:pt x="4118906" y="4869566"/>
                  <a:pt x="4121449" y="4861018"/>
                  <a:pt x="4127967" y="4853747"/>
                </a:cubicBezTo>
                <a:cubicBezTo>
                  <a:pt x="4133849" y="4847185"/>
                  <a:pt x="4141247" y="4843823"/>
                  <a:pt x="4150067" y="4843767"/>
                </a:cubicBezTo>
                <a:cubicBezTo>
                  <a:pt x="4159440" y="4843707"/>
                  <a:pt x="4168813" y="4843753"/>
                  <a:pt x="4178186" y="4843753"/>
                </a:cubicBezTo>
                <a:close/>
                <a:moveTo>
                  <a:pt x="4436630" y="4822055"/>
                </a:moveTo>
                <a:cubicBezTo>
                  <a:pt x="4443100" y="4818599"/>
                  <a:pt x="4449656" y="4818638"/>
                  <a:pt x="4456071" y="4822073"/>
                </a:cubicBezTo>
                <a:cubicBezTo>
                  <a:pt x="4460842" y="4824628"/>
                  <a:pt x="4464034" y="4828712"/>
                  <a:pt x="4466092" y="4833690"/>
                </a:cubicBezTo>
                <a:cubicBezTo>
                  <a:pt x="4466194" y="4833937"/>
                  <a:pt x="4466259" y="4834199"/>
                  <a:pt x="4466378" y="4834569"/>
                </a:cubicBezTo>
                <a:cubicBezTo>
                  <a:pt x="4452985" y="4834569"/>
                  <a:pt x="4439717" y="4834569"/>
                  <a:pt x="4426255" y="4834569"/>
                </a:cubicBezTo>
                <a:cubicBezTo>
                  <a:pt x="4426627" y="4833726"/>
                  <a:pt x="4426958" y="4832975"/>
                  <a:pt x="4427290" y="4832224"/>
                </a:cubicBezTo>
                <a:cubicBezTo>
                  <a:pt x="4429500" y="4827775"/>
                  <a:pt x="4432425" y="4824302"/>
                  <a:pt x="4436630" y="4822055"/>
                </a:cubicBezTo>
                <a:close/>
                <a:moveTo>
                  <a:pt x="4663113" y="4820110"/>
                </a:moveTo>
                <a:cubicBezTo>
                  <a:pt x="4671762" y="4818543"/>
                  <a:pt x="4679137" y="4821239"/>
                  <a:pt x="4684927" y="4827673"/>
                </a:cubicBezTo>
                <a:cubicBezTo>
                  <a:pt x="4693248" y="4836918"/>
                  <a:pt x="4693367" y="4850479"/>
                  <a:pt x="4685501" y="4860034"/>
                </a:cubicBezTo>
                <a:cubicBezTo>
                  <a:pt x="4682581" y="4863582"/>
                  <a:pt x="4678910" y="4866078"/>
                  <a:pt x="4674557" y="4867563"/>
                </a:cubicBezTo>
                <a:cubicBezTo>
                  <a:pt x="4672081" y="4868242"/>
                  <a:pt x="4669846" y="4868707"/>
                  <a:pt x="4667526" y="4868695"/>
                </a:cubicBezTo>
                <a:cubicBezTo>
                  <a:pt x="4661875" y="4868667"/>
                  <a:pt x="4656843" y="4866881"/>
                  <a:pt x="4652512" y="4863280"/>
                </a:cubicBezTo>
                <a:cubicBezTo>
                  <a:pt x="4647267" y="4858920"/>
                  <a:pt x="4644289" y="4853285"/>
                  <a:pt x="4643644" y="4846493"/>
                </a:cubicBezTo>
                <a:cubicBezTo>
                  <a:pt x="4642420" y="4833607"/>
                  <a:pt x="4651238" y="4822263"/>
                  <a:pt x="4663113" y="4820110"/>
                </a:cubicBezTo>
                <a:close/>
                <a:moveTo>
                  <a:pt x="4503372" y="4803275"/>
                </a:moveTo>
                <a:cubicBezTo>
                  <a:pt x="4496916" y="4803355"/>
                  <a:pt x="4490459" y="4803311"/>
                  <a:pt x="4484003" y="4803315"/>
                </a:cubicBezTo>
                <a:cubicBezTo>
                  <a:pt x="4483521" y="4803316"/>
                  <a:pt x="4483039" y="4803357"/>
                  <a:pt x="4482247" y="4803393"/>
                </a:cubicBezTo>
                <a:cubicBezTo>
                  <a:pt x="4491261" y="4816922"/>
                  <a:pt x="4500132" y="4830236"/>
                  <a:pt x="4509007" y="4843556"/>
                </a:cubicBezTo>
                <a:cubicBezTo>
                  <a:pt x="4507085" y="4846442"/>
                  <a:pt x="4505255" y="4849195"/>
                  <a:pt x="4503421" y="4851945"/>
                </a:cubicBezTo>
                <a:cubicBezTo>
                  <a:pt x="4501585" y="4854698"/>
                  <a:pt x="4499746" y="4857449"/>
                  <a:pt x="4497905" y="4860198"/>
                </a:cubicBezTo>
                <a:cubicBezTo>
                  <a:pt x="4496032" y="4862994"/>
                  <a:pt x="4494151" y="4865784"/>
                  <a:pt x="4492281" y="4868581"/>
                </a:cubicBezTo>
                <a:cubicBezTo>
                  <a:pt x="4490441" y="4871332"/>
                  <a:pt x="4488586" y="4874073"/>
                  <a:pt x="4486782" y="4876847"/>
                </a:cubicBezTo>
                <a:cubicBezTo>
                  <a:pt x="4485009" y="4879575"/>
                  <a:pt x="4482962" y="4882135"/>
                  <a:pt x="4481350" y="4885114"/>
                </a:cubicBezTo>
                <a:cubicBezTo>
                  <a:pt x="4481776" y="4885163"/>
                  <a:pt x="4481939" y="4885199"/>
                  <a:pt x="4482102" y="4885199"/>
                </a:cubicBezTo>
                <a:cubicBezTo>
                  <a:pt x="4488727" y="4885203"/>
                  <a:pt x="4495352" y="4885176"/>
                  <a:pt x="4501977" y="4885234"/>
                </a:cubicBezTo>
                <a:cubicBezTo>
                  <a:pt x="4502945" y="4885243"/>
                  <a:pt x="4503357" y="4884809"/>
                  <a:pt x="4503799" y="4884102"/>
                </a:cubicBezTo>
                <a:cubicBezTo>
                  <a:pt x="4508201" y="4877072"/>
                  <a:pt x="4512622" y="4870054"/>
                  <a:pt x="4517043" y="4863037"/>
                </a:cubicBezTo>
                <a:cubicBezTo>
                  <a:pt x="4518073" y="4861401"/>
                  <a:pt x="4519123" y="4859778"/>
                  <a:pt x="4520292" y="4857950"/>
                </a:cubicBezTo>
                <a:cubicBezTo>
                  <a:pt x="4523068" y="4862342"/>
                  <a:pt x="4525694" y="4866497"/>
                  <a:pt x="4528379" y="4870759"/>
                </a:cubicBezTo>
                <a:cubicBezTo>
                  <a:pt x="4531216" y="4875276"/>
                  <a:pt x="4534022" y="4879669"/>
                  <a:pt x="4536750" y="4884110"/>
                </a:cubicBezTo>
                <a:cubicBezTo>
                  <a:pt x="4537261" y="4884942"/>
                  <a:pt x="4537797" y="4885231"/>
                  <a:pt x="4538754" y="4885225"/>
                </a:cubicBezTo>
                <a:cubicBezTo>
                  <a:pt x="4545435" y="4885186"/>
                  <a:pt x="4552116" y="4885206"/>
                  <a:pt x="4558797" y="4885200"/>
                </a:cubicBezTo>
                <a:cubicBezTo>
                  <a:pt x="4559159" y="4885200"/>
                  <a:pt x="4559520" y="4885136"/>
                  <a:pt x="4560092" y="4885083"/>
                </a:cubicBezTo>
                <a:cubicBezTo>
                  <a:pt x="4550633" y="4870934"/>
                  <a:pt x="4541300" y="4856976"/>
                  <a:pt x="4532008" y="4843077"/>
                </a:cubicBezTo>
                <a:cubicBezTo>
                  <a:pt x="4540954" y="4829774"/>
                  <a:pt x="4549862" y="4816682"/>
                  <a:pt x="4558736" y="4803452"/>
                </a:cubicBezTo>
                <a:cubicBezTo>
                  <a:pt x="4558373" y="4803371"/>
                  <a:pt x="4558266" y="4803326"/>
                  <a:pt x="4558158" y="4803326"/>
                </a:cubicBezTo>
                <a:cubicBezTo>
                  <a:pt x="4551364" y="4803319"/>
                  <a:pt x="4544571" y="4803336"/>
                  <a:pt x="4537778" y="4803289"/>
                </a:cubicBezTo>
                <a:cubicBezTo>
                  <a:pt x="4536872" y="4803283"/>
                  <a:pt x="4536491" y="4803746"/>
                  <a:pt x="4536089" y="4804389"/>
                </a:cubicBezTo>
                <a:cubicBezTo>
                  <a:pt x="4534307" y="4807240"/>
                  <a:pt x="4532506" y="4810080"/>
                  <a:pt x="4530712" y="4812924"/>
                </a:cubicBezTo>
                <a:cubicBezTo>
                  <a:pt x="4527423" y="4818137"/>
                  <a:pt x="4524135" y="4823351"/>
                  <a:pt x="4520785" y="4828662"/>
                </a:cubicBezTo>
                <a:cubicBezTo>
                  <a:pt x="4520439" y="4828175"/>
                  <a:pt x="4520131" y="4827784"/>
                  <a:pt x="4519869" y="4827364"/>
                </a:cubicBezTo>
                <a:cubicBezTo>
                  <a:pt x="4515154" y="4819803"/>
                  <a:pt x="4510438" y="4812243"/>
                  <a:pt x="4505745" y="4804669"/>
                </a:cubicBezTo>
                <a:cubicBezTo>
                  <a:pt x="4505178" y="4803752"/>
                  <a:pt x="4504587" y="4803259"/>
                  <a:pt x="4503372" y="4803275"/>
                </a:cubicBezTo>
                <a:close/>
                <a:moveTo>
                  <a:pt x="4661269" y="4802138"/>
                </a:moveTo>
                <a:cubicBezTo>
                  <a:pt x="4651345" y="4803537"/>
                  <a:pt x="4642946" y="4808188"/>
                  <a:pt x="4636544" y="4815850"/>
                </a:cubicBezTo>
                <a:cubicBezTo>
                  <a:pt x="4625425" y="4829160"/>
                  <a:pt x="4623034" y="4844220"/>
                  <a:pt x="4629148" y="4860377"/>
                </a:cubicBezTo>
                <a:cubicBezTo>
                  <a:pt x="4632964" y="4870464"/>
                  <a:pt x="4640004" y="4877910"/>
                  <a:pt x="4649785" y="4882640"/>
                </a:cubicBezTo>
                <a:cubicBezTo>
                  <a:pt x="4658828" y="4887013"/>
                  <a:pt x="4668225" y="4887840"/>
                  <a:pt x="4677902" y="4885287"/>
                </a:cubicBezTo>
                <a:cubicBezTo>
                  <a:pt x="4685985" y="4883154"/>
                  <a:pt x="4692758" y="4878843"/>
                  <a:pt x="4698220" y="4872522"/>
                </a:cubicBezTo>
                <a:cubicBezTo>
                  <a:pt x="4703898" y="4865951"/>
                  <a:pt x="4707418" y="4858403"/>
                  <a:pt x="4708342" y="4849709"/>
                </a:cubicBezTo>
                <a:cubicBezTo>
                  <a:pt x="4708361" y="4849530"/>
                  <a:pt x="4708549" y="4849369"/>
                  <a:pt x="4708658" y="4849042"/>
                </a:cubicBezTo>
                <a:cubicBezTo>
                  <a:pt x="4708658" y="4845731"/>
                  <a:pt x="4708658" y="4842579"/>
                  <a:pt x="4708532" y="4839363"/>
                </a:cubicBezTo>
                <a:cubicBezTo>
                  <a:pt x="4708337" y="4838463"/>
                  <a:pt x="4708339" y="4837613"/>
                  <a:pt x="4708188" y="4836791"/>
                </a:cubicBezTo>
                <a:cubicBezTo>
                  <a:pt x="4706433" y="4827300"/>
                  <a:pt x="4702209" y="4819133"/>
                  <a:pt x="4695044" y="4812587"/>
                </a:cubicBezTo>
                <a:cubicBezTo>
                  <a:pt x="4685434" y="4803806"/>
                  <a:pt x="4674098" y="4800330"/>
                  <a:pt x="4661269" y="4802138"/>
                </a:cubicBezTo>
                <a:close/>
                <a:moveTo>
                  <a:pt x="4447153" y="4802122"/>
                </a:moveTo>
                <a:cubicBezTo>
                  <a:pt x="4444660" y="4802037"/>
                  <a:pt x="4442149" y="4802510"/>
                  <a:pt x="4439502" y="4802743"/>
                </a:cubicBezTo>
                <a:cubicBezTo>
                  <a:pt x="4437053" y="4803441"/>
                  <a:pt x="4434667" y="4803929"/>
                  <a:pt x="4432458" y="4804843"/>
                </a:cubicBezTo>
                <a:cubicBezTo>
                  <a:pt x="4423330" y="4808618"/>
                  <a:pt x="4416617" y="4815088"/>
                  <a:pt x="4412139" y="4823828"/>
                </a:cubicBezTo>
                <a:cubicBezTo>
                  <a:pt x="4407571" y="4832741"/>
                  <a:pt x="4406253" y="4842208"/>
                  <a:pt x="4408037" y="4852050"/>
                </a:cubicBezTo>
                <a:cubicBezTo>
                  <a:pt x="4410039" y="4863103"/>
                  <a:pt x="4415417" y="4872175"/>
                  <a:pt x="4424520" y="4878849"/>
                </a:cubicBezTo>
                <a:cubicBezTo>
                  <a:pt x="4432931" y="4885016"/>
                  <a:pt x="4442405" y="4887226"/>
                  <a:pt x="4452663" y="4885477"/>
                </a:cubicBezTo>
                <a:cubicBezTo>
                  <a:pt x="4462716" y="4883762"/>
                  <a:pt x="4470750" y="4878530"/>
                  <a:pt x="4477025" y="4870561"/>
                </a:cubicBezTo>
                <a:cubicBezTo>
                  <a:pt x="4478180" y="4869094"/>
                  <a:pt x="4479131" y="4867466"/>
                  <a:pt x="4480271" y="4865772"/>
                </a:cubicBezTo>
                <a:cubicBezTo>
                  <a:pt x="4475095" y="4863322"/>
                  <a:pt x="4470152" y="4860982"/>
                  <a:pt x="4465216" y="4858646"/>
                </a:cubicBezTo>
                <a:cubicBezTo>
                  <a:pt x="4458515" y="4866885"/>
                  <a:pt x="4450235" y="4870747"/>
                  <a:pt x="4439830" y="4867491"/>
                </a:cubicBezTo>
                <a:cubicBezTo>
                  <a:pt x="4431669" y="4864938"/>
                  <a:pt x="4427208" y="4858686"/>
                  <a:pt x="4424861" y="4850499"/>
                </a:cubicBezTo>
                <a:cubicBezTo>
                  <a:pt x="4444866" y="4850499"/>
                  <a:pt x="4464669" y="4850499"/>
                  <a:pt x="4484511" y="4850499"/>
                </a:cubicBezTo>
                <a:cubicBezTo>
                  <a:pt x="4484638" y="4849895"/>
                  <a:pt x="4484770" y="4849412"/>
                  <a:pt x="4484839" y="4848919"/>
                </a:cubicBezTo>
                <a:cubicBezTo>
                  <a:pt x="4485373" y="4845124"/>
                  <a:pt x="4485202" y="4841347"/>
                  <a:pt x="4484640" y="4837564"/>
                </a:cubicBezTo>
                <a:cubicBezTo>
                  <a:pt x="4483074" y="4827008"/>
                  <a:pt x="4478423" y="4818123"/>
                  <a:pt x="4470319" y="4811136"/>
                </a:cubicBezTo>
                <a:cubicBezTo>
                  <a:pt x="4463674" y="4805408"/>
                  <a:pt x="4455896" y="4802422"/>
                  <a:pt x="4447153" y="4802122"/>
                </a:cubicBezTo>
                <a:close/>
                <a:moveTo>
                  <a:pt x="4594032" y="4802110"/>
                </a:moveTo>
                <a:cubicBezTo>
                  <a:pt x="4588613" y="4801771"/>
                  <a:pt x="4583308" y="4802574"/>
                  <a:pt x="4578266" y="4804724"/>
                </a:cubicBezTo>
                <a:cubicBezTo>
                  <a:pt x="4572540" y="4807167"/>
                  <a:pt x="4568068" y="4810968"/>
                  <a:pt x="4565397" y="4816693"/>
                </a:cubicBezTo>
                <a:cubicBezTo>
                  <a:pt x="4563632" y="4820475"/>
                  <a:pt x="4563049" y="4824473"/>
                  <a:pt x="4563120" y="4828622"/>
                </a:cubicBezTo>
                <a:cubicBezTo>
                  <a:pt x="4563244" y="4835872"/>
                  <a:pt x="4566217" y="4841572"/>
                  <a:pt x="4572182" y="4845697"/>
                </a:cubicBezTo>
                <a:cubicBezTo>
                  <a:pt x="4576097" y="4848405"/>
                  <a:pt x="4580474" y="4850119"/>
                  <a:pt x="4584967" y="4851565"/>
                </a:cubicBezTo>
                <a:cubicBezTo>
                  <a:pt x="4588484" y="4852696"/>
                  <a:pt x="4592057" y="4853667"/>
                  <a:pt x="4595524" y="4854933"/>
                </a:cubicBezTo>
                <a:cubicBezTo>
                  <a:pt x="4597661" y="4855713"/>
                  <a:pt x="4599831" y="4856657"/>
                  <a:pt x="4601662" y="4857977"/>
                </a:cubicBezTo>
                <a:cubicBezTo>
                  <a:pt x="4606221" y="4861266"/>
                  <a:pt x="4605329" y="4867549"/>
                  <a:pt x="4600126" y="4869688"/>
                </a:cubicBezTo>
                <a:cubicBezTo>
                  <a:pt x="4597698" y="4870687"/>
                  <a:pt x="4595136" y="4870943"/>
                  <a:pt x="4592542" y="4870793"/>
                </a:cubicBezTo>
                <a:cubicBezTo>
                  <a:pt x="4587158" y="4870483"/>
                  <a:pt x="4582065" y="4869008"/>
                  <a:pt x="4577273" y="4866590"/>
                </a:cubicBezTo>
                <a:cubicBezTo>
                  <a:pt x="4574134" y="4865007"/>
                  <a:pt x="4571110" y="4863195"/>
                  <a:pt x="4567934" y="4861430"/>
                </a:cubicBezTo>
                <a:cubicBezTo>
                  <a:pt x="4567560" y="4862010"/>
                  <a:pt x="4567112" y="4862705"/>
                  <a:pt x="4566592" y="4863497"/>
                </a:cubicBezTo>
                <a:cubicBezTo>
                  <a:pt x="4564137" y="4867371"/>
                  <a:pt x="4561755" y="4871147"/>
                  <a:pt x="4559344" y="4874969"/>
                </a:cubicBezTo>
                <a:cubicBezTo>
                  <a:pt x="4562229" y="4877354"/>
                  <a:pt x="4565283" y="4879237"/>
                  <a:pt x="4568493" y="4880832"/>
                </a:cubicBezTo>
                <a:cubicBezTo>
                  <a:pt x="4576953" y="4885036"/>
                  <a:pt x="4585862" y="4887189"/>
                  <a:pt x="4595379" y="4886694"/>
                </a:cubicBezTo>
                <a:cubicBezTo>
                  <a:pt x="4599440" y="4886483"/>
                  <a:pt x="4603384" y="4885850"/>
                  <a:pt x="4607215" y="4884517"/>
                </a:cubicBezTo>
                <a:cubicBezTo>
                  <a:pt x="4610868" y="4883245"/>
                  <a:pt x="4614186" y="4881351"/>
                  <a:pt x="4616839" y="4878539"/>
                </a:cubicBezTo>
                <a:cubicBezTo>
                  <a:pt x="4622649" y="4872380"/>
                  <a:pt x="4623859" y="4864789"/>
                  <a:pt x="4622907" y="4856780"/>
                </a:cubicBezTo>
                <a:cubicBezTo>
                  <a:pt x="4622275" y="4851468"/>
                  <a:pt x="4619301" y="4847352"/>
                  <a:pt x="4615037" y="4844156"/>
                </a:cubicBezTo>
                <a:cubicBezTo>
                  <a:pt x="4611455" y="4841471"/>
                  <a:pt x="4607448" y="4839610"/>
                  <a:pt x="4603292" y="4838055"/>
                </a:cubicBezTo>
                <a:cubicBezTo>
                  <a:pt x="4599255" y="4836545"/>
                  <a:pt x="4595161" y="4835187"/>
                  <a:pt x="4591121" y="4833683"/>
                </a:cubicBezTo>
                <a:cubicBezTo>
                  <a:pt x="4588335" y="4832646"/>
                  <a:pt x="4585590" y="4831491"/>
                  <a:pt x="4583483" y="4829256"/>
                </a:cubicBezTo>
                <a:cubicBezTo>
                  <a:pt x="4581262" y="4826899"/>
                  <a:pt x="4581119" y="4823938"/>
                  <a:pt x="4583063" y="4821313"/>
                </a:cubicBezTo>
                <a:cubicBezTo>
                  <a:pt x="4584176" y="4819810"/>
                  <a:pt x="4585781" y="4818994"/>
                  <a:pt x="4587562" y="4818553"/>
                </a:cubicBezTo>
                <a:cubicBezTo>
                  <a:pt x="4590563" y="4817809"/>
                  <a:pt x="4593570" y="4818031"/>
                  <a:pt x="4596556" y="4818661"/>
                </a:cubicBezTo>
                <a:cubicBezTo>
                  <a:pt x="4601926" y="4819793"/>
                  <a:pt x="4606855" y="4822058"/>
                  <a:pt x="4611665" y="4824618"/>
                </a:cubicBezTo>
                <a:cubicBezTo>
                  <a:pt x="4612184" y="4824894"/>
                  <a:pt x="4612709" y="4825158"/>
                  <a:pt x="4613281" y="4825453"/>
                </a:cubicBezTo>
                <a:cubicBezTo>
                  <a:pt x="4615904" y="4820578"/>
                  <a:pt x="4618445" y="4815856"/>
                  <a:pt x="4620964" y="4811175"/>
                </a:cubicBezTo>
                <a:cubicBezTo>
                  <a:pt x="4620831" y="4810996"/>
                  <a:pt x="4620781" y="4810890"/>
                  <a:pt x="4620699" y="4810825"/>
                </a:cubicBezTo>
                <a:cubicBezTo>
                  <a:pt x="4620524" y="4810685"/>
                  <a:pt x="4620336" y="4810561"/>
                  <a:pt x="4620146" y="4810442"/>
                </a:cubicBezTo>
                <a:cubicBezTo>
                  <a:pt x="4612154" y="4805432"/>
                  <a:pt x="4603411" y="4802695"/>
                  <a:pt x="4594032" y="4802110"/>
                </a:cubicBezTo>
                <a:close/>
                <a:moveTo>
                  <a:pt x="4307361" y="4782283"/>
                </a:moveTo>
                <a:cubicBezTo>
                  <a:pt x="4307361" y="4799985"/>
                  <a:pt x="4307361" y="4817600"/>
                  <a:pt x="4307361" y="4835384"/>
                </a:cubicBezTo>
                <a:cubicBezTo>
                  <a:pt x="4307361" y="4852097"/>
                  <a:pt x="4307361" y="4868643"/>
                  <a:pt x="4307361" y="4885208"/>
                </a:cubicBezTo>
                <a:cubicBezTo>
                  <a:pt x="4314042" y="4885208"/>
                  <a:pt x="4320522" y="4885208"/>
                  <a:pt x="4327134" y="4885208"/>
                </a:cubicBezTo>
                <a:cubicBezTo>
                  <a:pt x="4327134" y="4880397"/>
                  <a:pt x="4327134" y="4875691"/>
                  <a:pt x="4327134" y="4870986"/>
                </a:cubicBezTo>
                <a:cubicBezTo>
                  <a:pt x="4327134" y="4866325"/>
                  <a:pt x="4327119" y="4861665"/>
                  <a:pt x="4327138" y="4857004"/>
                </a:cubicBezTo>
                <a:cubicBezTo>
                  <a:pt x="4327156" y="4852318"/>
                  <a:pt x="4327056" y="4847629"/>
                  <a:pt x="4327204" y="4842811"/>
                </a:cubicBezTo>
                <a:cubicBezTo>
                  <a:pt x="4339501" y="4842811"/>
                  <a:pt x="4351605" y="4842811"/>
                  <a:pt x="4363787" y="4842811"/>
                </a:cubicBezTo>
                <a:cubicBezTo>
                  <a:pt x="4363787" y="4836919"/>
                  <a:pt x="4363787" y="4831164"/>
                  <a:pt x="4363787" y="4825218"/>
                </a:cubicBezTo>
                <a:cubicBezTo>
                  <a:pt x="4351570" y="4825218"/>
                  <a:pt x="4339422" y="4825218"/>
                  <a:pt x="4327245" y="4825218"/>
                </a:cubicBezTo>
                <a:cubicBezTo>
                  <a:pt x="4327245" y="4816698"/>
                  <a:pt x="4327245" y="4808369"/>
                  <a:pt x="4327245" y="4800086"/>
                </a:cubicBezTo>
                <a:cubicBezTo>
                  <a:pt x="4327406" y="4800019"/>
                  <a:pt x="4327455" y="4799981"/>
                  <a:pt x="4327504" y="4799981"/>
                </a:cubicBezTo>
                <a:cubicBezTo>
                  <a:pt x="4342496" y="4799966"/>
                  <a:pt x="4357487" y="4799955"/>
                  <a:pt x="4372479" y="4799940"/>
                </a:cubicBezTo>
                <a:cubicBezTo>
                  <a:pt x="4372646" y="4799940"/>
                  <a:pt x="4372814" y="4799910"/>
                  <a:pt x="4372979" y="4799881"/>
                </a:cubicBezTo>
                <a:cubicBezTo>
                  <a:pt x="4373026" y="4799872"/>
                  <a:pt x="4373068" y="4799821"/>
                  <a:pt x="4373109" y="4799785"/>
                </a:cubicBezTo>
                <a:cubicBezTo>
                  <a:pt x="4373151" y="4799748"/>
                  <a:pt x="4373189" y="4799706"/>
                  <a:pt x="4373215" y="4799680"/>
                </a:cubicBezTo>
                <a:cubicBezTo>
                  <a:pt x="4373215" y="4793901"/>
                  <a:pt x="4373215" y="4788136"/>
                  <a:pt x="4373215" y="4782283"/>
                </a:cubicBezTo>
                <a:cubicBezTo>
                  <a:pt x="4351264" y="4782283"/>
                  <a:pt x="4329400" y="4782283"/>
                  <a:pt x="4307361" y="4782283"/>
                </a:cubicBezTo>
                <a:close/>
                <a:moveTo>
                  <a:pt x="4380613" y="4782195"/>
                </a:moveTo>
                <a:cubicBezTo>
                  <a:pt x="4380290" y="4782196"/>
                  <a:pt x="4379967" y="4782240"/>
                  <a:pt x="4379564" y="4782269"/>
                </a:cubicBezTo>
                <a:cubicBezTo>
                  <a:pt x="4379564" y="4816587"/>
                  <a:pt x="4379564" y="4850805"/>
                  <a:pt x="4379564" y="4885112"/>
                </a:cubicBezTo>
                <a:cubicBezTo>
                  <a:pt x="4386126" y="4885112"/>
                  <a:pt x="4392604" y="4885112"/>
                  <a:pt x="4399250" y="4885112"/>
                </a:cubicBezTo>
                <a:cubicBezTo>
                  <a:pt x="4399250" y="4884366"/>
                  <a:pt x="4399250" y="4883706"/>
                  <a:pt x="4399250" y="4883046"/>
                </a:cubicBezTo>
                <a:cubicBezTo>
                  <a:pt x="4399250" y="4850141"/>
                  <a:pt x="4399250" y="4817237"/>
                  <a:pt x="4399247" y="4784332"/>
                </a:cubicBezTo>
                <a:cubicBezTo>
                  <a:pt x="4399247" y="4783717"/>
                  <a:pt x="4399207" y="4783101"/>
                  <a:pt x="4399077" y="4782373"/>
                </a:cubicBezTo>
                <a:cubicBezTo>
                  <a:pt x="4398746" y="4782238"/>
                  <a:pt x="4398524" y="4782196"/>
                  <a:pt x="4398301" y="4782196"/>
                </a:cubicBezTo>
                <a:cubicBezTo>
                  <a:pt x="4392405" y="4782192"/>
                  <a:pt x="4386509" y="4782191"/>
                  <a:pt x="4380613" y="4782195"/>
                </a:cubicBezTo>
                <a:close/>
                <a:moveTo>
                  <a:pt x="4231868" y="4719565"/>
                </a:moveTo>
                <a:cubicBezTo>
                  <a:pt x="4238347" y="4720198"/>
                  <a:pt x="4243991" y="4722922"/>
                  <a:pt x="4248785" y="4727397"/>
                </a:cubicBezTo>
                <a:cubicBezTo>
                  <a:pt x="4254565" y="4732793"/>
                  <a:pt x="4257892" y="4739456"/>
                  <a:pt x="4258656" y="4747247"/>
                </a:cubicBezTo>
                <a:cubicBezTo>
                  <a:pt x="4259502" y="4755874"/>
                  <a:pt x="4257094" y="4763673"/>
                  <a:pt x="4251546" y="4770390"/>
                </a:cubicBezTo>
                <a:cubicBezTo>
                  <a:pt x="4247194" y="4775658"/>
                  <a:pt x="4241663" y="4779130"/>
                  <a:pt x="4234965" y="4780571"/>
                </a:cubicBezTo>
                <a:cubicBezTo>
                  <a:pt x="4232738" y="4781050"/>
                  <a:pt x="4230430" y="4781351"/>
                  <a:pt x="4228156" y="4781372"/>
                </a:cubicBezTo>
                <a:cubicBezTo>
                  <a:pt x="4218667" y="4781459"/>
                  <a:pt x="4209177" y="4781409"/>
                  <a:pt x="4199688" y="4781406"/>
                </a:cubicBezTo>
                <a:cubicBezTo>
                  <a:pt x="4199362" y="4781406"/>
                  <a:pt x="4199036" y="4781365"/>
                  <a:pt x="4198611" y="4781337"/>
                </a:cubicBezTo>
                <a:cubicBezTo>
                  <a:pt x="4198576" y="4780836"/>
                  <a:pt x="4198518" y="4780404"/>
                  <a:pt x="4198518" y="4779972"/>
                </a:cubicBezTo>
                <a:cubicBezTo>
                  <a:pt x="4198513" y="4769584"/>
                  <a:pt x="4198468" y="4759196"/>
                  <a:pt x="4198555" y="4748808"/>
                </a:cubicBezTo>
                <a:cubicBezTo>
                  <a:pt x="4198572" y="4746821"/>
                  <a:pt x="4199114" y="4744838"/>
                  <a:pt x="4199414" y="4742854"/>
                </a:cubicBezTo>
                <a:cubicBezTo>
                  <a:pt x="4200667" y="4737956"/>
                  <a:pt x="4202726" y="4733751"/>
                  <a:pt x="4205866" y="4730138"/>
                </a:cubicBezTo>
                <a:cubicBezTo>
                  <a:pt x="4212737" y="4722232"/>
                  <a:pt x="4221421" y="4718545"/>
                  <a:pt x="4231868" y="4719565"/>
                </a:cubicBezTo>
                <a:close/>
                <a:moveTo>
                  <a:pt x="4223396" y="4700588"/>
                </a:moveTo>
                <a:cubicBezTo>
                  <a:pt x="4222566" y="4700797"/>
                  <a:pt x="4221745" y="4701063"/>
                  <a:pt x="4220904" y="4701208"/>
                </a:cubicBezTo>
                <a:cubicBezTo>
                  <a:pt x="4211183" y="4702885"/>
                  <a:pt x="4202766" y="4707119"/>
                  <a:pt x="4195625" y="4713939"/>
                </a:cubicBezTo>
                <a:cubicBezTo>
                  <a:pt x="4191650" y="4717736"/>
                  <a:pt x="4188398" y="4722065"/>
                  <a:pt x="4185862" y="4726920"/>
                </a:cubicBezTo>
                <a:cubicBezTo>
                  <a:pt x="4183463" y="4731513"/>
                  <a:pt x="4181820" y="4736380"/>
                  <a:pt x="4180949" y="4741503"/>
                </a:cubicBezTo>
                <a:cubicBezTo>
                  <a:pt x="4180374" y="4744883"/>
                  <a:pt x="4180182" y="4748280"/>
                  <a:pt x="4180195" y="4751705"/>
                </a:cubicBezTo>
                <a:cubicBezTo>
                  <a:pt x="4180228" y="4760915"/>
                  <a:pt x="4180206" y="4770126"/>
                  <a:pt x="4180206" y="4779337"/>
                </a:cubicBezTo>
                <a:cubicBezTo>
                  <a:pt x="4180206" y="4779947"/>
                  <a:pt x="4180206" y="4780557"/>
                  <a:pt x="4180206" y="4781343"/>
                </a:cubicBezTo>
                <a:cubicBezTo>
                  <a:pt x="4170694" y="4781343"/>
                  <a:pt x="4161289" y="4781343"/>
                  <a:pt x="4151780" y="4781343"/>
                </a:cubicBezTo>
                <a:cubicBezTo>
                  <a:pt x="4151780" y="4787611"/>
                  <a:pt x="4151780" y="4793704"/>
                  <a:pt x="4151780" y="4800050"/>
                </a:cubicBezTo>
                <a:cubicBezTo>
                  <a:pt x="4161166" y="4800065"/>
                  <a:pt x="4170566" y="4800048"/>
                  <a:pt x="4180085" y="4800060"/>
                </a:cubicBezTo>
                <a:cubicBezTo>
                  <a:pt x="4180085" y="4808380"/>
                  <a:pt x="4180085" y="4816596"/>
                  <a:pt x="4180085" y="4824991"/>
                </a:cubicBezTo>
                <a:cubicBezTo>
                  <a:pt x="4179449" y="4824991"/>
                  <a:pt x="4178849" y="4824991"/>
                  <a:pt x="4178248" y="4824991"/>
                </a:cubicBezTo>
                <a:cubicBezTo>
                  <a:pt x="4168756" y="4824991"/>
                  <a:pt x="4159265" y="4825011"/>
                  <a:pt x="4149773" y="4824984"/>
                </a:cubicBezTo>
                <a:cubicBezTo>
                  <a:pt x="4144107" y="4824968"/>
                  <a:pt x="4138641" y="4826004"/>
                  <a:pt x="4133352" y="4827984"/>
                </a:cubicBezTo>
                <a:cubicBezTo>
                  <a:pt x="4127619" y="4830129"/>
                  <a:pt x="4122501" y="4833283"/>
                  <a:pt x="4117978" y="4837423"/>
                </a:cubicBezTo>
                <a:cubicBezTo>
                  <a:pt x="4108983" y="4845656"/>
                  <a:pt x="4103722" y="4855829"/>
                  <a:pt x="4102023" y="4867880"/>
                </a:cubicBezTo>
                <a:cubicBezTo>
                  <a:pt x="4101982" y="4868176"/>
                  <a:pt x="4101797" y="4868451"/>
                  <a:pt x="4101543" y="4868899"/>
                </a:cubicBezTo>
                <a:cubicBezTo>
                  <a:pt x="4101407" y="4872887"/>
                  <a:pt x="4101407" y="4876714"/>
                  <a:pt x="4101407" y="4880540"/>
                </a:cubicBezTo>
                <a:cubicBezTo>
                  <a:pt x="4101610" y="4880737"/>
                  <a:pt x="4101971" y="4880918"/>
                  <a:pt x="4101993" y="4881134"/>
                </a:cubicBezTo>
                <a:cubicBezTo>
                  <a:pt x="4102569" y="4886651"/>
                  <a:pt x="4104214" y="4891861"/>
                  <a:pt x="4106594" y="4896837"/>
                </a:cubicBezTo>
                <a:cubicBezTo>
                  <a:pt x="4108585" y="4900999"/>
                  <a:pt x="4111149" y="4904812"/>
                  <a:pt x="4114222" y="4908260"/>
                </a:cubicBezTo>
                <a:cubicBezTo>
                  <a:pt x="4118521" y="4913083"/>
                  <a:pt x="4123586" y="4916911"/>
                  <a:pt x="4129387" y="4919760"/>
                </a:cubicBezTo>
                <a:cubicBezTo>
                  <a:pt x="4133842" y="4921947"/>
                  <a:pt x="4138571" y="4923240"/>
                  <a:pt x="4143641" y="4924223"/>
                </a:cubicBezTo>
                <a:cubicBezTo>
                  <a:pt x="4147672" y="4924348"/>
                  <a:pt x="4151498" y="4924348"/>
                  <a:pt x="4155399" y="4924233"/>
                </a:cubicBezTo>
                <a:cubicBezTo>
                  <a:pt x="4156802" y="4923933"/>
                  <a:pt x="4158148" y="4923831"/>
                  <a:pt x="4159457" y="4923551"/>
                </a:cubicBezTo>
                <a:cubicBezTo>
                  <a:pt x="4169744" y="4921346"/>
                  <a:pt x="4178439" y="4916374"/>
                  <a:pt x="4185523" y="4908568"/>
                </a:cubicBezTo>
                <a:cubicBezTo>
                  <a:pt x="4190149" y="4903470"/>
                  <a:pt x="4193544" y="4897664"/>
                  <a:pt x="4195780" y="4891174"/>
                </a:cubicBezTo>
                <a:cubicBezTo>
                  <a:pt x="4197657" y="4885728"/>
                  <a:pt x="4198505" y="4880105"/>
                  <a:pt x="4198512" y="4874354"/>
                </a:cubicBezTo>
                <a:cubicBezTo>
                  <a:pt x="4198523" y="4864807"/>
                  <a:pt x="4198515" y="4855261"/>
                  <a:pt x="4198515" y="4845715"/>
                </a:cubicBezTo>
                <a:cubicBezTo>
                  <a:pt x="4198515" y="4845113"/>
                  <a:pt x="4198515" y="4844512"/>
                  <a:pt x="4198515" y="4843736"/>
                </a:cubicBezTo>
                <a:cubicBezTo>
                  <a:pt x="4208090" y="4843736"/>
                  <a:pt x="4217491" y="4843736"/>
                  <a:pt x="4226943" y="4843736"/>
                </a:cubicBezTo>
                <a:cubicBezTo>
                  <a:pt x="4226943" y="4837417"/>
                  <a:pt x="4226943" y="4831276"/>
                  <a:pt x="4226943" y="4824955"/>
                </a:cubicBezTo>
                <a:cubicBezTo>
                  <a:pt x="4217441" y="4824955"/>
                  <a:pt x="4208042" y="4824955"/>
                  <a:pt x="4198665" y="4824955"/>
                </a:cubicBezTo>
                <a:cubicBezTo>
                  <a:pt x="4198325" y="4821953"/>
                  <a:pt x="4198444" y="4801312"/>
                  <a:pt x="4198810" y="4800056"/>
                </a:cubicBezTo>
                <a:cubicBezTo>
                  <a:pt x="4199401" y="4800056"/>
                  <a:pt x="4200015" y="4800056"/>
                  <a:pt x="4200629" y="4800056"/>
                </a:cubicBezTo>
                <a:cubicBezTo>
                  <a:pt x="4210400" y="4800056"/>
                  <a:pt x="4220171" y="4800082"/>
                  <a:pt x="4229941" y="4800034"/>
                </a:cubicBezTo>
                <a:cubicBezTo>
                  <a:pt x="4231949" y="4800025"/>
                  <a:pt x="4233980" y="4799892"/>
                  <a:pt x="4235957" y="4799557"/>
                </a:cubicBezTo>
                <a:cubicBezTo>
                  <a:pt x="4247487" y="4797601"/>
                  <a:pt x="4257198" y="4792289"/>
                  <a:pt x="4264822" y="4783396"/>
                </a:cubicBezTo>
                <a:cubicBezTo>
                  <a:pt x="4274502" y="4772104"/>
                  <a:pt x="4278342" y="4758958"/>
                  <a:pt x="4276681" y="4744231"/>
                </a:cubicBezTo>
                <a:cubicBezTo>
                  <a:pt x="4275301" y="4732000"/>
                  <a:pt x="4269986" y="4721697"/>
                  <a:pt x="4260971" y="4713321"/>
                </a:cubicBezTo>
                <a:cubicBezTo>
                  <a:pt x="4253926" y="4706775"/>
                  <a:pt x="4245656" y="4702708"/>
                  <a:pt x="4236142" y="4701190"/>
                </a:cubicBezTo>
                <a:cubicBezTo>
                  <a:pt x="4235473" y="4701084"/>
                  <a:pt x="4234833" y="4700793"/>
                  <a:pt x="4234022" y="4700588"/>
                </a:cubicBezTo>
                <a:cubicBezTo>
                  <a:pt x="4230375" y="4700588"/>
                  <a:pt x="4226885" y="4700588"/>
                  <a:pt x="4223396" y="4700588"/>
                </a:cubicBezTo>
                <a:close/>
                <a:moveTo>
                  <a:pt x="0" y="0"/>
                </a:moveTo>
                <a:lnTo>
                  <a:pt x="5089525" y="0"/>
                </a:lnTo>
                <a:lnTo>
                  <a:pt x="5089525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4390C42-A836-5DB7-0178-524B010B509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6239" y="1209627"/>
            <a:ext cx="3285294" cy="336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AE72811E-0440-B3E2-AF6D-09C4A3D22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74638"/>
            <a:ext cx="3292783" cy="4603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Title</a:t>
            </a:r>
          </a:p>
        </p:txBody>
      </p:sp>
      <p:sp>
        <p:nvSpPr>
          <p:cNvPr id="71" name="Text Placeholder 6">
            <a:extLst>
              <a:ext uri="{FF2B5EF4-FFF2-40B4-BE49-F238E27FC236}">
                <a16:creationId xmlns:a16="http://schemas.microsoft.com/office/drawing/2014/main" id="{F2D5610E-6C2B-2C8B-64C3-F4677731CD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3304066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31716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40 - Image 60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66276BD-07A9-8AC8-4972-1B97A231E5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054475" y="0"/>
            <a:ext cx="5089525" cy="5143500"/>
          </a:xfrm>
          <a:custGeom>
            <a:avLst/>
            <a:gdLst>
              <a:gd name="connsiteX0" fmla="*/ 4178186 w 5089525"/>
              <a:gd name="connsiteY0" fmla="*/ 4843753 h 5143500"/>
              <a:gd name="connsiteX1" fmla="*/ 4180206 w 5089525"/>
              <a:gd name="connsiteY1" fmla="*/ 4843753 h 5143500"/>
              <a:gd name="connsiteX2" fmla="*/ 4180206 w 5089525"/>
              <a:gd name="connsiteY2" fmla="*/ 4869925 h 5143500"/>
              <a:gd name="connsiteX3" fmla="*/ 4179652 w 5089525"/>
              <a:gd name="connsiteY3" fmla="*/ 4880470 h 5143500"/>
              <a:gd name="connsiteX4" fmla="*/ 4172937 w 5089525"/>
              <a:gd name="connsiteY4" fmla="*/ 4894751 h 5143500"/>
              <a:gd name="connsiteX5" fmla="*/ 4153574 w 5089525"/>
              <a:gd name="connsiteY5" fmla="*/ 4905435 h 5143500"/>
              <a:gd name="connsiteX6" fmla="*/ 4131616 w 5089525"/>
              <a:gd name="connsiteY6" fmla="*/ 4899142 h 5143500"/>
              <a:gd name="connsiteX7" fmla="*/ 4120238 w 5089525"/>
              <a:gd name="connsiteY7" fmla="*/ 4879213 h 5143500"/>
              <a:gd name="connsiteX8" fmla="*/ 4127967 w 5089525"/>
              <a:gd name="connsiteY8" fmla="*/ 4853747 h 5143500"/>
              <a:gd name="connsiteX9" fmla="*/ 4150067 w 5089525"/>
              <a:gd name="connsiteY9" fmla="*/ 4843767 h 5143500"/>
              <a:gd name="connsiteX10" fmla="*/ 4178186 w 5089525"/>
              <a:gd name="connsiteY10" fmla="*/ 4843753 h 5143500"/>
              <a:gd name="connsiteX11" fmla="*/ 4436630 w 5089525"/>
              <a:gd name="connsiteY11" fmla="*/ 4822055 h 5143500"/>
              <a:gd name="connsiteX12" fmla="*/ 4456071 w 5089525"/>
              <a:gd name="connsiteY12" fmla="*/ 4822073 h 5143500"/>
              <a:gd name="connsiteX13" fmla="*/ 4466092 w 5089525"/>
              <a:gd name="connsiteY13" fmla="*/ 4833690 h 5143500"/>
              <a:gd name="connsiteX14" fmla="*/ 4466378 w 5089525"/>
              <a:gd name="connsiteY14" fmla="*/ 4834569 h 5143500"/>
              <a:gd name="connsiteX15" fmla="*/ 4426255 w 5089525"/>
              <a:gd name="connsiteY15" fmla="*/ 4834569 h 5143500"/>
              <a:gd name="connsiteX16" fmla="*/ 4427290 w 5089525"/>
              <a:gd name="connsiteY16" fmla="*/ 4832224 h 5143500"/>
              <a:gd name="connsiteX17" fmla="*/ 4436630 w 5089525"/>
              <a:gd name="connsiteY17" fmla="*/ 4822055 h 5143500"/>
              <a:gd name="connsiteX18" fmla="*/ 4663113 w 5089525"/>
              <a:gd name="connsiteY18" fmla="*/ 4820110 h 5143500"/>
              <a:gd name="connsiteX19" fmla="*/ 4684927 w 5089525"/>
              <a:gd name="connsiteY19" fmla="*/ 4827673 h 5143500"/>
              <a:gd name="connsiteX20" fmla="*/ 4685501 w 5089525"/>
              <a:gd name="connsiteY20" fmla="*/ 4860034 h 5143500"/>
              <a:gd name="connsiteX21" fmla="*/ 4674557 w 5089525"/>
              <a:gd name="connsiteY21" fmla="*/ 4867563 h 5143500"/>
              <a:gd name="connsiteX22" fmla="*/ 4667526 w 5089525"/>
              <a:gd name="connsiteY22" fmla="*/ 4868695 h 5143500"/>
              <a:gd name="connsiteX23" fmla="*/ 4652512 w 5089525"/>
              <a:gd name="connsiteY23" fmla="*/ 4863280 h 5143500"/>
              <a:gd name="connsiteX24" fmla="*/ 4643644 w 5089525"/>
              <a:gd name="connsiteY24" fmla="*/ 4846493 h 5143500"/>
              <a:gd name="connsiteX25" fmla="*/ 4663113 w 5089525"/>
              <a:gd name="connsiteY25" fmla="*/ 4820110 h 5143500"/>
              <a:gd name="connsiteX26" fmla="*/ 4503372 w 5089525"/>
              <a:gd name="connsiteY26" fmla="*/ 4803275 h 5143500"/>
              <a:gd name="connsiteX27" fmla="*/ 4484003 w 5089525"/>
              <a:gd name="connsiteY27" fmla="*/ 4803315 h 5143500"/>
              <a:gd name="connsiteX28" fmla="*/ 4482247 w 5089525"/>
              <a:gd name="connsiteY28" fmla="*/ 4803393 h 5143500"/>
              <a:gd name="connsiteX29" fmla="*/ 4509007 w 5089525"/>
              <a:gd name="connsiteY29" fmla="*/ 4843556 h 5143500"/>
              <a:gd name="connsiteX30" fmla="*/ 4503421 w 5089525"/>
              <a:gd name="connsiteY30" fmla="*/ 4851945 h 5143500"/>
              <a:gd name="connsiteX31" fmla="*/ 4497905 w 5089525"/>
              <a:gd name="connsiteY31" fmla="*/ 4860198 h 5143500"/>
              <a:gd name="connsiteX32" fmla="*/ 4492281 w 5089525"/>
              <a:gd name="connsiteY32" fmla="*/ 4868581 h 5143500"/>
              <a:gd name="connsiteX33" fmla="*/ 4486782 w 5089525"/>
              <a:gd name="connsiteY33" fmla="*/ 4876847 h 5143500"/>
              <a:gd name="connsiteX34" fmla="*/ 4481350 w 5089525"/>
              <a:gd name="connsiteY34" fmla="*/ 4885114 h 5143500"/>
              <a:gd name="connsiteX35" fmla="*/ 4482102 w 5089525"/>
              <a:gd name="connsiteY35" fmla="*/ 4885199 h 5143500"/>
              <a:gd name="connsiteX36" fmla="*/ 4501977 w 5089525"/>
              <a:gd name="connsiteY36" fmla="*/ 4885234 h 5143500"/>
              <a:gd name="connsiteX37" fmla="*/ 4503799 w 5089525"/>
              <a:gd name="connsiteY37" fmla="*/ 4884102 h 5143500"/>
              <a:gd name="connsiteX38" fmla="*/ 4517043 w 5089525"/>
              <a:gd name="connsiteY38" fmla="*/ 4863037 h 5143500"/>
              <a:gd name="connsiteX39" fmla="*/ 4520292 w 5089525"/>
              <a:gd name="connsiteY39" fmla="*/ 4857950 h 5143500"/>
              <a:gd name="connsiteX40" fmla="*/ 4528379 w 5089525"/>
              <a:gd name="connsiteY40" fmla="*/ 4870759 h 5143500"/>
              <a:gd name="connsiteX41" fmla="*/ 4536750 w 5089525"/>
              <a:gd name="connsiteY41" fmla="*/ 4884110 h 5143500"/>
              <a:gd name="connsiteX42" fmla="*/ 4538754 w 5089525"/>
              <a:gd name="connsiteY42" fmla="*/ 4885225 h 5143500"/>
              <a:gd name="connsiteX43" fmla="*/ 4558797 w 5089525"/>
              <a:gd name="connsiteY43" fmla="*/ 4885200 h 5143500"/>
              <a:gd name="connsiteX44" fmla="*/ 4560092 w 5089525"/>
              <a:gd name="connsiteY44" fmla="*/ 4885083 h 5143500"/>
              <a:gd name="connsiteX45" fmla="*/ 4532008 w 5089525"/>
              <a:gd name="connsiteY45" fmla="*/ 4843077 h 5143500"/>
              <a:gd name="connsiteX46" fmla="*/ 4558736 w 5089525"/>
              <a:gd name="connsiteY46" fmla="*/ 4803452 h 5143500"/>
              <a:gd name="connsiteX47" fmla="*/ 4558158 w 5089525"/>
              <a:gd name="connsiteY47" fmla="*/ 4803326 h 5143500"/>
              <a:gd name="connsiteX48" fmla="*/ 4537778 w 5089525"/>
              <a:gd name="connsiteY48" fmla="*/ 4803289 h 5143500"/>
              <a:gd name="connsiteX49" fmla="*/ 4536089 w 5089525"/>
              <a:gd name="connsiteY49" fmla="*/ 4804389 h 5143500"/>
              <a:gd name="connsiteX50" fmla="*/ 4530712 w 5089525"/>
              <a:gd name="connsiteY50" fmla="*/ 4812924 h 5143500"/>
              <a:gd name="connsiteX51" fmla="*/ 4520785 w 5089525"/>
              <a:gd name="connsiteY51" fmla="*/ 4828662 h 5143500"/>
              <a:gd name="connsiteX52" fmla="*/ 4519869 w 5089525"/>
              <a:gd name="connsiteY52" fmla="*/ 4827364 h 5143500"/>
              <a:gd name="connsiteX53" fmla="*/ 4505745 w 5089525"/>
              <a:gd name="connsiteY53" fmla="*/ 4804669 h 5143500"/>
              <a:gd name="connsiteX54" fmla="*/ 4503372 w 5089525"/>
              <a:gd name="connsiteY54" fmla="*/ 4803275 h 5143500"/>
              <a:gd name="connsiteX55" fmla="*/ 4661269 w 5089525"/>
              <a:gd name="connsiteY55" fmla="*/ 4802138 h 5143500"/>
              <a:gd name="connsiteX56" fmla="*/ 4636544 w 5089525"/>
              <a:gd name="connsiteY56" fmla="*/ 4815850 h 5143500"/>
              <a:gd name="connsiteX57" fmla="*/ 4629148 w 5089525"/>
              <a:gd name="connsiteY57" fmla="*/ 4860377 h 5143500"/>
              <a:gd name="connsiteX58" fmla="*/ 4649785 w 5089525"/>
              <a:gd name="connsiteY58" fmla="*/ 4882640 h 5143500"/>
              <a:gd name="connsiteX59" fmla="*/ 4677902 w 5089525"/>
              <a:gd name="connsiteY59" fmla="*/ 4885287 h 5143500"/>
              <a:gd name="connsiteX60" fmla="*/ 4698220 w 5089525"/>
              <a:gd name="connsiteY60" fmla="*/ 4872522 h 5143500"/>
              <a:gd name="connsiteX61" fmla="*/ 4708342 w 5089525"/>
              <a:gd name="connsiteY61" fmla="*/ 4849709 h 5143500"/>
              <a:gd name="connsiteX62" fmla="*/ 4708658 w 5089525"/>
              <a:gd name="connsiteY62" fmla="*/ 4849042 h 5143500"/>
              <a:gd name="connsiteX63" fmla="*/ 4708532 w 5089525"/>
              <a:gd name="connsiteY63" fmla="*/ 4839363 h 5143500"/>
              <a:gd name="connsiteX64" fmla="*/ 4708188 w 5089525"/>
              <a:gd name="connsiteY64" fmla="*/ 4836791 h 5143500"/>
              <a:gd name="connsiteX65" fmla="*/ 4695044 w 5089525"/>
              <a:gd name="connsiteY65" fmla="*/ 4812587 h 5143500"/>
              <a:gd name="connsiteX66" fmla="*/ 4661269 w 5089525"/>
              <a:gd name="connsiteY66" fmla="*/ 4802138 h 5143500"/>
              <a:gd name="connsiteX67" fmla="*/ 4447153 w 5089525"/>
              <a:gd name="connsiteY67" fmla="*/ 4802122 h 5143500"/>
              <a:gd name="connsiteX68" fmla="*/ 4439502 w 5089525"/>
              <a:gd name="connsiteY68" fmla="*/ 4802743 h 5143500"/>
              <a:gd name="connsiteX69" fmla="*/ 4432458 w 5089525"/>
              <a:gd name="connsiteY69" fmla="*/ 4804843 h 5143500"/>
              <a:gd name="connsiteX70" fmla="*/ 4412139 w 5089525"/>
              <a:gd name="connsiteY70" fmla="*/ 4823828 h 5143500"/>
              <a:gd name="connsiteX71" fmla="*/ 4408037 w 5089525"/>
              <a:gd name="connsiteY71" fmla="*/ 4852050 h 5143500"/>
              <a:gd name="connsiteX72" fmla="*/ 4424520 w 5089525"/>
              <a:gd name="connsiteY72" fmla="*/ 4878849 h 5143500"/>
              <a:gd name="connsiteX73" fmla="*/ 4452663 w 5089525"/>
              <a:gd name="connsiteY73" fmla="*/ 4885477 h 5143500"/>
              <a:gd name="connsiteX74" fmla="*/ 4477025 w 5089525"/>
              <a:gd name="connsiteY74" fmla="*/ 4870561 h 5143500"/>
              <a:gd name="connsiteX75" fmla="*/ 4480271 w 5089525"/>
              <a:gd name="connsiteY75" fmla="*/ 4865772 h 5143500"/>
              <a:gd name="connsiteX76" fmla="*/ 4465216 w 5089525"/>
              <a:gd name="connsiteY76" fmla="*/ 4858646 h 5143500"/>
              <a:gd name="connsiteX77" fmla="*/ 4439830 w 5089525"/>
              <a:gd name="connsiteY77" fmla="*/ 4867491 h 5143500"/>
              <a:gd name="connsiteX78" fmla="*/ 4424861 w 5089525"/>
              <a:gd name="connsiteY78" fmla="*/ 4850499 h 5143500"/>
              <a:gd name="connsiteX79" fmla="*/ 4484511 w 5089525"/>
              <a:gd name="connsiteY79" fmla="*/ 4850499 h 5143500"/>
              <a:gd name="connsiteX80" fmla="*/ 4484839 w 5089525"/>
              <a:gd name="connsiteY80" fmla="*/ 4848919 h 5143500"/>
              <a:gd name="connsiteX81" fmla="*/ 4484640 w 5089525"/>
              <a:gd name="connsiteY81" fmla="*/ 4837564 h 5143500"/>
              <a:gd name="connsiteX82" fmla="*/ 4470319 w 5089525"/>
              <a:gd name="connsiteY82" fmla="*/ 4811136 h 5143500"/>
              <a:gd name="connsiteX83" fmla="*/ 4447153 w 5089525"/>
              <a:gd name="connsiteY83" fmla="*/ 4802122 h 5143500"/>
              <a:gd name="connsiteX84" fmla="*/ 4594032 w 5089525"/>
              <a:gd name="connsiteY84" fmla="*/ 4802110 h 5143500"/>
              <a:gd name="connsiteX85" fmla="*/ 4578266 w 5089525"/>
              <a:gd name="connsiteY85" fmla="*/ 4804724 h 5143500"/>
              <a:gd name="connsiteX86" fmla="*/ 4565397 w 5089525"/>
              <a:gd name="connsiteY86" fmla="*/ 4816693 h 5143500"/>
              <a:gd name="connsiteX87" fmla="*/ 4563120 w 5089525"/>
              <a:gd name="connsiteY87" fmla="*/ 4828622 h 5143500"/>
              <a:gd name="connsiteX88" fmla="*/ 4572182 w 5089525"/>
              <a:gd name="connsiteY88" fmla="*/ 4845697 h 5143500"/>
              <a:gd name="connsiteX89" fmla="*/ 4584967 w 5089525"/>
              <a:gd name="connsiteY89" fmla="*/ 4851565 h 5143500"/>
              <a:gd name="connsiteX90" fmla="*/ 4595524 w 5089525"/>
              <a:gd name="connsiteY90" fmla="*/ 4854933 h 5143500"/>
              <a:gd name="connsiteX91" fmla="*/ 4601662 w 5089525"/>
              <a:gd name="connsiteY91" fmla="*/ 4857977 h 5143500"/>
              <a:gd name="connsiteX92" fmla="*/ 4600126 w 5089525"/>
              <a:gd name="connsiteY92" fmla="*/ 4869688 h 5143500"/>
              <a:gd name="connsiteX93" fmla="*/ 4592542 w 5089525"/>
              <a:gd name="connsiteY93" fmla="*/ 4870793 h 5143500"/>
              <a:gd name="connsiteX94" fmla="*/ 4577273 w 5089525"/>
              <a:gd name="connsiteY94" fmla="*/ 4866590 h 5143500"/>
              <a:gd name="connsiteX95" fmla="*/ 4567934 w 5089525"/>
              <a:gd name="connsiteY95" fmla="*/ 4861430 h 5143500"/>
              <a:gd name="connsiteX96" fmla="*/ 4566592 w 5089525"/>
              <a:gd name="connsiteY96" fmla="*/ 4863497 h 5143500"/>
              <a:gd name="connsiteX97" fmla="*/ 4559344 w 5089525"/>
              <a:gd name="connsiteY97" fmla="*/ 4874969 h 5143500"/>
              <a:gd name="connsiteX98" fmla="*/ 4568493 w 5089525"/>
              <a:gd name="connsiteY98" fmla="*/ 4880832 h 5143500"/>
              <a:gd name="connsiteX99" fmla="*/ 4595379 w 5089525"/>
              <a:gd name="connsiteY99" fmla="*/ 4886694 h 5143500"/>
              <a:gd name="connsiteX100" fmla="*/ 4607215 w 5089525"/>
              <a:gd name="connsiteY100" fmla="*/ 4884517 h 5143500"/>
              <a:gd name="connsiteX101" fmla="*/ 4616839 w 5089525"/>
              <a:gd name="connsiteY101" fmla="*/ 4878539 h 5143500"/>
              <a:gd name="connsiteX102" fmla="*/ 4622907 w 5089525"/>
              <a:gd name="connsiteY102" fmla="*/ 4856780 h 5143500"/>
              <a:gd name="connsiteX103" fmla="*/ 4615037 w 5089525"/>
              <a:gd name="connsiteY103" fmla="*/ 4844156 h 5143500"/>
              <a:gd name="connsiteX104" fmla="*/ 4603292 w 5089525"/>
              <a:gd name="connsiteY104" fmla="*/ 4838055 h 5143500"/>
              <a:gd name="connsiteX105" fmla="*/ 4591121 w 5089525"/>
              <a:gd name="connsiteY105" fmla="*/ 4833683 h 5143500"/>
              <a:gd name="connsiteX106" fmla="*/ 4583483 w 5089525"/>
              <a:gd name="connsiteY106" fmla="*/ 4829256 h 5143500"/>
              <a:gd name="connsiteX107" fmla="*/ 4583063 w 5089525"/>
              <a:gd name="connsiteY107" fmla="*/ 4821313 h 5143500"/>
              <a:gd name="connsiteX108" fmla="*/ 4587562 w 5089525"/>
              <a:gd name="connsiteY108" fmla="*/ 4818553 h 5143500"/>
              <a:gd name="connsiteX109" fmla="*/ 4596556 w 5089525"/>
              <a:gd name="connsiteY109" fmla="*/ 4818661 h 5143500"/>
              <a:gd name="connsiteX110" fmla="*/ 4611665 w 5089525"/>
              <a:gd name="connsiteY110" fmla="*/ 4824618 h 5143500"/>
              <a:gd name="connsiteX111" fmla="*/ 4613281 w 5089525"/>
              <a:gd name="connsiteY111" fmla="*/ 4825453 h 5143500"/>
              <a:gd name="connsiteX112" fmla="*/ 4620964 w 5089525"/>
              <a:gd name="connsiteY112" fmla="*/ 4811175 h 5143500"/>
              <a:gd name="connsiteX113" fmla="*/ 4620699 w 5089525"/>
              <a:gd name="connsiteY113" fmla="*/ 4810825 h 5143500"/>
              <a:gd name="connsiteX114" fmla="*/ 4620146 w 5089525"/>
              <a:gd name="connsiteY114" fmla="*/ 4810442 h 5143500"/>
              <a:gd name="connsiteX115" fmla="*/ 4594032 w 5089525"/>
              <a:gd name="connsiteY115" fmla="*/ 4802110 h 5143500"/>
              <a:gd name="connsiteX116" fmla="*/ 4307361 w 5089525"/>
              <a:gd name="connsiteY116" fmla="*/ 4782283 h 5143500"/>
              <a:gd name="connsiteX117" fmla="*/ 4307361 w 5089525"/>
              <a:gd name="connsiteY117" fmla="*/ 4835384 h 5143500"/>
              <a:gd name="connsiteX118" fmla="*/ 4307361 w 5089525"/>
              <a:gd name="connsiteY118" fmla="*/ 4885208 h 5143500"/>
              <a:gd name="connsiteX119" fmla="*/ 4327134 w 5089525"/>
              <a:gd name="connsiteY119" fmla="*/ 4885208 h 5143500"/>
              <a:gd name="connsiteX120" fmla="*/ 4327134 w 5089525"/>
              <a:gd name="connsiteY120" fmla="*/ 4870986 h 5143500"/>
              <a:gd name="connsiteX121" fmla="*/ 4327138 w 5089525"/>
              <a:gd name="connsiteY121" fmla="*/ 4857004 h 5143500"/>
              <a:gd name="connsiteX122" fmla="*/ 4327204 w 5089525"/>
              <a:gd name="connsiteY122" fmla="*/ 4842811 h 5143500"/>
              <a:gd name="connsiteX123" fmla="*/ 4363787 w 5089525"/>
              <a:gd name="connsiteY123" fmla="*/ 4842811 h 5143500"/>
              <a:gd name="connsiteX124" fmla="*/ 4363787 w 5089525"/>
              <a:gd name="connsiteY124" fmla="*/ 4825218 h 5143500"/>
              <a:gd name="connsiteX125" fmla="*/ 4327245 w 5089525"/>
              <a:gd name="connsiteY125" fmla="*/ 4825218 h 5143500"/>
              <a:gd name="connsiteX126" fmla="*/ 4327245 w 5089525"/>
              <a:gd name="connsiteY126" fmla="*/ 4800086 h 5143500"/>
              <a:gd name="connsiteX127" fmla="*/ 4327504 w 5089525"/>
              <a:gd name="connsiteY127" fmla="*/ 4799981 h 5143500"/>
              <a:gd name="connsiteX128" fmla="*/ 4372479 w 5089525"/>
              <a:gd name="connsiteY128" fmla="*/ 4799940 h 5143500"/>
              <a:gd name="connsiteX129" fmla="*/ 4372979 w 5089525"/>
              <a:gd name="connsiteY129" fmla="*/ 4799881 h 5143500"/>
              <a:gd name="connsiteX130" fmla="*/ 4373109 w 5089525"/>
              <a:gd name="connsiteY130" fmla="*/ 4799785 h 5143500"/>
              <a:gd name="connsiteX131" fmla="*/ 4373215 w 5089525"/>
              <a:gd name="connsiteY131" fmla="*/ 4799680 h 5143500"/>
              <a:gd name="connsiteX132" fmla="*/ 4373215 w 5089525"/>
              <a:gd name="connsiteY132" fmla="*/ 4782283 h 5143500"/>
              <a:gd name="connsiteX133" fmla="*/ 4307361 w 5089525"/>
              <a:gd name="connsiteY133" fmla="*/ 4782283 h 5143500"/>
              <a:gd name="connsiteX134" fmla="*/ 4380613 w 5089525"/>
              <a:gd name="connsiteY134" fmla="*/ 4782195 h 5143500"/>
              <a:gd name="connsiteX135" fmla="*/ 4379564 w 5089525"/>
              <a:gd name="connsiteY135" fmla="*/ 4782269 h 5143500"/>
              <a:gd name="connsiteX136" fmla="*/ 4379564 w 5089525"/>
              <a:gd name="connsiteY136" fmla="*/ 4885112 h 5143500"/>
              <a:gd name="connsiteX137" fmla="*/ 4399250 w 5089525"/>
              <a:gd name="connsiteY137" fmla="*/ 4885112 h 5143500"/>
              <a:gd name="connsiteX138" fmla="*/ 4399250 w 5089525"/>
              <a:gd name="connsiteY138" fmla="*/ 4883046 h 5143500"/>
              <a:gd name="connsiteX139" fmla="*/ 4399247 w 5089525"/>
              <a:gd name="connsiteY139" fmla="*/ 4784332 h 5143500"/>
              <a:gd name="connsiteX140" fmla="*/ 4399077 w 5089525"/>
              <a:gd name="connsiteY140" fmla="*/ 4782373 h 5143500"/>
              <a:gd name="connsiteX141" fmla="*/ 4398301 w 5089525"/>
              <a:gd name="connsiteY141" fmla="*/ 4782196 h 5143500"/>
              <a:gd name="connsiteX142" fmla="*/ 4380613 w 5089525"/>
              <a:gd name="connsiteY142" fmla="*/ 4782195 h 5143500"/>
              <a:gd name="connsiteX143" fmla="*/ 4231868 w 5089525"/>
              <a:gd name="connsiteY143" fmla="*/ 4719565 h 5143500"/>
              <a:gd name="connsiteX144" fmla="*/ 4248785 w 5089525"/>
              <a:gd name="connsiteY144" fmla="*/ 4727397 h 5143500"/>
              <a:gd name="connsiteX145" fmla="*/ 4258656 w 5089525"/>
              <a:gd name="connsiteY145" fmla="*/ 4747247 h 5143500"/>
              <a:gd name="connsiteX146" fmla="*/ 4251546 w 5089525"/>
              <a:gd name="connsiteY146" fmla="*/ 4770390 h 5143500"/>
              <a:gd name="connsiteX147" fmla="*/ 4234965 w 5089525"/>
              <a:gd name="connsiteY147" fmla="*/ 4780571 h 5143500"/>
              <a:gd name="connsiteX148" fmla="*/ 4228156 w 5089525"/>
              <a:gd name="connsiteY148" fmla="*/ 4781372 h 5143500"/>
              <a:gd name="connsiteX149" fmla="*/ 4199688 w 5089525"/>
              <a:gd name="connsiteY149" fmla="*/ 4781406 h 5143500"/>
              <a:gd name="connsiteX150" fmla="*/ 4198611 w 5089525"/>
              <a:gd name="connsiteY150" fmla="*/ 4781337 h 5143500"/>
              <a:gd name="connsiteX151" fmla="*/ 4198518 w 5089525"/>
              <a:gd name="connsiteY151" fmla="*/ 4779972 h 5143500"/>
              <a:gd name="connsiteX152" fmla="*/ 4198555 w 5089525"/>
              <a:gd name="connsiteY152" fmla="*/ 4748808 h 5143500"/>
              <a:gd name="connsiteX153" fmla="*/ 4199414 w 5089525"/>
              <a:gd name="connsiteY153" fmla="*/ 4742854 h 5143500"/>
              <a:gd name="connsiteX154" fmla="*/ 4205866 w 5089525"/>
              <a:gd name="connsiteY154" fmla="*/ 4730138 h 5143500"/>
              <a:gd name="connsiteX155" fmla="*/ 4231868 w 5089525"/>
              <a:gd name="connsiteY155" fmla="*/ 4719565 h 5143500"/>
              <a:gd name="connsiteX156" fmla="*/ 4223396 w 5089525"/>
              <a:gd name="connsiteY156" fmla="*/ 4700588 h 5143500"/>
              <a:gd name="connsiteX157" fmla="*/ 4220904 w 5089525"/>
              <a:gd name="connsiteY157" fmla="*/ 4701208 h 5143500"/>
              <a:gd name="connsiteX158" fmla="*/ 4195625 w 5089525"/>
              <a:gd name="connsiteY158" fmla="*/ 4713939 h 5143500"/>
              <a:gd name="connsiteX159" fmla="*/ 4185862 w 5089525"/>
              <a:gd name="connsiteY159" fmla="*/ 4726920 h 5143500"/>
              <a:gd name="connsiteX160" fmla="*/ 4180949 w 5089525"/>
              <a:gd name="connsiteY160" fmla="*/ 4741503 h 5143500"/>
              <a:gd name="connsiteX161" fmla="*/ 4180195 w 5089525"/>
              <a:gd name="connsiteY161" fmla="*/ 4751705 h 5143500"/>
              <a:gd name="connsiteX162" fmla="*/ 4180206 w 5089525"/>
              <a:gd name="connsiteY162" fmla="*/ 4779337 h 5143500"/>
              <a:gd name="connsiteX163" fmla="*/ 4180206 w 5089525"/>
              <a:gd name="connsiteY163" fmla="*/ 4781343 h 5143500"/>
              <a:gd name="connsiteX164" fmla="*/ 4151780 w 5089525"/>
              <a:gd name="connsiteY164" fmla="*/ 4781343 h 5143500"/>
              <a:gd name="connsiteX165" fmla="*/ 4151780 w 5089525"/>
              <a:gd name="connsiteY165" fmla="*/ 4800050 h 5143500"/>
              <a:gd name="connsiteX166" fmla="*/ 4180085 w 5089525"/>
              <a:gd name="connsiteY166" fmla="*/ 4800060 h 5143500"/>
              <a:gd name="connsiteX167" fmla="*/ 4180085 w 5089525"/>
              <a:gd name="connsiteY167" fmla="*/ 4824991 h 5143500"/>
              <a:gd name="connsiteX168" fmla="*/ 4178248 w 5089525"/>
              <a:gd name="connsiteY168" fmla="*/ 4824991 h 5143500"/>
              <a:gd name="connsiteX169" fmla="*/ 4149773 w 5089525"/>
              <a:gd name="connsiteY169" fmla="*/ 4824984 h 5143500"/>
              <a:gd name="connsiteX170" fmla="*/ 4133352 w 5089525"/>
              <a:gd name="connsiteY170" fmla="*/ 4827984 h 5143500"/>
              <a:gd name="connsiteX171" fmla="*/ 4117978 w 5089525"/>
              <a:gd name="connsiteY171" fmla="*/ 4837423 h 5143500"/>
              <a:gd name="connsiteX172" fmla="*/ 4102023 w 5089525"/>
              <a:gd name="connsiteY172" fmla="*/ 4867880 h 5143500"/>
              <a:gd name="connsiteX173" fmla="*/ 4101543 w 5089525"/>
              <a:gd name="connsiteY173" fmla="*/ 4868899 h 5143500"/>
              <a:gd name="connsiteX174" fmla="*/ 4101407 w 5089525"/>
              <a:gd name="connsiteY174" fmla="*/ 4880540 h 5143500"/>
              <a:gd name="connsiteX175" fmla="*/ 4101993 w 5089525"/>
              <a:gd name="connsiteY175" fmla="*/ 4881134 h 5143500"/>
              <a:gd name="connsiteX176" fmla="*/ 4106594 w 5089525"/>
              <a:gd name="connsiteY176" fmla="*/ 4896837 h 5143500"/>
              <a:gd name="connsiteX177" fmla="*/ 4114222 w 5089525"/>
              <a:gd name="connsiteY177" fmla="*/ 4908260 h 5143500"/>
              <a:gd name="connsiteX178" fmla="*/ 4129387 w 5089525"/>
              <a:gd name="connsiteY178" fmla="*/ 4919760 h 5143500"/>
              <a:gd name="connsiteX179" fmla="*/ 4143641 w 5089525"/>
              <a:gd name="connsiteY179" fmla="*/ 4924223 h 5143500"/>
              <a:gd name="connsiteX180" fmla="*/ 4155399 w 5089525"/>
              <a:gd name="connsiteY180" fmla="*/ 4924233 h 5143500"/>
              <a:gd name="connsiteX181" fmla="*/ 4159457 w 5089525"/>
              <a:gd name="connsiteY181" fmla="*/ 4923551 h 5143500"/>
              <a:gd name="connsiteX182" fmla="*/ 4185523 w 5089525"/>
              <a:gd name="connsiteY182" fmla="*/ 4908568 h 5143500"/>
              <a:gd name="connsiteX183" fmla="*/ 4195780 w 5089525"/>
              <a:gd name="connsiteY183" fmla="*/ 4891174 h 5143500"/>
              <a:gd name="connsiteX184" fmla="*/ 4198512 w 5089525"/>
              <a:gd name="connsiteY184" fmla="*/ 4874354 h 5143500"/>
              <a:gd name="connsiteX185" fmla="*/ 4198515 w 5089525"/>
              <a:gd name="connsiteY185" fmla="*/ 4845715 h 5143500"/>
              <a:gd name="connsiteX186" fmla="*/ 4198515 w 5089525"/>
              <a:gd name="connsiteY186" fmla="*/ 4843736 h 5143500"/>
              <a:gd name="connsiteX187" fmla="*/ 4226943 w 5089525"/>
              <a:gd name="connsiteY187" fmla="*/ 4843736 h 5143500"/>
              <a:gd name="connsiteX188" fmla="*/ 4226943 w 5089525"/>
              <a:gd name="connsiteY188" fmla="*/ 4824955 h 5143500"/>
              <a:gd name="connsiteX189" fmla="*/ 4198665 w 5089525"/>
              <a:gd name="connsiteY189" fmla="*/ 4824955 h 5143500"/>
              <a:gd name="connsiteX190" fmla="*/ 4198810 w 5089525"/>
              <a:gd name="connsiteY190" fmla="*/ 4800056 h 5143500"/>
              <a:gd name="connsiteX191" fmla="*/ 4200629 w 5089525"/>
              <a:gd name="connsiteY191" fmla="*/ 4800056 h 5143500"/>
              <a:gd name="connsiteX192" fmla="*/ 4229941 w 5089525"/>
              <a:gd name="connsiteY192" fmla="*/ 4800034 h 5143500"/>
              <a:gd name="connsiteX193" fmla="*/ 4235957 w 5089525"/>
              <a:gd name="connsiteY193" fmla="*/ 4799557 h 5143500"/>
              <a:gd name="connsiteX194" fmla="*/ 4264822 w 5089525"/>
              <a:gd name="connsiteY194" fmla="*/ 4783396 h 5143500"/>
              <a:gd name="connsiteX195" fmla="*/ 4276681 w 5089525"/>
              <a:gd name="connsiteY195" fmla="*/ 4744231 h 5143500"/>
              <a:gd name="connsiteX196" fmla="*/ 4260971 w 5089525"/>
              <a:gd name="connsiteY196" fmla="*/ 4713321 h 5143500"/>
              <a:gd name="connsiteX197" fmla="*/ 4236142 w 5089525"/>
              <a:gd name="connsiteY197" fmla="*/ 4701190 h 5143500"/>
              <a:gd name="connsiteX198" fmla="*/ 4234022 w 5089525"/>
              <a:gd name="connsiteY198" fmla="*/ 4700588 h 5143500"/>
              <a:gd name="connsiteX199" fmla="*/ 4223396 w 5089525"/>
              <a:gd name="connsiteY199" fmla="*/ 4700588 h 5143500"/>
              <a:gd name="connsiteX200" fmla="*/ 0 w 5089525"/>
              <a:gd name="connsiteY200" fmla="*/ 0 h 5143500"/>
              <a:gd name="connsiteX201" fmla="*/ 5089525 w 5089525"/>
              <a:gd name="connsiteY201" fmla="*/ 0 h 5143500"/>
              <a:gd name="connsiteX202" fmla="*/ 5089525 w 5089525"/>
              <a:gd name="connsiteY202" fmla="*/ 5143500 h 5143500"/>
              <a:gd name="connsiteX203" fmla="*/ 0 w 5089525"/>
              <a:gd name="connsiteY20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5089525" h="5143500">
                <a:moveTo>
                  <a:pt x="4178186" y="4843753"/>
                </a:moveTo>
                <a:cubicBezTo>
                  <a:pt x="4178794" y="4843753"/>
                  <a:pt x="4179402" y="4843753"/>
                  <a:pt x="4180206" y="4843753"/>
                </a:cubicBezTo>
                <a:cubicBezTo>
                  <a:pt x="4180206" y="4852563"/>
                  <a:pt x="4180206" y="4861244"/>
                  <a:pt x="4180206" y="4869925"/>
                </a:cubicBezTo>
                <a:cubicBezTo>
                  <a:pt x="4180192" y="4873673"/>
                  <a:pt x="4180303" y="4877083"/>
                  <a:pt x="4179652" y="4880470"/>
                </a:cubicBezTo>
                <a:cubicBezTo>
                  <a:pt x="4178625" y="4885813"/>
                  <a:pt x="4176428" y="4890591"/>
                  <a:pt x="4172937" y="4894751"/>
                </a:cubicBezTo>
                <a:cubicBezTo>
                  <a:pt x="4167864" y="4900794"/>
                  <a:pt x="4161432" y="4904460"/>
                  <a:pt x="4153574" y="4905435"/>
                </a:cubicBezTo>
                <a:cubicBezTo>
                  <a:pt x="4145383" y="4906451"/>
                  <a:pt x="4138025" y="4904264"/>
                  <a:pt x="4131616" y="4899142"/>
                </a:cubicBezTo>
                <a:cubicBezTo>
                  <a:pt x="4125222" y="4894032"/>
                  <a:pt x="4121362" y="4887349"/>
                  <a:pt x="4120238" y="4879213"/>
                </a:cubicBezTo>
                <a:cubicBezTo>
                  <a:pt x="4118906" y="4869566"/>
                  <a:pt x="4121449" y="4861018"/>
                  <a:pt x="4127967" y="4853747"/>
                </a:cubicBezTo>
                <a:cubicBezTo>
                  <a:pt x="4133849" y="4847185"/>
                  <a:pt x="4141247" y="4843823"/>
                  <a:pt x="4150067" y="4843767"/>
                </a:cubicBezTo>
                <a:cubicBezTo>
                  <a:pt x="4159440" y="4843707"/>
                  <a:pt x="4168813" y="4843753"/>
                  <a:pt x="4178186" y="4843753"/>
                </a:cubicBezTo>
                <a:close/>
                <a:moveTo>
                  <a:pt x="4436630" y="4822055"/>
                </a:moveTo>
                <a:cubicBezTo>
                  <a:pt x="4443100" y="4818599"/>
                  <a:pt x="4449656" y="4818638"/>
                  <a:pt x="4456071" y="4822073"/>
                </a:cubicBezTo>
                <a:cubicBezTo>
                  <a:pt x="4460842" y="4824628"/>
                  <a:pt x="4464034" y="4828712"/>
                  <a:pt x="4466092" y="4833690"/>
                </a:cubicBezTo>
                <a:cubicBezTo>
                  <a:pt x="4466194" y="4833937"/>
                  <a:pt x="4466259" y="4834199"/>
                  <a:pt x="4466378" y="4834569"/>
                </a:cubicBezTo>
                <a:cubicBezTo>
                  <a:pt x="4452985" y="4834569"/>
                  <a:pt x="4439717" y="4834569"/>
                  <a:pt x="4426255" y="4834569"/>
                </a:cubicBezTo>
                <a:cubicBezTo>
                  <a:pt x="4426627" y="4833726"/>
                  <a:pt x="4426958" y="4832975"/>
                  <a:pt x="4427290" y="4832224"/>
                </a:cubicBezTo>
                <a:cubicBezTo>
                  <a:pt x="4429500" y="4827775"/>
                  <a:pt x="4432425" y="4824302"/>
                  <a:pt x="4436630" y="4822055"/>
                </a:cubicBezTo>
                <a:close/>
                <a:moveTo>
                  <a:pt x="4663113" y="4820110"/>
                </a:moveTo>
                <a:cubicBezTo>
                  <a:pt x="4671762" y="4818543"/>
                  <a:pt x="4679137" y="4821239"/>
                  <a:pt x="4684927" y="4827673"/>
                </a:cubicBezTo>
                <a:cubicBezTo>
                  <a:pt x="4693248" y="4836918"/>
                  <a:pt x="4693367" y="4850479"/>
                  <a:pt x="4685501" y="4860034"/>
                </a:cubicBezTo>
                <a:cubicBezTo>
                  <a:pt x="4682581" y="4863582"/>
                  <a:pt x="4678910" y="4866078"/>
                  <a:pt x="4674557" y="4867563"/>
                </a:cubicBezTo>
                <a:cubicBezTo>
                  <a:pt x="4672081" y="4868242"/>
                  <a:pt x="4669846" y="4868707"/>
                  <a:pt x="4667526" y="4868695"/>
                </a:cubicBezTo>
                <a:cubicBezTo>
                  <a:pt x="4661875" y="4868667"/>
                  <a:pt x="4656843" y="4866881"/>
                  <a:pt x="4652512" y="4863280"/>
                </a:cubicBezTo>
                <a:cubicBezTo>
                  <a:pt x="4647267" y="4858920"/>
                  <a:pt x="4644289" y="4853285"/>
                  <a:pt x="4643644" y="4846493"/>
                </a:cubicBezTo>
                <a:cubicBezTo>
                  <a:pt x="4642420" y="4833607"/>
                  <a:pt x="4651238" y="4822263"/>
                  <a:pt x="4663113" y="4820110"/>
                </a:cubicBezTo>
                <a:close/>
                <a:moveTo>
                  <a:pt x="4503372" y="4803275"/>
                </a:moveTo>
                <a:cubicBezTo>
                  <a:pt x="4496916" y="4803355"/>
                  <a:pt x="4490459" y="4803311"/>
                  <a:pt x="4484003" y="4803315"/>
                </a:cubicBezTo>
                <a:cubicBezTo>
                  <a:pt x="4483521" y="4803316"/>
                  <a:pt x="4483039" y="4803357"/>
                  <a:pt x="4482247" y="4803393"/>
                </a:cubicBezTo>
                <a:cubicBezTo>
                  <a:pt x="4491261" y="4816922"/>
                  <a:pt x="4500132" y="4830236"/>
                  <a:pt x="4509007" y="4843556"/>
                </a:cubicBezTo>
                <a:cubicBezTo>
                  <a:pt x="4507085" y="4846442"/>
                  <a:pt x="4505255" y="4849195"/>
                  <a:pt x="4503421" y="4851945"/>
                </a:cubicBezTo>
                <a:cubicBezTo>
                  <a:pt x="4501585" y="4854698"/>
                  <a:pt x="4499746" y="4857449"/>
                  <a:pt x="4497905" y="4860198"/>
                </a:cubicBezTo>
                <a:cubicBezTo>
                  <a:pt x="4496032" y="4862994"/>
                  <a:pt x="4494151" y="4865784"/>
                  <a:pt x="4492281" y="4868581"/>
                </a:cubicBezTo>
                <a:cubicBezTo>
                  <a:pt x="4490441" y="4871332"/>
                  <a:pt x="4488586" y="4874073"/>
                  <a:pt x="4486782" y="4876847"/>
                </a:cubicBezTo>
                <a:cubicBezTo>
                  <a:pt x="4485009" y="4879575"/>
                  <a:pt x="4482962" y="4882135"/>
                  <a:pt x="4481350" y="4885114"/>
                </a:cubicBezTo>
                <a:cubicBezTo>
                  <a:pt x="4481776" y="4885163"/>
                  <a:pt x="4481939" y="4885199"/>
                  <a:pt x="4482102" y="4885199"/>
                </a:cubicBezTo>
                <a:cubicBezTo>
                  <a:pt x="4488727" y="4885203"/>
                  <a:pt x="4495352" y="4885176"/>
                  <a:pt x="4501977" y="4885234"/>
                </a:cubicBezTo>
                <a:cubicBezTo>
                  <a:pt x="4502945" y="4885243"/>
                  <a:pt x="4503357" y="4884809"/>
                  <a:pt x="4503799" y="4884102"/>
                </a:cubicBezTo>
                <a:cubicBezTo>
                  <a:pt x="4508201" y="4877072"/>
                  <a:pt x="4512622" y="4870054"/>
                  <a:pt x="4517043" y="4863037"/>
                </a:cubicBezTo>
                <a:cubicBezTo>
                  <a:pt x="4518073" y="4861401"/>
                  <a:pt x="4519123" y="4859778"/>
                  <a:pt x="4520292" y="4857950"/>
                </a:cubicBezTo>
                <a:cubicBezTo>
                  <a:pt x="4523068" y="4862342"/>
                  <a:pt x="4525694" y="4866497"/>
                  <a:pt x="4528379" y="4870759"/>
                </a:cubicBezTo>
                <a:cubicBezTo>
                  <a:pt x="4531216" y="4875276"/>
                  <a:pt x="4534022" y="4879669"/>
                  <a:pt x="4536750" y="4884110"/>
                </a:cubicBezTo>
                <a:cubicBezTo>
                  <a:pt x="4537261" y="4884942"/>
                  <a:pt x="4537797" y="4885231"/>
                  <a:pt x="4538754" y="4885225"/>
                </a:cubicBezTo>
                <a:cubicBezTo>
                  <a:pt x="4545435" y="4885186"/>
                  <a:pt x="4552116" y="4885206"/>
                  <a:pt x="4558797" y="4885200"/>
                </a:cubicBezTo>
                <a:cubicBezTo>
                  <a:pt x="4559159" y="4885200"/>
                  <a:pt x="4559520" y="4885136"/>
                  <a:pt x="4560092" y="4885083"/>
                </a:cubicBezTo>
                <a:cubicBezTo>
                  <a:pt x="4550633" y="4870934"/>
                  <a:pt x="4541300" y="4856976"/>
                  <a:pt x="4532008" y="4843077"/>
                </a:cubicBezTo>
                <a:cubicBezTo>
                  <a:pt x="4540954" y="4829774"/>
                  <a:pt x="4549862" y="4816682"/>
                  <a:pt x="4558736" y="4803452"/>
                </a:cubicBezTo>
                <a:cubicBezTo>
                  <a:pt x="4558373" y="4803371"/>
                  <a:pt x="4558266" y="4803326"/>
                  <a:pt x="4558158" y="4803326"/>
                </a:cubicBezTo>
                <a:cubicBezTo>
                  <a:pt x="4551364" y="4803319"/>
                  <a:pt x="4544571" y="4803336"/>
                  <a:pt x="4537778" y="4803289"/>
                </a:cubicBezTo>
                <a:cubicBezTo>
                  <a:pt x="4536872" y="4803283"/>
                  <a:pt x="4536491" y="4803746"/>
                  <a:pt x="4536089" y="4804389"/>
                </a:cubicBezTo>
                <a:cubicBezTo>
                  <a:pt x="4534307" y="4807240"/>
                  <a:pt x="4532506" y="4810080"/>
                  <a:pt x="4530712" y="4812924"/>
                </a:cubicBezTo>
                <a:cubicBezTo>
                  <a:pt x="4527423" y="4818137"/>
                  <a:pt x="4524135" y="4823351"/>
                  <a:pt x="4520785" y="4828662"/>
                </a:cubicBezTo>
                <a:cubicBezTo>
                  <a:pt x="4520439" y="4828175"/>
                  <a:pt x="4520131" y="4827784"/>
                  <a:pt x="4519869" y="4827364"/>
                </a:cubicBezTo>
                <a:cubicBezTo>
                  <a:pt x="4515154" y="4819803"/>
                  <a:pt x="4510438" y="4812243"/>
                  <a:pt x="4505745" y="4804669"/>
                </a:cubicBezTo>
                <a:cubicBezTo>
                  <a:pt x="4505178" y="4803752"/>
                  <a:pt x="4504587" y="4803259"/>
                  <a:pt x="4503372" y="4803275"/>
                </a:cubicBezTo>
                <a:close/>
                <a:moveTo>
                  <a:pt x="4661269" y="4802138"/>
                </a:moveTo>
                <a:cubicBezTo>
                  <a:pt x="4651345" y="4803537"/>
                  <a:pt x="4642946" y="4808188"/>
                  <a:pt x="4636544" y="4815850"/>
                </a:cubicBezTo>
                <a:cubicBezTo>
                  <a:pt x="4625425" y="4829160"/>
                  <a:pt x="4623034" y="4844220"/>
                  <a:pt x="4629148" y="4860377"/>
                </a:cubicBezTo>
                <a:cubicBezTo>
                  <a:pt x="4632964" y="4870464"/>
                  <a:pt x="4640004" y="4877910"/>
                  <a:pt x="4649785" y="4882640"/>
                </a:cubicBezTo>
                <a:cubicBezTo>
                  <a:pt x="4658828" y="4887013"/>
                  <a:pt x="4668225" y="4887840"/>
                  <a:pt x="4677902" y="4885287"/>
                </a:cubicBezTo>
                <a:cubicBezTo>
                  <a:pt x="4685985" y="4883154"/>
                  <a:pt x="4692758" y="4878843"/>
                  <a:pt x="4698220" y="4872522"/>
                </a:cubicBezTo>
                <a:cubicBezTo>
                  <a:pt x="4703898" y="4865951"/>
                  <a:pt x="4707418" y="4858403"/>
                  <a:pt x="4708342" y="4849709"/>
                </a:cubicBezTo>
                <a:cubicBezTo>
                  <a:pt x="4708361" y="4849530"/>
                  <a:pt x="4708549" y="4849369"/>
                  <a:pt x="4708658" y="4849042"/>
                </a:cubicBezTo>
                <a:cubicBezTo>
                  <a:pt x="4708658" y="4845731"/>
                  <a:pt x="4708658" y="4842579"/>
                  <a:pt x="4708532" y="4839363"/>
                </a:cubicBezTo>
                <a:cubicBezTo>
                  <a:pt x="4708337" y="4838463"/>
                  <a:pt x="4708339" y="4837613"/>
                  <a:pt x="4708188" y="4836791"/>
                </a:cubicBezTo>
                <a:cubicBezTo>
                  <a:pt x="4706433" y="4827300"/>
                  <a:pt x="4702209" y="4819133"/>
                  <a:pt x="4695044" y="4812587"/>
                </a:cubicBezTo>
                <a:cubicBezTo>
                  <a:pt x="4685434" y="4803806"/>
                  <a:pt x="4674098" y="4800330"/>
                  <a:pt x="4661269" y="4802138"/>
                </a:cubicBezTo>
                <a:close/>
                <a:moveTo>
                  <a:pt x="4447153" y="4802122"/>
                </a:moveTo>
                <a:cubicBezTo>
                  <a:pt x="4444660" y="4802037"/>
                  <a:pt x="4442149" y="4802510"/>
                  <a:pt x="4439502" y="4802743"/>
                </a:cubicBezTo>
                <a:cubicBezTo>
                  <a:pt x="4437053" y="4803441"/>
                  <a:pt x="4434667" y="4803929"/>
                  <a:pt x="4432458" y="4804843"/>
                </a:cubicBezTo>
                <a:cubicBezTo>
                  <a:pt x="4423330" y="4808618"/>
                  <a:pt x="4416617" y="4815088"/>
                  <a:pt x="4412139" y="4823828"/>
                </a:cubicBezTo>
                <a:cubicBezTo>
                  <a:pt x="4407571" y="4832741"/>
                  <a:pt x="4406253" y="4842208"/>
                  <a:pt x="4408037" y="4852050"/>
                </a:cubicBezTo>
                <a:cubicBezTo>
                  <a:pt x="4410039" y="4863103"/>
                  <a:pt x="4415417" y="4872175"/>
                  <a:pt x="4424520" y="4878849"/>
                </a:cubicBezTo>
                <a:cubicBezTo>
                  <a:pt x="4432931" y="4885016"/>
                  <a:pt x="4442405" y="4887226"/>
                  <a:pt x="4452663" y="4885477"/>
                </a:cubicBezTo>
                <a:cubicBezTo>
                  <a:pt x="4462716" y="4883762"/>
                  <a:pt x="4470750" y="4878530"/>
                  <a:pt x="4477025" y="4870561"/>
                </a:cubicBezTo>
                <a:cubicBezTo>
                  <a:pt x="4478180" y="4869094"/>
                  <a:pt x="4479131" y="4867466"/>
                  <a:pt x="4480271" y="4865772"/>
                </a:cubicBezTo>
                <a:cubicBezTo>
                  <a:pt x="4475095" y="4863322"/>
                  <a:pt x="4470152" y="4860982"/>
                  <a:pt x="4465216" y="4858646"/>
                </a:cubicBezTo>
                <a:cubicBezTo>
                  <a:pt x="4458515" y="4866885"/>
                  <a:pt x="4450235" y="4870747"/>
                  <a:pt x="4439830" y="4867491"/>
                </a:cubicBezTo>
                <a:cubicBezTo>
                  <a:pt x="4431669" y="4864938"/>
                  <a:pt x="4427208" y="4858686"/>
                  <a:pt x="4424861" y="4850499"/>
                </a:cubicBezTo>
                <a:cubicBezTo>
                  <a:pt x="4444866" y="4850499"/>
                  <a:pt x="4464669" y="4850499"/>
                  <a:pt x="4484511" y="4850499"/>
                </a:cubicBezTo>
                <a:cubicBezTo>
                  <a:pt x="4484638" y="4849895"/>
                  <a:pt x="4484770" y="4849412"/>
                  <a:pt x="4484839" y="4848919"/>
                </a:cubicBezTo>
                <a:cubicBezTo>
                  <a:pt x="4485373" y="4845124"/>
                  <a:pt x="4485202" y="4841347"/>
                  <a:pt x="4484640" y="4837564"/>
                </a:cubicBezTo>
                <a:cubicBezTo>
                  <a:pt x="4483074" y="4827008"/>
                  <a:pt x="4478423" y="4818123"/>
                  <a:pt x="4470319" y="4811136"/>
                </a:cubicBezTo>
                <a:cubicBezTo>
                  <a:pt x="4463674" y="4805408"/>
                  <a:pt x="4455896" y="4802422"/>
                  <a:pt x="4447153" y="4802122"/>
                </a:cubicBezTo>
                <a:close/>
                <a:moveTo>
                  <a:pt x="4594032" y="4802110"/>
                </a:moveTo>
                <a:cubicBezTo>
                  <a:pt x="4588613" y="4801771"/>
                  <a:pt x="4583308" y="4802574"/>
                  <a:pt x="4578266" y="4804724"/>
                </a:cubicBezTo>
                <a:cubicBezTo>
                  <a:pt x="4572540" y="4807167"/>
                  <a:pt x="4568068" y="4810968"/>
                  <a:pt x="4565397" y="4816693"/>
                </a:cubicBezTo>
                <a:cubicBezTo>
                  <a:pt x="4563632" y="4820475"/>
                  <a:pt x="4563049" y="4824473"/>
                  <a:pt x="4563120" y="4828622"/>
                </a:cubicBezTo>
                <a:cubicBezTo>
                  <a:pt x="4563244" y="4835872"/>
                  <a:pt x="4566217" y="4841572"/>
                  <a:pt x="4572182" y="4845697"/>
                </a:cubicBezTo>
                <a:cubicBezTo>
                  <a:pt x="4576097" y="4848405"/>
                  <a:pt x="4580474" y="4850119"/>
                  <a:pt x="4584967" y="4851565"/>
                </a:cubicBezTo>
                <a:cubicBezTo>
                  <a:pt x="4588484" y="4852696"/>
                  <a:pt x="4592057" y="4853667"/>
                  <a:pt x="4595524" y="4854933"/>
                </a:cubicBezTo>
                <a:cubicBezTo>
                  <a:pt x="4597661" y="4855713"/>
                  <a:pt x="4599831" y="4856657"/>
                  <a:pt x="4601662" y="4857977"/>
                </a:cubicBezTo>
                <a:cubicBezTo>
                  <a:pt x="4606221" y="4861266"/>
                  <a:pt x="4605329" y="4867549"/>
                  <a:pt x="4600126" y="4869688"/>
                </a:cubicBezTo>
                <a:cubicBezTo>
                  <a:pt x="4597698" y="4870687"/>
                  <a:pt x="4595136" y="4870943"/>
                  <a:pt x="4592542" y="4870793"/>
                </a:cubicBezTo>
                <a:cubicBezTo>
                  <a:pt x="4587158" y="4870483"/>
                  <a:pt x="4582065" y="4869008"/>
                  <a:pt x="4577273" y="4866590"/>
                </a:cubicBezTo>
                <a:cubicBezTo>
                  <a:pt x="4574134" y="4865007"/>
                  <a:pt x="4571110" y="4863195"/>
                  <a:pt x="4567934" y="4861430"/>
                </a:cubicBezTo>
                <a:cubicBezTo>
                  <a:pt x="4567560" y="4862010"/>
                  <a:pt x="4567112" y="4862705"/>
                  <a:pt x="4566592" y="4863497"/>
                </a:cubicBezTo>
                <a:cubicBezTo>
                  <a:pt x="4564137" y="4867371"/>
                  <a:pt x="4561755" y="4871147"/>
                  <a:pt x="4559344" y="4874969"/>
                </a:cubicBezTo>
                <a:cubicBezTo>
                  <a:pt x="4562229" y="4877354"/>
                  <a:pt x="4565283" y="4879237"/>
                  <a:pt x="4568493" y="4880832"/>
                </a:cubicBezTo>
                <a:cubicBezTo>
                  <a:pt x="4576953" y="4885036"/>
                  <a:pt x="4585862" y="4887189"/>
                  <a:pt x="4595379" y="4886694"/>
                </a:cubicBezTo>
                <a:cubicBezTo>
                  <a:pt x="4599440" y="4886483"/>
                  <a:pt x="4603384" y="4885850"/>
                  <a:pt x="4607215" y="4884517"/>
                </a:cubicBezTo>
                <a:cubicBezTo>
                  <a:pt x="4610868" y="4883245"/>
                  <a:pt x="4614186" y="4881351"/>
                  <a:pt x="4616839" y="4878539"/>
                </a:cubicBezTo>
                <a:cubicBezTo>
                  <a:pt x="4622649" y="4872380"/>
                  <a:pt x="4623859" y="4864789"/>
                  <a:pt x="4622907" y="4856780"/>
                </a:cubicBezTo>
                <a:cubicBezTo>
                  <a:pt x="4622275" y="4851468"/>
                  <a:pt x="4619301" y="4847352"/>
                  <a:pt x="4615037" y="4844156"/>
                </a:cubicBezTo>
                <a:cubicBezTo>
                  <a:pt x="4611455" y="4841471"/>
                  <a:pt x="4607448" y="4839610"/>
                  <a:pt x="4603292" y="4838055"/>
                </a:cubicBezTo>
                <a:cubicBezTo>
                  <a:pt x="4599255" y="4836545"/>
                  <a:pt x="4595161" y="4835187"/>
                  <a:pt x="4591121" y="4833683"/>
                </a:cubicBezTo>
                <a:cubicBezTo>
                  <a:pt x="4588335" y="4832646"/>
                  <a:pt x="4585590" y="4831491"/>
                  <a:pt x="4583483" y="4829256"/>
                </a:cubicBezTo>
                <a:cubicBezTo>
                  <a:pt x="4581262" y="4826899"/>
                  <a:pt x="4581119" y="4823938"/>
                  <a:pt x="4583063" y="4821313"/>
                </a:cubicBezTo>
                <a:cubicBezTo>
                  <a:pt x="4584176" y="4819810"/>
                  <a:pt x="4585781" y="4818994"/>
                  <a:pt x="4587562" y="4818553"/>
                </a:cubicBezTo>
                <a:cubicBezTo>
                  <a:pt x="4590563" y="4817809"/>
                  <a:pt x="4593570" y="4818031"/>
                  <a:pt x="4596556" y="4818661"/>
                </a:cubicBezTo>
                <a:cubicBezTo>
                  <a:pt x="4601926" y="4819793"/>
                  <a:pt x="4606855" y="4822058"/>
                  <a:pt x="4611665" y="4824618"/>
                </a:cubicBezTo>
                <a:cubicBezTo>
                  <a:pt x="4612184" y="4824894"/>
                  <a:pt x="4612709" y="4825158"/>
                  <a:pt x="4613281" y="4825453"/>
                </a:cubicBezTo>
                <a:cubicBezTo>
                  <a:pt x="4615904" y="4820578"/>
                  <a:pt x="4618445" y="4815856"/>
                  <a:pt x="4620964" y="4811175"/>
                </a:cubicBezTo>
                <a:cubicBezTo>
                  <a:pt x="4620831" y="4810996"/>
                  <a:pt x="4620781" y="4810890"/>
                  <a:pt x="4620699" y="4810825"/>
                </a:cubicBezTo>
                <a:cubicBezTo>
                  <a:pt x="4620524" y="4810685"/>
                  <a:pt x="4620336" y="4810561"/>
                  <a:pt x="4620146" y="4810442"/>
                </a:cubicBezTo>
                <a:cubicBezTo>
                  <a:pt x="4612154" y="4805432"/>
                  <a:pt x="4603411" y="4802695"/>
                  <a:pt x="4594032" y="4802110"/>
                </a:cubicBezTo>
                <a:close/>
                <a:moveTo>
                  <a:pt x="4307361" y="4782283"/>
                </a:moveTo>
                <a:cubicBezTo>
                  <a:pt x="4307361" y="4799985"/>
                  <a:pt x="4307361" y="4817600"/>
                  <a:pt x="4307361" y="4835384"/>
                </a:cubicBezTo>
                <a:cubicBezTo>
                  <a:pt x="4307361" y="4852097"/>
                  <a:pt x="4307361" y="4868643"/>
                  <a:pt x="4307361" y="4885208"/>
                </a:cubicBezTo>
                <a:cubicBezTo>
                  <a:pt x="4314042" y="4885208"/>
                  <a:pt x="4320522" y="4885208"/>
                  <a:pt x="4327134" y="4885208"/>
                </a:cubicBezTo>
                <a:cubicBezTo>
                  <a:pt x="4327134" y="4880397"/>
                  <a:pt x="4327134" y="4875691"/>
                  <a:pt x="4327134" y="4870986"/>
                </a:cubicBezTo>
                <a:cubicBezTo>
                  <a:pt x="4327134" y="4866325"/>
                  <a:pt x="4327119" y="4861665"/>
                  <a:pt x="4327138" y="4857004"/>
                </a:cubicBezTo>
                <a:cubicBezTo>
                  <a:pt x="4327156" y="4852318"/>
                  <a:pt x="4327056" y="4847629"/>
                  <a:pt x="4327204" y="4842811"/>
                </a:cubicBezTo>
                <a:cubicBezTo>
                  <a:pt x="4339501" y="4842811"/>
                  <a:pt x="4351605" y="4842811"/>
                  <a:pt x="4363787" y="4842811"/>
                </a:cubicBezTo>
                <a:cubicBezTo>
                  <a:pt x="4363787" y="4836919"/>
                  <a:pt x="4363787" y="4831164"/>
                  <a:pt x="4363787" y="4825218"/>
                </a:cubicBezTo>
                <a:cubicBezTo>
                  <a:pt x="4351570" y="4825218"/>
                  <a:pt x="4339422" y="4825218"/>
                  <a:pt x="4327245" y="4825218"/>
                </a:cubicBezTo>
                <a:cubicBezTo>
                  <a:pt x="4327245" y="4816698"/>
                  <a:pt x="4327245" y="4808369"/>
                  <a:pt x="4327245" y="4800086"/>
                </a:cubicBezTo>
                <a:cubicBezTo>
                  <a:pt x="4327406" y="4800019"/>
                  <a:pt x="4327455" y="4799981"/>
                  <a:pt x="4327504" y="4799981"/>
                </a:cubicBezTo>
                <a:cubicBezTo>
                  <a:pt x="4342496" y="4799966"/>
                  <a:pt x="4357487" y="4799955"/>
                  <a:pt x="4372479" y="4799940"/>
                </a:cubicBezTo>
                <a:cubicBezTo>
                  <a:pt x="4372646" y="4799940"/>
                  <a:pt x="4372814" y="4799910"/>
                  <a:pt x="4372979" y="4799881"/>
                </a:cubicBezTo>
                <a:cubicBezTo>
                  <a:pt x="4373026" y="4799872"/>
                  <a:pt x="4373068" y="4799821"/>
                  <a:pt x="4373109" y="4799785"/>
                </a:cubicBezTo>
                <a:cubicBezTo>
                  <a:pt x="4373151" y="4799748"/>
                  <a:pt x="4373189" y="4799706"/>
                  <a:pt x="4373215" y="4799680"/>
                </a:cubicBezTo>
                <a:cubicBezTo>
                  <a:pt x="4373215" y="4793901"/>
                  <a:pt x="4373215" y="4788136"/>
                  <a:pt x="4373215" y="4782283"/>
                </a:cubicBezTo>
                <a:cubicBezTo>
                  <a:pt x="4351264" y="4782283"/>
                  <a:pt x="4329400" y="4782283"/>
                  <a:pt x="4307361" y="4782283"/>
                </a:cubicBezTo>
                <a:close/>
                <a:moveTo>
                  <a:pt x="4380613" y="4782195"/>
                </a:moveTo>
                <a:cubicBezTo>
                  <a:pt x="4380290" y="4782196"/>
                  <a:pt x="4379967" y="4782240"/>
                  <a:pt x="4379564" y="4782269"/>
                </a:cubicBezTo>
                <a:cubicBezTo>
                  <a:pt x="4379564" y="4816587"/>
                  <a:pt x="4379564" y="4850805"/>
                  <a:pt x="4379564" y="4885112"/>
                </a:cubicBezTo>
                <a:cubicBezTo>
                  <a:pt x="4386126" y="4885112"/>
                  <a:pt x="4392604" y="4885112"/>
                  <a:pt x="4399250" y="4885112"/>
                </a:cubicBezTo>
                <a:cubicBezTo>
                  <a:pt x="4399250" y="4884366"/>
                  <a:pt x="4399250" y="4883706"/>
                  <a:pt x="4399250" y="4883046"/>
                </a:cubicBezTo>
                <a:cubicBezTo>
                  <a:pt x="4399250" y="4850141"/>
                  <a:pt x="4399250" y="4817237"/>
                  <a:pt x="4399247" y="4784332"/>
                </a:cubicBezTo>
                <a:cubicBezTo>
                  <a:pt x="4399247" y="4783717"/>
                  <a:pt x="4399207" y="4783101"/>
                  <a:pt x="4399077" y="4782373"/>
                </a:cubicBezTo>
                <a:cubicBezTo>
                  <a:pt x="4398746" y="4782238"/>
                  <a:pt x="4398524" y="4782196"/>
                  <a:pt x="4398301" y="4782196"/>
                </a:cubicBezTo>
                <a:cubicBezTo>
                  <a:pt x="4392405" y="4782192"/>
                  <a:pt x="4386509" y="4782191"/>
                  <a:pt x="4380613" y="4782195"/>
                </a:cubicBezTo>
                <a:close/>
                <a:moveTo>
                  <a:pt x="4231868" y="4719565"/>
                </a:moveTo>
                <a:cubicBezTo>
                  <a:pt x="4238347" y="4720198"/>
                  <a:pt x="4243991" y="4722922"/>
                  <a:pt x="4248785" y="4727397"/>
                </a:cubicBezTo>
                <a:cubicBezTo>
                  <a:pt x="4254565" y="4732793"/>
                  <a:pt x="4257892" y="4739456"/>
                  <a:pt x="4258656" y="4747247"/>
                </a:cubicBezTo>
                <a:cubicBezTo>
                  <a:pt x="4259502" y="4755874"/>
                  <a:pt x="4257094" y="4763673"/>
                  <a:pt x="4251546" y="4770390"/>
                </a:cubicBezTo>
                <a:cubicBezTo>
                  <a:pt x="4247194" y="4775658"/>
                  <a:pt x="4241663" y="4779130"/>
                  <a:pt x="4234965" y="4780571"/>
                </a:cubicBezTo>
                <a:cubicBezTo>
                  <a:pt x="4232738" y="4781050"/>
                  <a:pt x="4230430" y="4781351"/>
                  <a:pt x="4228156" y="4781372"/>
                </a:cubicBezTo>
                <a:cubicBezTo>
                  <a:pt x="4218667" y="4781459"/>
                  <a:pt x="4209177" y="4781409"/>
                  <a:pt x="4199688" y="4781406"/>
                </a:cubicBezTo>
                <a:cubicBezTo>
                  <a:pt x="4199362" y="4781406"/>
                  <a:pt x="4199036" y="4781365"/>
                  <a:pt x="4198611" y="4781337"/>
                </a:cubicBezTo>
                <a:cubicBezTo>
                  <a:pt x="4198576" y="4780836"/>
                  <a:pt x="4198518" y="4780404"/>
                  <a:pt x="4198518" y="4779972"/>
                </a:cubicBezTo>
                <a:cubicBezTo>
                  <a:pt x="4198513" y="4769584"/>
                  <a:pt x="4198468" y="4759196"/>
                  <a:pt x="4198555" y="4748808"/>
                </a:cubicBezTo>
                <a:cubicBezTo>
                  <a:pt x="4198572" y="4746821"/>
                  <a:pt x="4199114" y="4744838"/>
                  <a:pt x="4199414" y="4742854"/>
                </a:cubicBezTo>
                <a:cubicBezTo>
                  <a:pt x="4200667" y="4737956"/>
                  <a:pt x="4202726" y="4733751"/>
                  <a:pt x="4205866" y="4730138"/>
                </a:cubicBezTo>
                <a:cubicBezTo>
                  <a:pt x="4212737" y="4722232"/>
                  <a:pt x="4221421" y="4718545"/>
                  <a:pt x="4231868" y="4719565"/>
                </a:cubicBezTo>
                <a:close/>
                <a:moveTo>
                  <a:pt x="4223396" y="4700588"/>
                </a:moveTo>
                <a:cubicBezTo>
                  <a:pt x="4222566" y="4700797"/>
                  <a:pt x="4221745" y="4701063"/>
                  <a:pt x="4220904" y="4701208"/>
                </a:cubicBezTo>
                <a:cubicBezTo>
                  <a:pt x="4211183" y="4702885"/>
                  <a:pt x="4202766" y="4707119"/>
                  <a:pt x="4195625" y="4713939"/>
                </a:cubicBezTo>
                <a:cubicBezTo>
                  <a:pt x="4191650" y="4717736"/>
                  <a:pt x="4188398" y="4722065"/>
                  <a:pt x="4185862" y="4726920"/>
                </a:cubicBezTo>
                <a:cubicBezTo>
                  <a:pt x="4183463" y="4731513"/>
                  <a:pt x="4181820" y="4736380"/>
                  <a:pt x="4180949" y="4741503"/>
                </a:cubicBezTo>
                <a:cubicBezTo>
                  <a:pt x="4180374" y="4744883"/>
                  <a:pt x="4180182" y="4748280"/>
                  <a:pt x="4180195" y="4751705"/>
                </a:cubicBezTo>
                <a:cubicBezTo>
                  <a:pt x="4180228" y="4760915"/>
                  <a:pt x="4180206" y="4770126"/>
                  <a:pt x="4180206" y="4779337"/>
                </a:cubicBezTo>
                <a:cubicBezTo>
                  <a:pt x="4180206" y="4779947"/>
                  <a:pt x="4180206" y="4780557"/>
                  <a:pt x="4180206" y="4781343"/>
                </a:cubicBezTo>
                <a:cubicBezTo>
                  <a:pt x="4170694" y="4781343"/>
                  <a:pt x="4161289" y="4781343"/>
                  <a:pt x="4151780" y="4781343"/>
                </a:cubicBezTo>
                <a:cubicBezTo>
                  <a:pt x="4151780" y="4787611"/>
                  <a:pt x="4151780" y="4793704"/>
                  <a:pt x="4151780" y="4800050"/>
                </a:cubicBezTo>
                <a:cubicBezTo>
                  <a:pt x="4161166" y="4800065"/>
                  <a:pt x="4170566" y="4800048"/>
                  <a:pt x="4180085" y="4800060"/>
                </a:cubicBezTo>
                <a:cubicBezTo>
                  <a:pt x="4180085" y="4808380"/>
                  <a:pt x="4180085" y="4816596"/>
                  <a:pt x="4180085" y="4824991"/>
                </a:cubicBezTo>
                <a:cubicBezTo>
                  <a:pt x="4179449" y="4824991"/>
                  <a:pt x="4178849" y="4824991"/>
                  <a:pt x="4178248" y="4824991"/>
                </a:cubicBezTo>
                <a:cubicBezTo>
                  <a:pt x="4168756" y="4824991"/>
                  <a:pt x="4159265" y="4825011"/>
                  <a:pt x="4149773" y="4824984"/>
                </a:cubicBezTo>
                <a:cubicBezTo>
                  <a:pt x="4144107" y="4824968"/>
                  <a:pt x="4138641" y="4826004"/>
                  <a:pt x="4133352" y="4827984"/>
                </a:cubicBezTo>
                <a:cubicBezTo>
                  <a:pt x="4127619" y="4830129"/>
                  <a:pt x="4122501" y="4833283"/>
                  <a:pt x="4117978" y="4837423"/>
                </a:cubicBezTo>
                <a:cubicBezTo>
                  <a:pt x="4108983" y="4845656"/>
                  <a:pt x="4103722" y="4855829"/>
                  <a:pt x="4102023" y="4867880"/>
                </a:cubicBezTo>
                <a:cubicBezTo>
                  <a:pt x="4101982" y="4868176"/>
                  <a:pt x="4101797" y="4868451"/>
                  <a:pt x="4101543" y="4868899"/>
                </a:cubicBezTo>
                <a:cubicBezTo>
                  <a:pt x="4101407" y="4872887"/>
                  <a:pt x="4101407" y="4876714"/>
                  <a:pt x="4101407" y="4880540"/>
                </a:cubicBezTo>
                <a:cubicBezTo>
                  <a:pt x="4101610" y="4880737"/>
                  <a:pt x="4101971" y="4880918"/>
                  <a:pt x="4101993" y="4881134"/>
                </a:cubicBezTo>
                <a:cubicBezTo>
                  <a:pt x="4102569" y="4886651"/>
                  <a:pt x="4104214" y="4891861"/>
                  <a:pt x="4106594" y="4896837"/>
                </a:cubicBezTo>
                <a:cubicBezTo>
                  <a:pt x="4108585" y="4900999"/>
                  <a:pt x="4111149" y="4904812"/>
                  <a:pt x="4114222" y="4908260"/>
                </a:cubicBezTo>
                <a:cubicBezTo>
                  <a:pt x="4118521" y="4913083"/>
                  <a:pt x="4123586" y="4916911"/>
                  <a:pt x="4129387" y="4919760"/>
                </a:cubicBezTo>
                <a:cubicBezTo>
                  <a:pt x="4133842" y="4921947"/>
                  <a:pt x="4138571" y="4923240"/>
                  <a:pt x="4143641" y="4924223"/>
                </a:cubicBezTo>
                <a:cubicBezTo>
                  <a:pt x="4147672" y="4924348"/>
                  <a:pt x="4151498" y="4924348"/>
                  <a:pt x="4155399" y="4924233"/>
                </a:cubicBezTo>
                <a:cubicBezTo>
                  <a:pt x="4156802" y="4923933"/>
                  <a:pt x="4158148" y="4923831"/>
                  <a:pt x="4159457" y="4923551"/>
                </a:cubicBezTo>
                <a:cubicBezTo>
                  <a:pt x="4169744" y="4921346"/>
                  <a:pt x="4178439" y="4916374"/>
                  <a:pt x="4185523" y="4908568"/>
                </a:cubicBezTo>
                <a:cubicBezTo>
                  <a:pt x="4190149" y="4903470"/>
                  <a:pt x="4193544" y="4897664"/>
                  <a:pt x="4195780" y="4891174"/>
                </a:cubicBezTo>
                <a:cubicBezTo>
                  <a:pt x="4197657" y="4885728"/>
                  <a:pt x="4198505" y="4880105"/>
                  <a:pt x="4198512" y="4874354"/>
                </a:cubicBezTo>
                <a:cubicBezTo>
                  <a:pt x="4198523" y="4864807"/>
                  <a:pt x="4198515" y="4855261"/>
                  <a:pt x="4198515" y="4845715"/>
                </a:cubicBezTo>
                <a:cubicBezTo>
                  <a:pt x="4198515" y="4845113"/>
                  <a:pt x="4198515" y="4844512"/>
                  <a:pt x="4198515" y="4843736"/>
                </a:cubicBezTo>
                <a:cubicBezTo>
                  <a:pt x="4208090" y="4843736"/>
                  <a:pt x="4217491" y="4843736"/>
                  <a:pt x="4226943" y="4843736"/>
                </a:cubicBezTo>
                <a:cubicBezTo>
                  <a:pt x="4226943" y="4837417"/>
                  <a:pt x="4226943" y="4831276"/>
                  <a:pt x="4226943" y="4824955"/>
                </a:cubicBezTo>
                <a:cubicBezTo>
                  <a:pt x="4217441" y="4824955"/>
                  <a:pt x="4208042" y="4824955"/>
                  <a:pt x="4198665" y="4824955"/>
                </a:cubicBezTo>
                <a:cubicBezTo>
                  <a:pt x="4198325" y="4821953"/>
                  <a:pt x="4198444" y="4801312"/>
                  <a:pt x="4198810" y="4800056"/>
                </a:cubicBezTo>
                <a:cubicBezTo>
                  <a:pt x="4199401" y="4800056"/>
                  <a:pt x="4200015" y="4800056"/>
                  <a:pt x="4200629" y="4800056"/>
                </a:cubicBezTo>
                <a:cubicBezTo>
                  <a:pt x="4210400" y="4800056"/>
                  <a:pt x="4220171" y="4800082"/>
                  <a:pt x="4229941" y="4800034"/>
                </a:cubicBezTo>
                <a:cubicBezTo>
                  <a:pt x="4231949" y="4800025"/>
                  <a:pt x="4233980" y="4799892"/>
                  <a:pt x="4235957" y="4799557"/>
                </a:cubicBezTo>
                <a:cubicBezTo>
                  <a:pt x="4247487" y="4797601"/>
                  <a:pt x="4257198" y="4792289"/>
                  <a:pt x="4264822" y="4783396"/>
                </a:cubicBezTo>
                <a:cubicBezTo>
                  <a:pt x="4274502" y="4772104"/>
                  <a:pt x="4278342" y="4758958"/>
                  <a:pt x="4276681" y="4744231"/>
                </a:cubicBezTo>
                <a:cubicBezTo>
                  <a:pt x="4275301" y="4732000"/>
                  <a:pt x="4269986" y="4721697"/>
                  <a:pt x="4260971" y="4713321"/>
                </a:cubicBezTo>
                <a:cubicBezTo>
                  <a:pt x="4253926" y="4706775"/>
                  <a:pt x="4245656" y="4702708"/>
                  <a:pt x="4236142" y="4701190"/>
                </a:cubicBezTo>
                <a:cubicBezTo>
                  <a:pt x="4235473" y="4701084"/>
                  <a:pt x="4234833" y="4700793"/>
                  <a:pt x="4234022" y="4700588"/>
                </a:cubicBezTo>
                <a:cubicBezTo>
                  <a:pt x="4230375" y="4700588"/>
                  <a:pt x="4226885" y="4700588"/>
                  <a:pt x="4223396" y="4700588"/>
                </a:cubicBezTo>
                <a:close/>
                <a:moveTo>
                  <a:pt x="0" y="0"/>
                </a:moveTo>
                <a:lnTo>
                  <a:pt x="5089525" y="0"/>
                </a:lnTo>
                <a:lnTo>
                  <a:pt x="5089525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8BC62C-3098-F0E2-7F24-EB8B7172A25C}"/>
              </a:ext>
            </a:extLst>
          </p:cNvPr>
          <p:cNvSpPr/>
          <p:nvPr userDrawn="1"/>
        </p:nvSpPr>
        <p:spPr>
          <a:xfrm>
            <a:off x="-1" y="0"/>
            <a:ext cx="4054475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D1D9D-E3E3-E6E0-7804-8E1A41B41A2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6238" y="1209627"/>
            <a:ext cx="3285294" cy="336237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6" name="Title 35">
            <a:extLst>
              <a:ext uri="{FF2B5EF4-FFF2-40B4-BE49-F238E27FC236}">
                <a16:creationId xmlns:a16="http://schemas.microsoft.com/office/drawing/2014/main" id="{45CCD485-50A6-456A-0DC8-66D9950DF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74638"/>
            <a:ext cx="3292783" cy="46037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36B779CB-C733-3BCE-C8D0-F1E66771D7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3304066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612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50 - Tex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026A89C-EF5A-3771-5A16-58DA8B8A254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4572001" cy="51435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57ED4F4-A9B3-0DAE-CD9B-4B8384644E0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95195" y="1209627"/>
            <a:ext cx="3870356" cy="31623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0643A-7D58-DBA4-D7F2-36E061937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195" y="288000"/>
            <a:ext cx="3870358" cy="432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53C9821-F7EF-B2DB-AB2D-88F8A7C68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93880" y="720000"/>
            <a:ext cx="3870358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71620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50 - Text 50_G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026A89C-EF5A-3771-5A16-58DA8B8A254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4572001" cy="51435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57ED4F4-A9B3-0DAE-CD9B-4B8384644E0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95195" y="1209627"/>
            <a:ext cx="3870356" cy="31623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0643A-7D58-DBA4-D7F2-36E061937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195" y="288000"/>
            <a:ext cx="3870358" cy="432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53C9821-F7EF-B2DB-AB2D-88F8A7C68F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93880" y="720000"/>
            <a:ext cx="3870358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61803C1-5A51-6516-4F8A-7BBE7B6662FA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2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84907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50 - Text 50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026A89C-EF5A-3771-5A16-58DA8B8A254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4572001" cy="51435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Rechthoek 1">
            <a:extLst>
              <a:ext uri="{FF2B5EF4-FFF2-40B4-BE49-F238E27FC236}">
                <a16:creationId xmlns:a16="http://schemas.microsoft.com/office/drawing/2014/main" id="{B54FC00B-B7E7-5BEC-37EA-40F7E3C8E884}"/>
              </a:ext>
            </a:extLst>
          </p:cNvPr>
          <p:cNvSpPr/>
          <p:nvPr userDrawn="1"/>
        </p:nvSpPr>
        <p:spPr>
          <a:xfrm>
            <a:off x="4572000" y="0"/>
            <a:ext cx="4572001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8615CA1-801C-FF41-434A-AF9C7C9400D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95195" y="1209627"/>
            <a:ext cx="3870356" cy="3162347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77847-3CE8-6BBF-5FA8-237FF28BD6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5195" y="288000"/>
            <a:ext cx="3870358" cy="43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742AF7B-9B07-123B-19AF-0E725A8502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93880" y="720000"/>
            <a:ext cx="3870358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7A7646F-DC2D-8D50-DDEF-DD40BB46DD7D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24209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50 - Imag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9B57010-E7F0-9E7B-323C-17BB19D8BAB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71999" y="0"/>
            <a:ext cx="4572001" cy="5143500"/>
          </a:xfrm>
          <a:custGeom>
            <a:avLst/>
            <a:gdLst>
              <a:gd name="connsiteX0" fmla="*/ 3660662 w 4572001"/>
              <a:gd name="connsiteY0" fmla="*/ 4843753 h 5143500"/>
              <a:gd name="connsiteX1" fmla="*/ 3662682 w 4572001"/>
              <a:gd name="connsiteY1" fmla="*/ 4843753 h 5143500"/>
              <a:gd name="connsiteX2" fmla="*/ 3662682 w 4572001"/>
              <a:gd name="connsiteY2" fmla="*/ 4869925 h 5143500"/>
              <a:gd name="connsiteX3" fmla="*/ 3662128 w 4572001"/>
              <a:gd name="connsiteY3" fmla="*/ 4880470 h 5143500"/>
              <a:gd name="connsiteX4" fmla="*/ 3655413 w 4572001"/>
              <a:gd name="connsiteY4" fmla="*/ 4894751 h 5143500"/>
              <a:gd name="connsiteX5" fmla="*/ 3636050 w 4572001"/>
              <a:gd name="connsiteY5" fmla="*/ 4905435 h 5143500"/>
              <a:gd name="connsiteX6" fmla="*/ 3614092 w 4572001"/>
              <a:gd name="connsiteY6" fmla="*/ 4899142 h 5143500"/>
              <a:gd name="connsiteX7" fmla="*/ 3602714 w 4572001"/>
              <a:gd name="connsiteY7" fmla="*/ 4879213 h 5143500"/>
              <a:gd name="connsiteX8" fmla="*/ 3610443 w 4572001"/>
              <a:gd name="connsiteY8" fmla="*/ 4853747 h 5143500"/>
              <a:gd name="connsiteX9" fmla="*/ 3632543 w 4572001"/>
              <a:gd name="connsiteY9" fmla="*/ 4843767 h 5143500"/>
              <a:gd name="connsiteX10" fmla="*/ 3660662 w 4572001"/>
              <a:gd name="connsiteY10" fmla="*/ 4843753 h 5143500"/>
              <a:gd name="connsiteX11" fmla="*/ 3919106 w 4572001"/>
              <a:gd name="connsiteY11" fmla="*/ 4822055 h 5143500"/>
              <a:gd name="connsiteX12" fmla="*/ 3938547 w 4572001"/>
              <a:gd name="connsiteY12" fmla="*/ 4822073 h 5143500"/>
              <a:gd name="connsiteX13" fmla="*/ 3948568 w 4572001"/>
              <a:gd name="connsiteY13" fmla="*/ 4833690 h 5143500"/>
              <a:gd name="connsiteX14" fmla="*/ 3948854 w 4572001"/>
              <a:gd name="connsiteY14" fmla="*/ 4834569 h 5143500"/>
              <a:gd name="connsiteX15" fmla="*/ 3908731 w 4572001"/>
              <a:gd name="connsiteY15" fmla="*/ 4834569 h 5143500"/>
              <a:gd name="connsiteX16" fmla="*/ 3909766 w 4572001"/>
              <a:gd name="connsiteY16" fmla="*/ 4832224 h 5143500"/>
              <a:gd name="connsiteX17" fmla="*/ 3919106 w 4572001"/>
              <a:gd name="connsiteY17" fmla="*/ 4822055 h 5143500"/>
              <a:gd name="connsiteX18" fmla="*/ 4145589 w 4572001"/>
              <a:gd name="connsiteY18" fmla="*/ 4820110 h 5143500"/>
              <a:gd name="connsiteX19" fmla="*/ 4167403 w 4572001"/>
              <a:gd name="connsiteY19" fmla="*/ 4827673 h 5143500"/>
              <a:gd name="connsiteX20" fmla="*/ 4167977 w 4572001"/>
              <a:gd name="connsiteY20" fmla="*/ 4860034 h 5143500"/>
              <a:gd name="connsiteX21" fmla="*/ 4157033 w 4572001"/>
              <a:gd name="connsiteY21" fmla="*/ 4867563 h 5143500"/>
              <a:gd name="connsiteX22" fmla="*/ 4150002 w 4572001"/>
              <a:gd name="connsiteY22" fmla="*/ 4868695 h 5143500"/>
              <a:gd name="connsiteX23" fmla="*/ 4134988 w 4572001"/>
              <a:gd name="connsiteY23" fmla="*/ 4863280 h 5143500"/>
              <a:gd name="connsiteX24" fmla="*/ 4126120 w 4572001"/>
              <a:gd name="connsiteY24" fmla="*/ 4846493 h 5143500"/>
              <a:gd name="connsiteX25" fmla="*/ 4145589 w 4572001"/>
              <a:gd name="connsiteY25" fmla="*/ 4820110 h 5143500"/>
              <a:gd name="connsiteX26" fmla="*/ 3985848 w 4572001"/>
              <a:gd name="connsiteY26" fmla="*/ 4803275 h 5143500"/>
              <a:gd name="connsiteX27" fmla="*/ 3966479 w 4572001"/>
              <a:gd name="connsiteY27" fmla="*/ 4803315 h 5143500"/>
              <a:gd name="connsiteX28" fmla="*/ 3964723 w 4572001"/>
              <a:gd name="connsiteY28" fmla="*/ 4803393 h 5143500"/>
              <a:gd name="connsiteX29" fmla="*/ 3991483 w 4572001"/>
              <a:gd name="connsiteY29" fmla="*/ 4843556 h 5143500"/>
              <a:gd name="connsiteX30" fmla="*/ 3985897 w 4572001"/>
              <a:gd name="connsiteY30" fmla="*/ 4851945 h 5143500"/>
              <a:gd name="connsiteX31" fmla="*/ 3980381 w 4572001"/>
              <a:gd name="connsiteY31" fmla="*/ 4860198 h 5143500"/>
              <a:gd name="connsiteX32" fmla="*/ 3974757 w 4572001"/>
              <a:gd name="connsiteY32" fmla="*/ 4868581 h 5143500"/>
              <a:gd name="connsiteX33" fmla="*/ 3969258 w 4572001"/>
              <a:gd name="connsiteY33" fmla="*/ 4876847 h 5143500"/>
              <a:gd name="connsiteX34" fmla="*/ 3963826 w 4572001"/>
              <a:gd name="connsiteY34" fmla="*/ 4885114 h 5143500"/>
              <a:gd name="connsiteX35" fmla="*/ 3964578 w 4572001"/>
              <a:gd name="connsiteY35" fmla="*/ 4885199 h 5143500"/>
              <a:gd name="connsiteX36" fmla="*/ 3984453 w 4572001"/>
              <a:gd name="connsiteY36" fmla="*/ 4885234 h 5143500"/>
              <a:gd name="connsiteX37" fmla="*/ 3986275 w 4572001"/>
              <a:gd name="connsiteY37" fmla="*/ 4884102 h 5143500"/>
              <a:gd name="connsiteX38" fmla="*/ 3999519 w 4572001"/>
              <a:gd name="connsiteY38" fmla="*/ 4863037 h 5143500"/>
              <a:gd name="connsiteX39" fmla="*/ 4002768 w 4572001"/>
              <a:gd name="connsiteY39" fmla="*/ 4857950 h 5143500"/>
              <a:gd name="connsiteX40" fmla="*/ 4010855 w 4572001"/>
              <a:gd name="connsiteY40" fmla="*/ 4870759 h 5143500"/>
              <a:gd name="connsiteX41" fmla="*/ 4019226 w 4572001"/>
              <a:gd name="connsiteY41" fmla="*/ 4884110 h 5143500"/>
              <a:gd name="connsiteX42" fmla="*/ 4021230 w 4572001"/>
              <a:gd name="connsiteY42" fmla="*/ 4885225 h 5143500"/>
              <a:gd name="connsiteX43" fmla="*/ 4041273 w 4572001"/>
              <a:gd name="connsiteY43" fmla="*/ 4885200 h 5143500"/>
              <a:gd name="connsiteX44" fmla="*/ 4042568 w 4572001"/>
              <a:gd name="connsiteY44" fmla="*/ 4885083 h 5143500"/>
              <a:gd name="connsiteX45" fmla="*/ 4014484 w 4572001"/>
              <a:gd name="connsiteY45" fmla="*/ 4843077 h 5143500"/>
              <a:gd name="connsiteX46" fmla="*/ 4041212 w 4572001"/>
              <a:gd name="connsiteY46" fmla="*/ 4803452 h 5143500"/>
              <a:gd name="connsiteX47" fmla="*/ 4040634 w 4572001"/>
              <a:gd name="connsiteY47" fmla="*/ 4803326 h 5143500"/>
              <a:gd name="connsiteX48" fmla="*/ 4020254 w 4572001"/>
              <a:gd name="connsiteY48" fmla="*/ 4803289 h 5143500"/>
              <a:gd name="connsiteX49" fmla="*/ 4018565 w 4572001"/>
              <a:gd name="connsiteY49" fmla="*/ 4804389 h 5143500"/>
              <a:gd name="connsiteX50" fmla="*/ 4013188 w 4572001"/>
              <a:gd name="connsiteY50" fmla="*/ 4812924 h 5143500"/>
              <a:gd name="connsiteX51" fmla="*/ 4003261 w 4572001"/>
              <a:gd name="connsiteY51" fmla="*/ 4828662 h 5143500"/>
              <a:gd name="connsiteX52" fmla="*/ 4002345 w 4572001"/>
              <a:gd name="connsiteY52" fmla="*/ 4827364 h 5143500"/>
              <a:gd name="connsiteX53" fmla="*/ 3988221 w 4572001"/>
              <a:gd name="connsiteY53" fmla="*/ 4804669 h 5143500"/>
              <a:gd name="connsiteX54" fmla="*/ 3985848 w 4572001"/>
              <a:gd name="connsiteY54" fmla="*/ 4803275 h 5143500"/>
              <a:gd name="connsiteX55" fmla="*/ 4143745 w 4572001"/>
              <a:gd name="connsiteY55" fmla="*/ 4802138 h 5143500"/>
              <a:gd name="connsiteX56" fmla="*/ 4119020 w 4572001"/>
              <a:gd name="connsiteY56" fmla="*/ 4815850 h 5143500"/>
              <a:gd name="connsiteX57" fmla="*/ 4111624 w 4572001"/>
              <a:gd name="connsiteY57" fmla="*/ 4860377 h 5143500"/>
              <a:gd name="connsiteX58" fmla="*/ 4132261 w 4572001"/>
              <a:gd name="connsiteY58" fmla="*/ 4882640 h 5143500"/>
              <a:gd name="connsiteX59" fmla="*/ 4160378 w 4572001"/>
              <a:gd name="connsiteY59" fmla="*/ 4885287 h 5143500"/>
              <a:gd name="connsiteX60" fmla="*/ 4180696 w 4572001"/>
              <a:gd name="connsiteY60" fmla="*/ 4872522 h 5143500"/>
              <a:gd name="connsiteX61" fmla="*/ 4190818 w 4572001"/>
              <a:gd name="connsiteY61" fmla="*/ 4849709 h 5143500"/>
              <a:gd name="connsiteX62" fmla="*/ 4191134 w 4572001"/>
              <a:gd name="connsiteY62" fmla="*/ 4849042 h 5143500"/>
              <a:gd name="connsiteX63" fmla="*/ 4191008 w 4572001"/>
              <a:gd name="connsiteY63" fmla="*/ 4839363 h 5143500"/>
              <a:gd name="connsiteX64" fmla="*/ 4190664 w 4572001"/>
              <a:gd name="connsiteY64" fmla="*/ 4836791 h 5143500"/>
              <a:gd name="connsiteX65" fmla="*/ 4177520 w 4572001"/>
              <a:gd name="connsiteY65" fmla="*/ 4812587 h 5143500"/>
              <a:gd name="connsiteX66" fmla="*/ 4143745 w 4572001"/>
              <a:gd name="connsiteY66" fmla="*/ 4802138 h 5143500"/>
              <a:gd name="connsiteX67" fmla="*/ 3929629 w 4572001"/>
              <a:gd name="connsiteY67" fmla="*/ 4802122 h 5143500"/>
              <a:gd name="connsiteX68" fmla="*/ 3921978 w 4572001"/>
              <a:gd name="connsiteY68" fmla="*/ 4802743 h 5143500"/>
              <a:gd name="connsiteX69" fmla="*/ 3914934 w 4572001"/>
              <a:gd name="connsiteY69" fmla="*/ 4804843 h 5143500"/>
              <a:gd name="connsiteX70" fmla="*/ 3894615 w 4572001"/>
              <a:gd name="connsiteY70" fmla="*/ 4823828 h 5143500"/>
              <a:gd name="connsiteX71" fmla="*/ 3890513 w 4572001"/>
              <a:gd name="connsiteY71" fmla="*/ 4852050 h 5143500"/>
              <a:gd name="connsiteX72" fmla="*/ 3906996 w 4572001"/>
              <a:gd name="connsiteY72" fmla="*/ 4878849 h 5143500"/>
              <a:gd name="connsiteX73" fmla="*/ 3935139 w 4572001"/>
              <a:gd name="connsiteY73" fmla="*/ 4885477 h 5143500"/>
              <a:gd name="connsiteX74" fmla="*/ 3959501 w 4572001"/>
              <a:gd name="connsiteY74" fmla="*/ 4870561 h 5143500"/>
              <a:gd name="connsiteX75" fmla="*/ 3962747 w 4572001"/>
              <a:gd name="connsiteY75" fmla="*/ 4865772 h 5143500"/>
              <a:gd name="connsiteX76" fmla="*/ 3947692 w 4572001"/>
              <a:gd name="connsiteY76" fmla="*/ 4858646 h 5143500"/>
              <a:gd name="connsiteX77" fmla="*/ 3922306 w 4572001"/>
              <a:gd name="connsiteY77" fmla="*/ 4867491 h 5143500"/>
              <a:gd name="connsiteX78" fmla="*/ 3907337 w 4572001"/>
              <a:gd name="connsiteY78" fmla="*/ 4850499 h 5143500"/>
              <a:gd name="connsiteX79" fmla="*/ 3966987 w 4572001"/>
              <a:gd name="connsiteY79" fmla="*/ 4850499 h 5143500"/>
              <a:gd name="connsiteX80" fmla="*/ 3967315 w 4572001"/>
              <a:gd name="connsiteY80" fmla="*/ 4848919 h 5143500"/>
              <a:gd name="connsiteX81" fmla="*/ 3967116 w 4572001"/>
              <a:gd name="connsiteY81" fmla="*/ 4837564 h 5143500"/>
              <a:gd name="connsiteX82" fmla="*/ 3952795 w 4572001"/>
              <a:gd name="connsiteY82" fmla="*/ 4811136 h 5143500"/>
              <a:gd name="connsiteX83" fmla="*/ 3929629 w 4572001"/>
              <a:gd name="connsiteY83" fmla="*/ 4802122 h 5143500"/>
              <a:gd name="connsiteX84" fmla="*/ 4076508 w 4572001"/>
              <a:gd name="connsiteY84" fmla="*/ 4802110 h 5143500"/>
              <a:gd name="connsiteX85" fmla="*/ 4060742 w 4572001"/>
              <a:gd name="connsiteY85" fmla="*/ 4804724 h 5143500"/>
              <a:gd name="connsiteX86" fmla="*/ 4047873 w 4572001"/>
              <a:gd name="connsiteY86" fmla="*/ 4816693 h 5143500"/>
              <a:gd name="connsiteX87" fmla="*/ 4045596 w 4572001"/>
              <a:gd name="connsiteY87" fmla="*/ 4828622 h 5143500"/>
              <a:gd name="connsiteX88" fmla="*/ 4054658 w 4572001"/>
              <a:gd name="connsiteY88" fmla="*/ 4845697 h 5143500"/>
              <a:gd name="connsiteX89" fmla="*/ 4067443 w 4572001"/>
              <a:gd name="connsiteY89" fmla="*/ 4851565 h 5143500"/>
              <a:gd name="connsiteX90" fmla="*/ 4078000 w 4572001"/>
              <a:gd name="connsiteY90" fmla="*/ 4854933 h 5143500"/>
              <a:gd name="connsiteX91" fmla="*/ 4084138 w 4572001"/>
              <a:gd name="connsiteY91" fmla="*/ 4857977 h 5143500"/>
              <a:gd name="connsiteX92" fmla="*/ 4082602 w 4572001"/>
              <a:gd name="connsiteY92" fmla="*/ 4869688 h 5143500"/>
              <a:gd name="connsiteX93" fmla="*/ 4075018 w 4572001"/>
              <a:gd name="connsiteY93" fmla="*/ 4870793 h 5143500"/>
              <a:gd name="connsiteX94" fmla="*/ 4059749 w 4572001"/>
              <a:gd name="connsiteY94" fmla="*/ 4866590 h 5143500"/>
              <a:gd name="connsiteX95" fmla="*/ 4050410 w 4572001"/>
              <a:gd name="connsiteY95" fmla="*/ 4861430 h 5143500"/>
              <a:gd name="connsiteX96" fmla="*/ 4049068 w 4572001"/>
              <a:gd name="connsiteY96" fmla="*/ 4863497 h 5143500"/>
              <a:gd name="connsiteX97" fmla="*/ 4041820 w 4572001"/>
              <a:gd name="connsiteY97" fmla="*/ 4874969 h 5143500"/>
              <a:gd name="connsiteX98" fmla="*/ 4050969 w 4572001"/>
              <a:gd name="connsiteY98" fmla="*/ 4880832 h 5143500"/>
              <a:gd name="connsiteX99" fmla="*/ 4077855 w 4572001"/>
              <a:gd name="connsiteY99" fmla="*/ 4886694 h 5143500"/>
              <a:gd name="connsiteX100" fmla="*/ 4089691 w 4572001"/>
              <a:gd name="connsiteY100" fmla="*/ 4884517 h 5143500"/>
              <a:gd name="connsiteX101" fmla="*/ 4099315 w 4572001"/>
              <a:gd name="connsiteY101" fmla="*/ 4878539 h 5143500"/>
              <a:gd name="connsiteX102" fmla="*/ 4105383 w 4572001"/>
              <a:gd name="connsiteY102" fmla="*/ 4856780 h 5143500"/>
              <a:gd name="connsiteX103" fmla="*/ 4097513 w 4572001"/>
              <a:gd name="connsiteY103" fmla="*/ 4844156 h 5143500"/>
              <a:gd name="connsiteX104" fmla="*/ 4085768 w 4572001"/>
              <a:gd name="connsiteY104" fmla="*/ 4838055 h 5143500"/>
              <a:gd name="connsiteX105" fmla="*/ 4073597 w 4572001"/>
              <a:gd name="connsiteY105" fmla="*/ 4833683 h 5143500"/>
              <a:gd name="connsiteX106" fmla="*/ 4065959 w 4572001"/>
              <a:gd name="connsiteY106" fmla="*/ 4829256 h 5143500"/>
              <a:gd name="connsiteX107" fmla="*/ 4065539 w 4572001"/>
              <a:gd name="connsiteY107" fmla="*/ 4821313 h 5143500"/>
              <a:gd name="connsiteX108" fmla="*/ 4070038 w 4572001"/>
              <a:gd name="connsiteY108" fmla="*/ 4818553 h 5143500"/>
              <a:gd name="connsiteX109" fmla="*/ 4079032 w 4572001"/>
              <a:gd name="connsiteY109" fmla="*/ 4818661 h 5143500"/>
              <a:gd name="connsiteX110" fmla="*/ 4094141 w 4572001"/>
              <a:gd name="connsiteY110" fmla="*/ 4824618 h 5143500"/>
              <a:gd name="connsiteX111" fmla="*/ 4095757 w 4572001"/>
              <a:gd name="connsiteY111" fmla="*/ 4825453 h 5143500"/>
              <a:gd name="connsiteX112" fmla="*/ 4103440 w 4572001"/>
              <a:gd name="connsiteY112" fmla="*/ 4811175 h 5143500"/>
              <a:gd name="connsiteX113" fmla="*/ 4103175 w 4572001"/>
              <a:gd name="connsiteY113" fmla="*/ 4810825 h 5143500"/>
              <a:gd name="connsiteX114" fmla="*/ 4102622 w 4572001"/>
              <a:gd name="connsiteY114" fmla="*/ 4810442 h 5143500"/>
              <a:gd name="connsiteX115" fmla="*/ 4076508 w 4572001"/>
              <a:gd name="connsiteY115" fmla="*/ 4802110 h 5143500"/>
              <a:gd name="connsiteX116" fmla="*/ 3789837 w 4572001"/>
              <a:gd name="connsiteY116" fmla="*/ 4782283 h 5143500"/>
              <a:gd name="connsiteX117" fmla="*/ 3789837 w 4572001"/>
              <a:gd name="connsiteY117" fmla="*/ 4835384 h 5143500"/>
              <a:gd name="connsiteX118" fmla="*/ 3789837 w 4572001"/>
              <a:gd name="connsiteY118" fmla="*/ 4885208 h 5143500"/>
              <a:gd name="connsiteX119" fmla="*/ 3809610 w 4572001"/>
              <a:gd name="connsiteY119" fmla="*/ 4885208 h 5143500"/>
              <a:gd name="connsiteX120" fmla="*/ 3809610 w 4572001"/>
              <a:gd name="connsiteY120" fmla="*/ 4870986 h 5143500"/>
              <a:gd name="connsiteX121" fmla="*/ 3809614 w 4572001"/>
              <a:gd name="connsiteY121" fmla="*/ 4857004 h 5143500"/>
              <a:gd name="connsiteX122" fmla="*/ 3809680 w 4572001"/>
              <a:gd name="connsiteY122" fmla="*/ 4842811 h 5143500"/>
              <a:gd name="connsiteX123" fmla="*/ 3846263 w 4572001"/>
              <a:gd name="connsiteY123" fmla="*/ 4842811 h 5143500"/>
              <a:gd name="connsiteX124" fmla="*/ 3846263 w 4572001"/>
              <a:gd name="connsiteY124" fmla="*/ 4825218 h 5143500"/>
              <a:gd name="connsiteX125" fmla="*/ 3809721 w 4572001"/>
              <a:gd name="connsiteY125" fmla="*/ 4825218 h 5143500"/>
              <a:gd name="connsiteX126" fmla="*/ 3809721 w 4572001"/>
              <a:gd name="connsiteY126" fmla="*/ 4800086 h 5143500"/>
              <a:gd name="connsiteX127" fmla="*/ 3809980 w 4572001"/>
              <a:gd name="connsiteY127" fmla="*/ 4799981 h 5143500"/>
              <a:gd name="connsiteX128" fmla="*/ 3854955 w 4572001"/>
              <a:gd name="connsiteY128" fmla="*/ 4799940 h 5143500"/>
              <a:gd name="connsiteX129" fmla="*/ 3855455 w 4572001"/>
              <a:gd name="connsiteY129" fmla="*/ 4799881 h 5143500"/>
              <a:gd name="connsiteX130" fmla="*/ 3855585 w 4572001"/>
              <a:gd name="connsiteY130" fmla="*/ 4799785 h 5143500"/>
              <a:gd name="connsiteX131" fmla="*/ 3855691 w 4572001"/>
              <a:gd name="connsiteY131" fmla="*/ 4799680 h 5143500"/>
              <a:gd name="connsiteX132" fmla="*/ 3855691 w 4572001"/>
              <a:gd name="connsiteY132" fmla="*/ 4782283 h 5143500"/>
              <a:gd name="connsiteX133" fmla="*/ 3789837 w 4572001"/>
              <a:gd name="connsiteY133" fmla="*/ 4782283 h 5143500"/>
              <a:gd name="connsiteX134" fmla="*/ 3863089 w 4572001"/>
              <a:gd name="connsiteY134" fmla="*/ 4782195 h 5143500"/>
              <a:gd name="connsiteX135" fmla="*/ 3862040 w 4572001"/>
              <a:gd name="connsiteY135" fmla="*/ 4782269 h 5143500"/>
              <a:gd name="connsiteX136" fmla="*/ 3862040 w 4572001"/>
              <a:gd name="connsiteY136" fmla="*/ 4885112 h 5143500"/>
              <a:gd name="connsiteX137" fmla="*/ 3881726 w 4572001"/>
              <a:gd name="connsiteY137" fmla="*/ 4885112 h 5143500"/>
              <a:gd name="connsiteX138" fmla="*/ 3881726 w 4572001"/>
              <a:gd name="connsiteY138" fmla="*/ 4883046 h 5143500"/>
              <a:gd name="connsiteX139" fmla="*/ 3881723 w 4572001"/>
              <a:gd name="connsiteY139" fmla="*/ 4784332 h 5143500"/>
              <a:gd name="connsiteX140" fmla="*/ 3881553 w 4572001"/>
              <a:gd name="connsiteY140" fmla="*/ 4782373 h 5143500"/>
              <a:gd name="connsiteX141" fmla="*/ 3880777 w 4572001"/>
              <a:gd name="connsiteY141" fmla="*/ 4782196 h 5143500"/>
              <a:gd name="connsiteX142" fmla="*/ 3863089 w 4572001"/>
              <a:gd name="connsiteY142" fmla="*/ 4782195 h 5143500"/>
              <a:gd name="connsiteX143" fmla="*/ 3714344 w 4572001"/>
              <a:gd name="connsiteY143" fmla="*/ 4719565 h 5143500"/>
              <a:gd name="connsiteX144" fmla="*/ 3731261 w 4572001"/>
              <a:gd name="connsiteY144" fmla="*/ 4727397 h 5143500"/>
              <a:gd name="connsiteX145" fmla="*/ 3741132 w 4572001"/>
              <a:gd name="connsiteY145" fmla="*/ 4747247 h 5143500"/>
              <a:gd name="connsiteX146" fmla="*/ 3734022 w 4572001"/>
              <a:gd name="connsiteY146" fmla="*/ 4770390 h 5143500"/>
              <a:gd name="connsiteX147" fmla="*/ 3717441 w 4572001"/>
              <a:gd name="connsiteY147" fmla="*/ 4780571 h 5143500"/>
              <a:gd name="connsiteX148" fmla="*/ 3710632 w 4572001"/>
              <a:gd name="connsiteY148" fmla="*/ 4781372 h 5143500"/>
              <a:gd name="connsiteX149" fmla="*/ 3682164 w 4572001"/>
              <a:gd name="connsiteY149" fmla="*/ 4781406 h 5143500"/>
              <a:gd name="connsiteX150" fmla="*/ 3681087 w 4572001"/>
              <a:gd name="connsiteY150" fmla="*/ 4781337 h 5143500"/>
              <a:gd name="connsiteX151" fmla="*/ 3680994 w 4572001"/>
              <a:gd name="connsiteY151" fmla="*/ 4779972 h 5143500"/>
              <a:gd name="connsiteX152" fmla="*/ 3681031 w 4572001"/>
              <a:gd name="connsiteY152" fmla="*/ 4748808 h 5143500"/>
              <a:gd name="connsiteX153" fmla="*/ 3681890 w 4572001"/>
              <a:gd name="connsiteY153" fmla="*/ 4742854 h 5143500"/>
              <a:gd name="connsiteX154" fmla="*/ 3688342 w 4572001"/>
              <a:gd name="connsiteY154" fmla="*/ 4730138 h 5143500"/>
              <a:gd name="connsiteX155" fmla="*/ 3714344 w 4572001"/>
              <a:gd name="connsiteY155" fmla="*/ 4719565 h 5143500"/>
              <a:gd name="connsiteX156" fmla="*/ 3705872 w 4572001"/>
              <a:gd name="connsiteY156" fmla="*/ 4700588 h 5143500"/>
              <a:gd name="connsiteX157" fmla="*/ 3703380 w 4572001"/>
              <a:gd name="connsiteY157" fmla="*/ 4701208 h 5143500"/>
              <a:gd name="connsiteX158" fmla="*/ 3678101 w 4572001"/>
              <a:gd name="connsiteY158" fmla="*/ 4713939 h 5143500"/>
              <a:gd name="connsiteX159" fmla="*/ 3668338 w 4572001"/>
              <a:gd name="connsiteY159" fmla="*/ 4726920 h 5143500"/>
              <a:gd name="connsiteX160" fmla="*/ 3663425 w 4572001"/>
              <a:gd name="connsiteY160" fmla="*/ 4741503 h 5143500"/>
              <a:gd name="connsiteX161" fmla="*/ 3662671 w 4572001"/>
              <a:gd name="connsiteY161" fmla="*/ 4751705 h 5143500"/>
              <a:gd name="connsiteX162" fmla="*/ 3662682 w 4572001"/>
              <a:gd name="connsiteY162" fmla="*/ 4779337 h 5143500"/>
              <a:gd name="connsiteX163" fmla="*/ 3662682 w 4572001"/>
              <a:gd name="connsiteY163" fmla="*/ 4781343 h 5143500"/>
              <a:gd name="connsiteX164" fmla="*/ 3634256 w 4572001"/>
              <a:gd name="connsiteY164" fmla="*/ 4781343 h 5143500"/>
              <a:gd name="connsiteX165" fmla="*/ 3634256 w 4572001"/>
              <a:gd name="connsiteY165" fmla="*/ 4800050 h 5143500"/>
              <a:gd name="connsiteX166" fmla="*/ 3662561 w 4572001"/>
              <a:gd name="connsiteY166" fmla="*/ 4800060 h 5143500"/>
              <a:gd name="connsiteX167" fmla="*/ 3662561 w 4572001"/>
              <a:gd name="connsiteY167" fmla="*/ 4824991 h 5143500"/>
              <a:gd name="connsiteX168" fmla="*/ 3660724 w 4572001"/>
              <a:gd name="connsiteY168" fmla="*/ 4824991 h 5143500"/>
              <a:gd name="connsiteX169" fmla="*/ 3632249 w 4572001"/>
              <a:gd name="connsiteY169" fmla="*/ 4824984 h 5143500"/>
              <a:gd name="connsiteX170" fmla="*/ 3615828 w 4572001"/>
              <a:gd name="connsiteY170" fmla="*/ 4827984 h 5143500"/>
              <a:gd name="connsiteX171" fmla="*/ 3600454 w 4572001"/>
              <a:gd name="connsiteY171" fmla="*/ 4837423 h 5143500"/>
              <a:gd name="connsiteX172" fmla="*/ 3584499 w 4572001"/>
              <a:gd name="connsiteY172" fmla="*/ 4867880 h 5143500"/>
              <a:gd name="connsiteX173" fmla="*/ 3584019 w 4572001"/>
              <a:gd name="connsiteY173" fmla="*/ 4868899 h 5143500"/>
              <a:gd name="connsiteX174" fmla="*/ 3583883 w 4572001"/>
              <a:gd name="connsiteY174" fmla="*/ 4880540 h 5143500"/>
              <a:gd name="connsiteX175" fmla="*/ 3584469 w 4572001"/>
              <a:gd name="connsiteY175" fmla="*/ 4881134 h 5143500"/>
              <a:gd name="connsiteX176" fmla="*/ 3589070 w 4572001"/>
              <a:gd name="connsiteY176" fmla="*/ 4896837 h 5143500"/>
              <a:gd name="connsiteX177" fmla="*/ 3596698 w 4572001"/>
              <a:gd name="connsiteY177" fmla="*/ 4908260 h 5143500"/>
              <a:gd name="connsiteX178" fmla="*/ 3611863 w 4572001"/>
              <a:gd name="connsiteY178" fmla="*/ 4919760 h 5143500"/>
              <a:gd name="connsiteX179" fmla="*/ 3626117 w 4572001"/>
              <a:gd name="connsiteY179" fmla="*/ 4924223 h 5143500"/>
              <a:gd name="connsiteX180" fmla="*/ 3637875 w 4572001"/>
              <a:gd name="connsiteY180" fmla="*/ 4924233 h 5143500"/>
              <a:gd name="connsiteX181" fmla="*/ 3641933 w 4572001"/>
              <a:gd name="connsiteY181" fmla="*/ 4923551 h 5143500"/>
              <a:gd name="connsiteX182" fmla="*/ 3667999 w 4572001"/>
              <a:gd name="connsiteY182" fmla="*/ 4908568 h 5143500"/>
              <a:gd name="connsiteX183" fmla="*/ 3678256 w 4572001"/>
              <a:gd name="connsiteY183" fmla="*/ 4891174 h 5143500"/>
              <a:gd name="connsiteX184" fmla="*/ 3680988 w 4572001"/>
              <a:gd name="connsiteY184" fmla="*/ 4874354 h 5143500"/>
              <a:gd name="connsiteX185" fmla="*/ 3680991 w 4572001"/>
              <a:gd name="connsiteY185" fmla="*/ 4845715 h 5143500"/>
              <a:gd name="connsiteX186" fmla="*/ 3680991 w 4572001"/>
              <a:gd name="connsiteY186" fmla="*/ 4843736 h 5143500"/>
              <a:gd name="connsiteX187" fmla="*/ 3709419 w 4572001"/>
              <a:gd name="connsiteY187" fmla="*/ 4843736 h 5143500"/>
              <a:gd name="connsiteX188" fmla="*/ 3709419 w 4572001"/>
              <a:gd name="connsiteY188" fmla="*/ 4824955 h 5143500"/>
              <a:gd name="connsiteX189" fmla="*/ 3681141 w 4572001"/>
              <a:gd name="connsiteY189" fmla="*/ 4824955 h 5143500"/>
              <a:gd name="connsiteX190" fmla="*/ 3681286 w 4572001"/>
              <a:gd name="connsiteY190" fmla="*/ 4800056 h 5143500"/>
              <a:gd name="connsiteX191" fmla="*/ 3683105 w 4572001"/>
              <a:gd name="connsiteY191" fmla="*/ 4800056 h 5143500"/>
              <a:gd name="connsiteX192" fmla="*/ 3712417 w 4572001"/>
              <a:gd name="connsiteY192" fmla="*/ 4800034 h 5143500"/>
              <a:gd name="connsiteX193" fmla="*/ 3718433 w 4572001"/>
              <a:gd name="connsiteY193" fmla="*/ 4799557 h 5143500"/>
              <a:gd name="connsiteX194" fmla="*/ 3747298 w 4572001"/>
              <a:gd name="connsiteY194" fmla="*/ 4783396 h 5143500"/>
              <a:gd name="connsiteX195" fmla="*/ 3759157 w 4572001"/>
              <a:gd name="connsiteY195" fmla="*/ 4744231 h 5143500"/>
              <a:gd name="connsiteX196" fmla="*/ 3743447 w 4572001"/>
              <a:gd name="connsiteY196" fmla="*/ 4713321 h 5143500"/>
              <a:gd name="connsiteX197" fmla="*/ 3718618 w 4572001"/>
              <a:gd name="connsiteY197" fmla="*/ 4701190 h 5143500"/>
              <a:gd name="connsiteX198" fmla="*/ 3716498 w 4572001"/>
              <a:gd name="connsiteY198" fmla="*/ 4700588 h 5143500"/>
              <a:gd name="connsiteX199" fmla="*/ 3705872 w 4572001"/>
              <a:gd name="connsiteY199" fmla="*/ 4700588 h 5143500"/>
              <a:gd name="connsiteX200" fmla="*/ 0 w 4572001"/>
              <a:gd name="connsiteY200" fmla="*/ 0 h 5143500"/>
              <a:gd name="connsiteX201" fmla="*/ 4572001 w 4572001"/>
              <a:gd name="connsiteY201" fmla="*/ 0 h 5143500"/>
              <a:gd name="connsiteX202" fmla="*/ 4572001 w 4572001"/>
              <a:gd name="connsiteY202" fmla="*/ 5143500 h 5143500"/>
              <a:gd name="connsiteX203" fmla="*/ 0 w 4572001"/>
              <a:gd name="connsiteY20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4572001" h="5143500">
                <a:moveTo>
                  <a:pt x="3660662" y="4843753"/>
                </a:moveTo>
                <a:cubicBezTo>
                  <a:pt x="3661270" y="4843753"/>
                  <a:pt x="3661878" y="4843753"/>
                  <a:pt x="3662682" y="4843753"/>
                </a:cubicBezTo>
                <a:cubicBezTo>
                  <a:pt x="3662682" y="4852563"/>
                  <a:pt x="3662682" y="4861244"/>
                  <a:pt x="3662682" y="4869925"/>
                </a:cubicBezTo>
                <a:cubicBezTo>
                  <a:pt x="3662668" y="4873673"/>
                  <a:pt x="3662779" y="4877083"/>
                  <a:pt x="3662128" y="4880470"/>
                </a:cubicBezTo>
                <a:cubicBezTo>
                  <a:pt x="3661101" y="4885813"/>
                  <a:pt x="3658904" y="4890591"/>
                  <a:pt x="3655413" y="4894751"/>
                </a:cubicBezTo>
                <a:cubicBezTo>
                  <a:pt x="3650340" y="4900794"/>
                  <a:pt x="3643908" y="4904460"/>
                  <a:pt x="3636050" y="4905435"/>
                </a:cubicBezTo>
                <a:cubicBezTo>
                  <a:pt x="3627859" y="4906451"/>
                  <a:pt x="3620501" y="4904264"/>
                  <a:pt x="3614092" y="4899142"/>
                </a:cubicBezTo>
                <a:cubicBezTo>
                  <a:pt x="3607698" y="4894032"/>
                  <a:pt x="3603838" y="4887349"/>
                  <a:pt x="3602714" y="4879213"/>
                </a:cubicBezTo>
                <a:cubicBezTo>
                  <a:pt x="3601382" y="4869566"/>
                  <a:pt x="3603925" y="4861018"/>
                  <a:pt x="3610443" y="4853747"/>
                </a:cubicBezTo>
                <a:cubicBezTo>
                  <a:pt x="3616325" y="4847185"/>
                  <a:pt x="3623723" y="4843823"/>
                  <a:pt x="3632543" y="4843767"/>
                </a:cubicBezTo>
                <a:cubicBezTo>
                  <a:pt x="3641916" y="4843707"/>
                  <a:pt x="3651289" y="4843753"/>
                  <a:pt x="3660662" y="4843753"/>
                </a:cubicBezTo>
                <a:close/>
                <a:moveTo>
                  <a:pt x="3919106" y="4822055"/>
                </a:moveTo>
                <a:cubicBezTo>
                  <a:pt x="3925576" y="4818599"/>
                  <a:pt x="3932132" y="4818638"/>
                  <a:pt x="3938547" y="4822073"/>
                </a:cubicBezTo>
                <a:cubicBezTo>
                  <a:pt x="3943318" y="4824628"/>
                  <a:pt x="3946510" y="4828712"/>
                  <a:pt x="3948568" y="4833690"/>
                </a:cubicBezTo>
                <a:cubicBezTo>
                  <a:pt x="3948670" y="4833937"/>
                  <a:pt x="3948735" y="4834199"/>
                  <a:pt x="3948854" y="4834569"/>
                </a:cubicBezTo>
                <a:cubicBezTo>
                  <a:pt x="3935461" y="4834569"/>
                  <a:pt x="3922193" y="4834569"/>
                  <a:pt x="3908731" y="4834569"/>
                </a:cubicBezTo>
                <a:cubicBezTo>
                  <a:pt x="3909103" y="4833726"/>
                  <a:pt x="3909434" y="4832975"/>
                  <a:pt x="3909766" y="4832224"/>
                </a:cubicBezTo>
                <a:cubicBezTo>
                  <a:pt x="3911976" y="4827775"/>
                  <a:pt x="3914901" y="4824302"/>
                  <a:pt x="3919106" y="4822055"/>
                </a:cubicBezTo>
                <a:close/>
                <a:moveTo>
                  <a:pt x="4145589" y="4820110"/>
                </a:moveTo>
                <a:cubicBezTo>
                  <a:pt x="4154238" y="4818543"/>
                  <a:pt x="4161613" y="4821239"/>
                  <a:pt x="4167403" y="4827673"/>
                </a:cubicBezTo>
                <a:cubicBezTo>
                  <a:pt x="4175724" y="4836918"/>
                  <a:pt x="4175843" y="4850479"/>
                  <a:pt x="4167977" y="4860034"/>
                </a:cubicBezTo>
                <a:cubicBezTo>
                  <a:pt x="4165057" y="4863582"/>
                  <a:pt x="4161386" y="4866078"/>
                  <a:pt x="4157033" y="4867563"/>
                </a:cubicBezTo>
                <a:cubicBezTo>
                  <a:pt x="4154557" y="4868242"/>
                  <a:pt x="4152322" y="4868707"/>
                  <a:pt x="4150002" y="4868695"/>
                </a:cubicBezTo>
                <a:cubicBezTo>
                  <a:pt x="4144351" y="4868667"/>
                  <a:pt x="4139319" y="4866881"/>
                  <a:pt x="4134988" y="4863280"/>
                </a:cubicBezTo>
                <a:cubicBezTo>
                  <a:pt x="4129743" y="4858920"/>
                  <a:pt x="4126765" y="4853285"/>
                  <a:pt x="4126120" y="4846493"/>
                </a:cubicBezTo>
                <a:cubicBezTo>
                  <a:pt x="4124896" y="4833607"/>
                  <a:pt x="4133714" y="4822263"/>
                  <a:pt x="4145589" y="4820110"/>
                </a:cubicBezTo>
                <a:close/>
                <a:moveTo>
                  <a:pt x="3985848" y="4803275"/>
                </a:moveTo>
                <a:cubicBezTo>
                  <a:pt x="3979392" y="4803355"/>
                  <a:pt x="3972935" y="4803311"/>
                  <a:pt x="3966479" y="4803315"/>
                </a:cubicBezTo>
                <a:cubicBezTo>
                  <a:pt x="3965997" y="4803316"/>
                  <a:pt x="3965515" y="4803357"/>
                  <a:pt x="3964723" y="4803393"/>
                </a:cubicBezTo>
                <a:cubicBezTo>
                  <a:pt x="3973737" y="4816922"/>
                  <a:pt x="3982608" y="4830236"/>
                  <a:pt x="3991483" y="4843556"/>
                </a:cubicBezTo>
                <a:cubicBezTo>
                  <a:pt x="3989561" y="4846442"/>
                  <a:pt x="3987731" y="4849195"/>
                  <a:pt x="3985897" y="4851945"/>
                </a:cubicBezTo>
                <a:cubicBezTo>
                  <a:pt x="3984061" y="4854698"/>
                  <a:pt x="3982222" y="4857449"/>
                  <a:pt x="3980381" y="4860198"/>
                </a:cubicBezTo>
                <a:cubicBezTo>
                  <a:pt x="3978508" y="4862994"/>
                  <a:pt x="3976627" y="4865784"/>
                  <a:pt x="3974757" y="4868581"/>
                </a:cubicBezTo>
                <a:cubicBezTo>
                  <a:pt x="3972917" y="4871332"/>
                  <a:pt x="3971062" y="4874073"/>
                  <a:pt x="3969258" y="4876847"/>
                </a:cubicBezTo>
                <a:cubicBezTo>
                  <a:pt x="3967485" y="4879575"/>
                  <a:pt x="3965438" y="4882135"/>
                  <a:pt x="3963826" y="4885114"/>
                </a:cubicBezTo>
                <a:cubicBezTo>
                  <a:pt x="3964252" y="4885163"/>
                  <a:pt x="3964415" y="4885199"/>
                  <a:pt x="3964578" y="4885199"/>
                </a:cubicBezTo>
                <a:cubicBezTo>
                  <a:pt x="3971203" y="4885203"/>
                  <a:pt x="3977828" y="4885176"/>
                  <a:pt x="3984453" y="4885234"/>
                </a:cubicBezTo>
                <a:cubicBezTo>
                  <a:pt x="3985421" y="4885243"/>
                  <a:pt x="3985833" y="4884809"/>
                  <a:pt x="3986275" y="4884102"/>
                </a:cubicBezTo>
                <a:cubicBezTo>
                  <a:pt x="3990677" y="4877072"/>
                  <a:pt x="3995098" y="4870054"/>
                  <a:pt x="3999519" y="4863037"/>
                </a:cubicBezTo>
                <a:cubicBezTo>
                  <a:pt x="4000549" y="4861401"/>
                  <a:pt x="4001599" y="4859778"/>
                  <a:pt x="4002768" y="4857950"/>
                </a:cubicBezTo>
                <a:cubicBezTo>
                  <a:pt x="4005544" y="4862342"/>
                  <a:pt x="4008170" y="4866497"/>
                  <a:pt x="4010855" y="4870759"/>
                </a:cubicBezTo>
                <a:cubicBezTo>
                  <a:pt x="4013692" y="4875276"/>
                  <a:pt x="4016498" y="4879669"/>
                  <a:pt x="4019226" y="4884110"/>
                </a:cubicBezTo>
                <a:cubicBezTo>
                  <a:pt x="4019737" y="4884942"/>
                  <a:pt x="4020273" y="4885231"/>
                  <a:pt x="4021230" y="4885225"/>
                </a:cubicBezTo>
                <a:cubicBezTo>
                  <a:pt x="4027911" y="4885186"/>
                  <a:pt x="4034592" y="4885206"/>
                  <a:pt x="4041273" y="4885200"/>
                </a:cubicBezTo>
                <a:cubicBezTo>
                  <a:pt x="4041635" y="4885200"/>
                  <a:pt x="4041996" y="4885136"/>
                  <a:pt x="4042568" y="4885083"/>
                </a:cubicBezTo>
                <a:cubicBezTo>
                  <a:pt x="4033109" y="4870934"/>
                  <a:pt x="4023776" y="4856976"/>
                  <a:pt x="4014484" y="4843077"/>
                </a:cubicBezTo>
                <a:cubicBezTo>
                  <a:pt x="4023430" y="4829774"/>
                  <a:pt x="4032338" y="4816682"/>
                  <a:pt x="4041212" y="4803452"/>
                </a:cubicBezTo>
                <a:cubicBezTo>
                  <a:pt x="4040849" y="4803371"/>
                  <a:pt x="4040742" y="4803326"/>
                  <a:pt x="4040634" y="4803326"/>
                </a:cubicBezTo>
                <a:cubicBezTo>
                  <a:pt x="4033840" y="4803319"/>
                  <a:pt x="4027047" y="4803336"/>
                  <a:pt x="4020254" y="4803289"/>
                </a:cubicBezTo>
                <a:cubicBezTo>
                  <a:pt x="4019348" y="4803283"/>
                  <a:pt x="4018967" y="4803746"/>
                  <a:pt x="4018565" y="4804389"/>
                </a:cubicBezTo>
                <a:cubicBezTo>
                  <a:pt x="4016783" y="4807240"/>
                  <a:pt x="4014982" y="4810080"/>
                  <a:pt x="4013188" y="4812924"/>
                </a:cubicBezTo>
                <a:cubicBezTo>
                  <a:pt x="4009899" y="4818137"/>
                  <a:pt x="4006611" y="4823351"/>
                  <a:pt x="4003261" y="4828662"/>
                </a:cubicBezTo>
                <a:cubicBezTo>
                  <a:pt x="4002915" y="4828175"/>
                  <a:pt x="4002607" y="4827784"/>
                  <a:pt x="4002345" y="4827364"/>
                </a:cubicBezTo>
                <a:cubicBezTo>
                  <a:pt x="3997630" y="4819803"/>
                  <a:pt x="3992914" y="4812243"/>
                  <a:pt x="3988221" y="4804669"/>
                </a:cubicBezTo>
                <a:cubicBezTo>
                  <a:pt x="3987654" y="4803752"/>
                  <a:pt x="3987063" y="4803259"/>
                  <a:pt x="3985848" y="4803275"/>
                </a:cubicBezTo>
                <a:close/>
                <a:moveTo>
                  <a:pt x="4143745" y="4802138"/>
                </a:moveTo>
                <a:cubicBezTo>
                  <a:pt x="4133821" y="4803537"/>
                  <a:pt x="4125422" y="4808188"/>
                  <a:pt x="4119020" y="4815850"/>
                </a:cubicBezTo>
                <a:cubicBezTo>
                  <a:pt x="4107901" y="4829160"/>
                  <a:pt x="4105510" y="4844220"/>
                  <a:pt x="4111624" y="4860377"/>
                </a:cubicBezTo>
                <a:cubicBezTo>
                  <a:pt x="4115440" y="4870464"/>
                  <a:pt x="4122480" y="4877910"/>
                  <a:pt x="4132261" y="4882640"/>
                </a:cubicBezTo>
                <a:cubicBezTo>
                  <a:pt x="4141304" y="4887013"/>
                  <a:pt x="4150701" y="4887840"/>
                  <a:pt x="4160378" y="4885287"/>
                </a:cubicBezTo>
                <a:cubicBezTo>
                  <a:pt x="4168461" y="4883154"/>
                  <a:pt x="4175234" y="4878843"/>
                  <a:pt x="4180696" y="4872522"/>
                </a:cubicBezTo>
                <a:cubicBezTo>
                  <a:pt x="4186374" y="4865951"/>
                  <a:pt x="4189894" y="4858403"/>
                  <a:pt x="4190818" y="4849709"/>
                </a:cubicBezTo>
                <a:cubicBezTo>
                  <a:pt x="4190837" y="4849530"/>
                  <a:pt x="4191025" y="4849369"/>
                  <a:pt x="4191134" y="4849042"/>
                </a:cubicBezTo>
                <a:cubicBezTo>
                  <a:pt x="4191134" y="4845731"/>
                  <a:pt x="4191134" y="4842579"/>
                  <a:pt x="4191008" y="4839363"/>
                </a:cubicBezTo>
                <a:cubicBezTo>
                  <a:pt x="4190813" y="4838463"/>
                  <a:pt x="4190815" y="4837613"/>
                  <a:pt x="4190664" y="4836791"/>
                </a:cubicBezTo>
                <a:cubicBezTo>
                  <a:pt x="4188909" y="4827300"/>
                  <a:pt x="4184685" y="4819133"/>
                  <a:pt x="4177520" y="4812587"/>
                </a:cubicBezTo>
                <a:cubicBezTo>
                  <a:pt x="4167910" y="4803806"/>
                  <a:pt x="4156574" y="4800330"/>
                  <a:pt x="4143745" y="4802138"/>
                </a:cubicBezTo>
                <a:close/>
                <a:moveTo>
                  <a:pt x="3929629" y="4802122"/>
                </a:moveTo>
                <a:cubicBezTo>
                  <a:pt x="3927136" y="4802037"/>
                  <a:pt x="3924625" y="4802510"/>
                  <a:pt x="3921978" y="4802743"/>
                </a:cubicBezTo>
                <a:cubicBezTo>
                  <a:pt x="3919529" y="4803441"/>
                  <a:pt x="3917143" y="4803929"/>
                  <a:pt x="3914934" y="4804843"/>
                </a:cubicBezTo>
                <a:cubicBezTo>
                  <a:pt x="3905806" y="4808618"/>
                  <a:pt x="3899093" y="4815088"/>
                  <a:pt x="3894615" y="4823828"/>
                </a:cubicBezTo>
                <a:cubicBezTo>
                  <a:pt x="3890047" y="4832741"/>
                  <a:pt x="3888729" y="4842208"/>
                  <a:pt x="3890513" y="4852050"/>
                </a:cubicBezTo>
                <a:cubicBezTo>
                  <a:pt x="3892515" y="4863103"/>
                  <a:pt x="3897893" y="4872175"/>
                  <a:pt x="3906996" y="4878849"/>
                </a:cubicBezTo>
                <a:cubicBezTo>
                  <a:pt x="3915407" y="4885016"/>
                  <a:pt x="3924881" y="4887226"/>
                  <a:pt x="3935139" y="4885477"/>
                </a:cubicBezTo>
                <a:cubicBezTo>
                  <a:pt x="3945192" y="4883762"/>
                  <a:pt x="3953226" y="4878530"/>
                  <a:pt x="3959501" y="4870561"/>
                </a:cubicBezTo>
                <a:cubicBezTo>
                  <a:pt x="3960656" y="4869094"/>
                  <a:pt x="3961607" y="4867466"/>
                  <a:pt x="3962747" y="4865772"/>
                </a:cubicBezTo>
                <a:cubicBezTo>
                  <a:pt x="3957571" y="4863322"/>
                  <a:pt x="3952628" y="4860982"/>
                  <a:pt x="3947692" y="4858646"/>
                </a:cubicBezTo>
                <a:cubicBezTo>
                  <a:pt x="3940991" y="4866885"/>
                  <a:pt x="3932711" y="4870747"/>
                  <a:pt x="3922306" y="4867491"/>
                </a:cubicBezTo>
                <a:cubicBezTo>
                  <a:pt x="3914145" y="4864938"/>
                  <a:pt x="3909684" y="4858686"/>
                  <a:pt x="3907337" y="4850499"/>
                </a:cubicBezTo>
                <a:cubicBezTo>
                  <a:pt x="3927342" y="4850499"/>
                  <a:pt x="3947145" y="4850499"/>
                  <a:pt x="3966987" y="4850499"/>
                </a:cubicBezTo>
                <a:cubicBezTo>
                  <a:pt x="3967114" y="4849895"/>
                  <a:pt x="3967246" y="4849412"/>
                  <a:pt x="3967315" y="4848919"/>
                </a:cubicBezTo>
                <a:cubicBezTo>
                  <a:pt x="3967849" y="4845124"/>
                  <a:pt x="3967678" y="4841347"/>
                  <a:pt x="3967116" y="4837564"/>
                </a:cubicBezTo>
                <a:cubicBezTo>
                  <a:pt x="3965550" y="4827008"/>
                  <a:pt x="3960899" y="4818123"/>
                  <a:pt x="3952795" y="4811136"/>
                </a:cubicBezTo>
                <a:cubicBezTo>
                  <a:pt x="3946150" y="4805408"/>
                  <a:pt x="3938372" y="4802422"/>
                  <a:pt x="3929629" y="4802122"/>
                </a:cubicBezTo>
                <a:close/>
                <a:moveTo>
                  <a:pt x="4076508" y="4802110"/>
                </a:moveTo>
                <a:cubicBezTo>
                  <a:pt x="4071089" y="4801771"/>
                  <a:pt x="4065784" y="4802574"/>
                  <a:pt x="4060742" y="4804724"/>
                </a:cubicBezTo>
                <a:cubicBezTo>
                  <a:pt x="4055016" y="4807167"/>
                  <a:pt x="4050544" y="4810968"/>
                  <a:pt x="4047873" y="4816693"/>
                </a:cubicBezTo>
                <a:cubicBezTo>
                  <a:pt x="4046108" y="4820475"/>
                  <a:pt x="4045525" y="4824473"/>
                  <a:pt x="4045596" y="4828622"/>
                </a:cubicBezTo>
                <a:cubicBezTo>
                  <a:pt x="4045720" y="4835872"/>
                  <a:pt x="4048693" y="4841572"/>
                  <a:pt x="4054658" y="4845697"/>
                </a:cubicBezTo>
                <a:cubicBezTo>
                  <a:pt x="4058573" y="4848405"/>
                  <a:pt x="4062950" y="4850119"/>
                  <a:pt x="4067443" y="4851565"/>
                </a:cubicBezTo>
                <a:cubicBezTo>
                  <a:pt x="4070960" y="4852696"/>
                  <a:pt x="4074533" y="4853667"/>
                  <a:pt x="4078000" y="4854933"/>
                </a:cubicBezTo>
                <a:cubicBezTo>
                  <a:pt x="4080137" y="4855713"/>
                  <a:pt x="4082307" y="4856657"/>
                  <a:pt x="4084138" y="4857977"/>
                </a:cubicBezTo>
                <a:cubicBezTo>
                  <a:pt x="4088697" y="4861266"/>
                  <a:pt x="4087805" y="4867549"/>
                  <a:pt x="4082602" y="4869688"/>
                </a:cubicBezTo>
                <a:cubicBezTo>
                  <a:pt x="4080174" y="4870687"/>
                  <a:pt x="4077612" y="4870943"/>
                  <a:pt x="4075018" y="4870793"/>
                </a:cubicBezTo>
                <a:cubicBezTo>
                  <a:pt x="4069634" y="4870483"/>
                  <a:pt x="4064541" y="4869008"/>
                  <a:pt x="4059749" y="4866590"/>
                </a:cubicBezTo>
                <a:cubicBezTo>
                  <a:pt x="4056610" y="4865007"/>
                  <a:pt x="4053586" y="4863195"/>
                  <a:pt x="4050410" y="4861430"/>
                </a:cubicBezTo>
                <a:cubicBezTo>
                  <a:pt x="4050036" y="4862010"/>
                  <a:pt x="4049588" y="4862705"/>
                  <a:pt x="4049068" y="4863497"/>
                </a:cubicBezTo>
                <a:cubicBezTo>
                  <a:pt x="4046613" y="4867371"/>
                  <a:pt x="4044231" y="4871147"/>
                  <a:pt x="4041820" y="4874969"/>
                </a:cubicBezTo>
                <a:cubicBezTo>
                  <a:pt x="4044705" y="4877354"/>
                  <a:pt x="4047759" y="4879237"/>
                  <a:pt x="4050969" y="4880832"/>
                </a:cubicBezTo>
                <a:cubicBezTo>
                  <a:pt x="4059429" y="4885036"/>
                  <a:pt x="4068338" y="4887189"/>
                  <a:pt x="4077855" y="4886694"/>
                </a:cubicBezTo>
                <a:cubicBezTo>
                  <a:pt x="4081916" y="4886483"/>
                  <a:pt x="4085860" y="4885850"/>
                  <a:pt x="4089691" y="4884517"/>
                </a:cubicBezTo>
                <a:cubicBezTo>
                  <a:pt x="4093344" y="4883245"/>
                  <a:pt x="4096662" y="4881351"/>
                  <a:pt x="4099315" y="4878539"/>
                </a:cubicBezTo>
                <a:cubicBezTo>
                  <a:pt x="4105125" y="4872380"/>
                  <a:pt x="4106335" y="4864789"/>
                  <a:pt x="4105383" y="4856780"/>
                </a:cubicBezTo>
                <a:cubicBezTo>
                  <a:pt x="4104751" y="4851468"/>
                  <a:pt x="4101777" y="4847352"/>
                  <a:pt x="4097513" y="4844156"/>
                </a:cubicBezTo>
                <a:cubicBezTo>
                  <a:pt x="4093931" y="4841471"/>
                  <a:pt x="4089924" y="4839610"/>
                  <a:pt x="4085768" y="4838055"/>
                </a:cubicBezTo>
                <a:cubicBezTo>
                  <a:pt x="4081731" y="4836545"/>
                  <a:pt x="4077637" y="4835187"/>
                  <a:pt x="4073597" y="4833683"/>
                </a:cubicBezTo>
                <a:cubicBezTo>
                  <a:pt x="4070811" y="4832646"/>
                  <a:pt x="4068066" y="4831491"/>
                  <a:pt x="4065959" y="4829256"/>
                </a:cubicBezTo>
                <a:cubicBezTo>
                  <a:pt x="4063738" y="4826899"/>
                  <a:pt x="4063595" y="4823938"/>
                  <a:pt x="4065539" y="4821313"/>
                </a:cubicBezTo>
                <a:cubicBezTo>
                  <a:pt x="4066652" y="4819810"/>
                  <a:pt x="4068257" y="4818994"/>
                  <a:pt x="4070038" y="4818553"/>
                </a:cubicBezTo>
                <a:cubicBezTo>
                  <a:pt x="4073039" y="4817809"/>
                  <a:pt x="4076046" y="4818031"/>
                  <a:pt x="4079032" y="4818661"/>
                </a:cubicBezTo>
                <a:cubicBezTo>
                  <a:pt x="4084402" y="4819793"/>
                  <a:pt x="4089331" y="4822058"/>
                  <a:pt x="4094141" y="4824618"/>
                </a:cubicBezTo>
                <a:cubicBezTo>
                  <a:pt x="4094660" y="4824894"/>
                  <a:pt x="4095185" y="4825158"/>
                  <a:pt x="4095757" y="4825453"/>
                </a:cubicBezTo>
                <a:cubicBezTo>
                  <a:pt x="4098380" y="4820578"/>
                  <a:pt x="4100921" y="4815856"/>
                  <a:pt x="4103440" y="4811175"/>
                </a:cubicBezTo>
                <a:cubicBezTo>
                  <a:pt x="4103307" y="4810996"/>
                  <a:pt x="4103257" y="4810890"/>
                  <a:pt x="4103175" y="4810825"/>
                </a:cubicBezTo>
                <a:cubicBezTo>
                  <a:pt x="4103000" y="4810685"/>
                  <a:pt x="4102812" y="4810561"/>
                  <a:pt x="4102622" y="4810442"/>
                </a:cubicBezTo>
                <a:cubicBezTo>
                  <a:pt x="4094630" y="4805432"/>
                  <a:pt x="4085887" y="4802695"/>
                  <a:pt x="4076508" y="4802110"/>
                </a:cubicBezTo>
                <a:close/>
                <a:moveTo>
                  <a:pt x="3789837" y="4782283"/>
                </a:moveTo>
                <a:cubicBezTo>
                  <a:pt x="3789837" y="4799985"/>
                  <a:pt x="3789837" y="4817600"/>
                  <a:pt x="3789837" y="4835384"/>
                </a:cubicBezTo>
                <a:cubicBezTo>
                  <a:pt x="3789837" y="4852097"/>
                  <a:pt x="3789837" y="4868643"/>
                  <a:pt x="3789837" y="4885208"/>
                </a:cubicBezTo>
                <a:cubicBezTo>
                  <a:pt x="3796518" y="4885208"/>
                  <a:pt x="3802998" y="4885208"/>
                  <a:pt x="3809610" y="4885208"/>
                </a:cubicBezTo>
                <a:cubicBezTo>
                  <a:pt x="3809610" y="4880397"/>
                  <a:pt x="3809610" y="4875691"/>
                  <a:pt x="3809610" y="4870986"/>
                </a:cubicBezTo>
                <a:cubicBezTo>
                  <a:pt x="3809610" y="4866325"/>
                  <a:pt x="3809595" y="4861665"/>
                  <a:pt x="3809614" y="4857004"/>
                </a:cubicBezTo>
                <a:cubicBezTo>
                  <a:pt x="3809632" y="4852318"/>
                  <a:pt x="3809532" y="4847629"/>
                  <a:pt x="3809680" y="4842811"/>
                </a:cubicBezTo>
                <a:cubicBezTo>
                  <a:pt x="3821977" y="4842811"/>
                  <a:pt x="3834081" y="4842811"/>
                  <a:pt x="3846263" y="4842811"/>
                </a:cubicBezTo>
                <a:cubicBezTo>
                  <a:pt x="3846263" y="4836919"/>
                  <a:pt x="3846263" y="4831164"/>
                  <a:pt x="3846263" y="4825218"/>
                </a:cubicBezTo>
                <a:cubicBezTo>
                  <a:pt x="3834046" y="4825218"/>
                  <a:pt x="3821898" y="4825218"/>
                  <a:pt x="3809721" y="4825218"/>
                </a:cubicBezTo>
                <a:cubicBezTo>
                  <a:pt x="3809721" y="4816698"/>
                  <a:pt x="3809721" y="4808369"/>
                  <a:pt x="3809721" y="4800086"/>
                </a:cubicBezTo>
                <a:cubicBezTo>
                  <a:pt x="3809882" y="4800019"/>
                  <a:pt x="3809931" y="4799981"/>
                  <a:pt x="3809980" y="4799981"/>
                </a:cubicBezTo>
                <a:cubicBezTo>
                  <a:pt x="3824972" y="4799966"/>
                  <a:pt x="3839963" y="4799955"/>
                  <a:pt x="3854955" y="4799940"/>
                </a:cubicBezTo>
                <a:cubicBezTo>
                  <a:pt x="3855122" y="4799940"/>
                  <a:pt x="3855290" y="4799910"/>
                  <a:pt x="3855455" y="4799881"/>
                </a:cubicBezTo>
                <a:cubicBezTo>
                  <a:pt x="3855502" y="4799872"/>
                  <a:pt x="3855544" y="4799821"/>
                  <a:pt x="3855585" y="4799785"/>
                </a:cubicBezTo>
                <a:cubicBezTo>
                  <a:pt x="3855627" y="4799748"/>
                  <a:pt x="3855665" y="4799706"/>
                  <a:pt x="3855691" y="4799680"/>
                </a:cubicBezTo>
                <a:cubicBezTo>
                  <a:pt x="3855691" y="4793901"/>
                  <a:pt x="3855691" y="4788136"/>
                  <a:pt x="3855691" y="4782283"/>
                </a:cubicBezTo>
                <a:cubicBezTo>
                  <a:pt x="3833740" y="4782283"/>
                  <a:pt x="3811876" y="4782283"/>
                  <a:pt x="3789837" y="4782283"/>
                </a:cubicBezTo>
                <a:close/>
                <a:moveTo>
                  <a:pt x="3863089" y="4782195"/>
                </a:moveTo>
                <a:cubicBezTo>
                  <a:pt x="3862766" y="4782196"/>
                  <a:pt x="3862443" y="4782240"/>
                  <a:pt x="3862040" y="4782269"/>
                </a:cubicBezTo>
                <a:cubicBezTo>
                  <a:pt x="3862040" y="4816587"/>
                  <a:pt x="3862040" y="4850805"/>
                  <a:pt x="3862040" y="4885112"/>
                </a:cubicBezTo>
                <a:cubicBezTo>
                  <a:pt x="3868602" y="4885112"/>
                  <a:pt x="3875080" y="4885112"/>
                  <a:pt x="3881726" y="4885112"/>
                </a:cubicBezTo>
                <a:cubicBezTo>
                  <a:pt x="3881726" y="4884366"/>
                  <a:pt x="3881726" y="4883706"/>
                  <a:pt x="3881726" y="4883046"/>
                </a:cubicBezTo>
                <a:cubicBezTo>
                  <a:pt x="3881726" y="4850141"/>
                  <a:pt x="3881726" y="4817237"/>
                  <a:pt x="3881723" y="4784332"/>
                </a:cubicBezTo>
                <a:cubicBezTo>
                  <a:pt x="3881723" y="4783717"/>
                  <a:pt x="3881683" y="4783101"/>
                  <a:pt x="3881553" y="4782373"/>
                </a:cubicBezTo>
                <a:cubicBezTo>
                  <a:pt x="3881222" y="4782238"/>
                  <a:pt x="3881000" y="4782196"/>
                  <a:pt x="3880777" y="4782196"/>
                </a:cubicBezTo>
                <a:cubicBezTo>
                  <a:pt x="3874881" y="4782192"/>
                  <a:pt x="3868985" y="4782191"/>
                  <a:pt x="3863089" y="4782195"/>
                </a:cubicBezTo>
                <a:close/>
                <a:moveTo>
                  <a:pt x="3714344" y="4719565"/>
                </a:moveTo>
                <a:cubicBezTo>
                  <a:pt x="3720823" y="4720198"/>
                  <a:pt x="3726467" y="4722922"/>
                  <a:pt x="3731261" y="4727397"/>
                </a:cubicBezTo>
                <a:cubicBezTo>
                  <a:pt x="3737041" y="4732793"/>
                  <a:pt x="3740368" y="4739456"/>
                  <a:pt x="3741132" y="4747247"/>
                </a:cubicBezTo>
                <a:cubicBezTo>
                  <a:pt x="3741978" y="4755874"/>
                  <a:pt x="3739570" y="4763673"/>
                  <a:pt x="3734022" y="4770390"/>
                </a:cubicBezTo>
                <a:cubicBezTo>
                  <a:pt x="3729670" y="4775658"/>
                  <a:pt x="3724139" y="4779130"/>
                  <a:pt x="3717441" y="4780571"/>
                </a:cubicBezTo>
                <a:cubicBezTo>
                  <a:pt x="3715214" y="4781050"/>
                  <a:pt x="3712906" y="4781351"/>
                  <a:pt x="3710632" y="4781372"/>
                </a:cubicBezTo>
                <a:cubicBezTo>
                  <a:pt x="3701143" y="4781459"/>
                  <a:pt x="3691653" y="4781409"/>
                  <a:pt x="3682164" y="4781406"/>
                </a:cubicBezTo>
                <a:cubicBezTo>
                  <a:pt x="3681838" y="4781406"/>
                  <a:pt x="3681512" y="4781365"/>
                  <a:pt x="3681087" y="4781337"/>
                </a:cubicBezTo>
                <a:cubicBezTo>
                  <a:pt x="3681052" y="4780836"/>
                  <a:pt x="3680994" y="4780404"/>
                  <a:pt x="3680994" y="4779972"/>
                </a:cubicBezTo>
                <a:cubicBezTo>
                  <a:pt x="3680989" y="4769584"/>
                  <a:pt x="3680944" y="4759196"/>
                  <a:pt x="3681031" y="4748808"/>
                </a:cubicBezTo>
                <a:cubicBezTo>
                  <a:pt x="3681048" y="4746821"/>
                  <a:pt x="3681590" y="4744838"/>
                  <a:pt x="3681890" y="4742854"/>
                </a:cubicBezTo>
                <a:cubicBezTo>
                  <a:pt x="3683143" y="4737956"/>
                  <a:pt x="3685202" y="4733751"/>
                  <a:pt x="3688342" y="4730138"/>
                </a:cubicBezTo>
                <a:cubicBezTo>
                  <a:pt x="3695213" y="4722232"/>
                  <a:pt x="3703897" y="4718545"/>
                  <a:pt x="3714344" y="4719565"/>
                </a:cubicBezTo>
                <a:close/>
                <a:moveTo>
                  <a:pt x="3705872" y="4700588"/>
                </a:moveTo>
                <a:cubicBezTo>
                  <a:pt x="3705042" y="4700797"/>
                  <a:pt x="3704221" y="4701063"/>
                  <a:pt x="3703380" y="4701208"/>
                </a:cubicBezTo>
                <a:cubicBezTo>
                  <a:pt x="3693659" y="4702885"/>
                  <a:pt x="3685242" y="4707119"/>
                  <a:pt x="3678101" y="4713939"/>
                </a:cubicBezTo>
                <a:cubicBezTo>
                  <a:pt x="3674126" y="4717736"/>
                  <a:pt x="3670874" y="4722065"/>
                  <a:pt x="3668338" y="4726920"/>
                </a:cubicBezTo>
                <a:cubicBezTo>
                  <a:pt x="3665939" y="4731513"/>
                  <a:pt x="3664296" y="4736380"/>
                  <a:pt x="3663425" y="4741503"/>
                </a:cubicBezTo>
                <a:cubicBezTo>
                  <a:pt x="3662850" y="4744883"/>
                  <a:pt x="3662658" y="4748280"/>
                  <a:pt x="3662671" y="4751705"/>
                </a:cubicBezTo>
                <a:cubicBezTo>
                  <a:pt x="3662704" y="4760915"/>
                  <a:pt x="3662682" y="4770126"/>
                  <a:pt x="3662682" y="4779337"/>
                </a:cubicBezTo>
                <a:cubicBezTo>
                  <a:pt x="3662682" y="4779947"/>
                  <a:pt x="3662682" y="4780557"/>
                  <a:pt x="3662682" y="4781343"/>
                </a:cubicBezTo>
                <a:cubicBezTo>
                  <a:pt x="3653170" y="4781343"/>
                  <a:pt x="3643765" y="4781343"/>
                  <a:pt x="3634256" y="4781343"/>
                </a:cubicBezTo>
                <a:cubicBezTo>
                  <a:pt x="3634256" y="4787611"/>
                  <a:pt x="3634256" y="4793704"/>
                  <a:pt x="3634256" y="4800050"/>
                </a:cubicBezTo>
                <a:cubicBezTo>
                  <a:pt x="3643642" y="4800065"/>
                  <a:pt x="3653042" y="4800048"/>
                  <a:pt x="3662561" y="4800060"/>
                </a:cubicBezTo>
                <a:cubicBezTo>
                  <a:pt x="3662561" y="4808380"/>
                  <a:pt x="3662561" y="4816596"/>
                  <a:pt x="3662561" y="4824991"/>
                </a:cubicBezTo>
                <a:cubicBezTo>
                  <a:pt x="3661925" y="4824991"/>
                  <a:pt x="3661325" y="4824991"/>
                  <a:pt x="3660724" y="4824991"/>
                </a:cubicBezTo>
                <a:cubicBezTo>
                  <a:pt x="3651232" y="4824991"/>
                  <a:pt x="3641741" y="4825011"/>
                  <a:pt x="3632249" y="4824984"/>
                </a:cubicBezTo>
                <a:cubicBezTo>
                  <a:pt x="3626583" y="4824968"/>
                  <a:pt x="3621117" y="4826004"/>
                  <a:pt x="3615828" y="4827984"/>
                </a:cubicBezTo>
                <a:cubicBezTo>
                  <a:pt x="3610095" y="4830129"/>
                  <a:pt x="3604977" y="4833283"/>
                  <a:pt x="3600454" y="4837423"/>
                </a:cubicBezTo>
                <a:cubicBezTo>
                  <a:pt x="3591459" y="4845656"/>
                  <a:pt x="3586198" y="4855829"/>
                  <a:pt x="3584499" y="4867880"/>
                </a:cubicBezTo>
                <a:cubicBezTo>
                  <a:pt x="3584458" y="4868176"/>
                  <a:pt x="3584273" y="4868451"/>
                  <a:pt x="3584019" y="4868899"/>
                </a:cubicBezTo>
                <a:cubicBezTo>
                  <a:pt x="3583883" y="4872887"/>
                  <a:pt x="3583883" y="4876714"/>
                  <a:pt x="3583883" y="4880540"/>
                </a:cubicBezTo>
                <a:cubicBezTo>
                  <a:pt x="3584086" y="4880737"/>
                  <a:pt x="3584447" y="4880918"/>
                  <a:pt x="3584469" y="4881134"/>
                </a:cubicBezTo>
                <a:cubicBezTo>
                  <a:pt x="3585045" y="4886651"/>
                  <a:pt x="3586690" y="4891861"/>
                  <a:pt x="3589070" y="4896837"/>
                </a:cubicBezTo>
                <a:cubicBezTo>
                  <a:pt x="3591061" y="4900999"/>
                  <a:pt x="3593625" y="4904812"/>
                  <a:pt x="3596698" y="4908260"/>
                </a:cubicBezTo>
                <a:cubicBezTo>
                  <a:pt x="3600997" y="4913083"/>
                  <a:pt x="3606062" y="4916911"/>
                  <a:pt x="3611863" y="4919760"/>
                </a:cubicBezTo>
                <a:cubicBezTo>
                  <a:pt x="3616318" y="4921947"/>
                  <a:pt x="3621047" y="4923240"/>
                  <a:pt x="3626117" y="4924223"/>
                </a:cubicBezTo>
                <a:cubicBezTo>
                  <a:pt x="3630148" y="4924348"/>
                  <a:pt x="3633974" y="4924348"/>
                  <a:pt x="3637875" y="4924233"/>
                </a:cubicBezTo>
                <a:cubicBezTo>
                  <a:pt x="3639278" y="4923933"/>
                  <a:pt x="3640624" y="4923831"/>
                  <a:pt x="3641933" y="4923551"/>
                </a:cubicBezTo>
                <a:cubicBezTo>
                  <a:pt x="3652220" y="4921346"/>
                  <a:pt x="3660915" y="4916374"/>
                  <a:pt x="3667999" y="4908568"/>
                </a:cubicBezTo>
                <a:cubicBezTo>
                  <a:pt x="3672625" y="4903470"/>
                  <a:pt x="3676020" y="4897664"/>
                  <a:pt x="3678256" y="4891174"/>
                </a:cubicBezTo>
                <a:cubicBezTo>
                  <a:pt x="3680133" y="4885728"/>
                  <a:pt x="3680981" y="4880105"/>
                  <a:pt x="3680988" y="4874354"/>
                </a:cubicBezTo>
                <a:cubicBezTo>
                  <a:pt x="3680999" y="4864807"/>
                  <a:pt x="3680991" y="4855261"/>
                  <a:pt x="3680991" y="4845715"/>
                </a:cubicBezTo>
                <a:cubicBezTo>
                  <a:pt x="3680991" y="4845113"/>
                  <a:pt x="3680991" y="4844512"/>
                  <a:pt x="3680991" y="4843736"/>
                </a:cubicBezTo>
                <a:cubicBezTo>
                  <a:pt x="3690566" y="4843736"/>
                  <a:pt x="3699967" y="4843736"/>
                  <a:pt x="3709419" y="4843736"/>
                </a:cubicBezTo>
                <a:cubicBezTo>
                  <a:pt x="3709419" y="4837417"/>
                  <a:pt x="3709419" y="4831276"/>
                  <a:pt x="3709419" y="4824955"/>
                </a:cubicBezTo>
                <a:cubicBezTo>
                  <a:pt x="3699917" y="4824955"/>
                  <a:pt x="3690518" y="4824955"/>
                  <a:pt x="3681141" y="4824955"/>
                </a:cubicBezTo>
                <a:cubicBezTo>
                  <a:pt x="3680801" y="4821953"/>
                  <a:pt x="3680920" y="4801312"/>
                  <a:pt x="3681286" y="4800056"/>
                </a:cubicBezTo>
                <a:cubicBezTo>
                  <a:pt x="3681877" y="4800056"/>
                  <a:pt x="3682491" y="4800056"/>
                  <a:pt x="3683105" y="4800056"/>
                </a:cubicBezTo>
                <a:cubicBezTo>
                  <a:pt x="3692876" y="4800056"/>
                  <a:pt x="3702647" y="4800082"/>
                  <a:pt x="3712417" y="4800034"/>
                </a:cubicBezTo>
                <a:cubicBezTo>
                  <a:pt x="3714425" y="4800025"/>
                  <a:pt x="3716456" y="4799892"/>
                  <a:pt x="3718433" y="4799557"/>
                </a:cubicBezTo>
                <a:cubicBezTo>
                  <a:pt x="3729963" y="4797601"/>
                  <a:pt x="3739674" y="4792289"/>
                  <a:pt x="3747298" y="4783396"/>
                </a:cubicBezTo>
                <a:cubicBezTo>
                  <a:pt x="3756978" y="4772104"/>
                  <a:pt x="3760818" y="4758958"/>
                  <a:pt x="3759157" y="4744231"/>
                </a:cubicBezTo>
                <a:cubicBezTo>
                  <a:pt x="3757777" y="4732000"/>
                  <a:pt x="3752462" y="4721697"/>
                  <a:pt x="3743447" y="4713321"/>
                </a:cubicBezTo>
                <a:cubicBezTo>
                  <a:pt x="3736402" y="4706775"/>
                  <a:pt x="3728132" y="4702708"/>
                  <a:pt x="3718618" y="4701190"/>
                </a:cubicBezTo>
                <a:cubicBezTo>
                  <a:pt x="3717949" y="4701084"/>
                  <a:pt x="3717309" y="4700793"/>
                  <a:pt x="3716498" y="4700588"/>
                </a:cubicBezTo>
                <a:cubicBezTo>
                  <a:pt x="3712851" y="4700588"/>
                  <a:pt x="3709361" y="4700588"/>
                  <a:pt x="3705872" y="4700588"/>
                </a:cubicBezTo>
                <a:close/>
                <a:moveTo>
                  <a:pt x="0" y="0"/>
                </a:moveTo>
                <a:lnTo>
                  <a:pt x="4572001" y="0"/>
                </a:lnTo>
                <a:lnTo>
                  <a:pt x="4572001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51B3E-1A85-3095-8352-EB88EAF0708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6237" y="1209628"/>
            <a:ext cx="3870356" cy="33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tle 35">
            <a:extLst>
              <a:ext uri="{FF2B5EF4-FFF2-40B4-BE49-F238E27FC236}">
                <a16:creationId xmlns:a16="http://schemas.microsoft.com/office/drawing/2014/main" id="{2EF13163-7871-50EB-982E-3843F22EC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74638"/>
            <a:ext cx="3868146" cy="4603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Title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8618D966-0D7F-45A9-8CC5-3BDF76A2B3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3868146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94392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50 - Image 50_G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9B57010-E7F0-9E7B-323C-17BB19D8BAB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71999" y="0"/>
            <a:ext cx="4572001" cy="5143500"/>
          </a:xfrm>
          <a:custGeom>
            <a:avLst/>
            <a:gdLst>
              <a:gd name="connsiteX0" fmla="*/ 3660662 w 4572001"/>
              <a:gd name="connsiteY0" fmla="*/ 4843753 h 5143500"/>
              <a:gd name="connsiteX1" fmla="*/ 3662682 w 4572001"/>
              <a:gd name="connsiteY1" fmla="*/ 4843753 h 5143500"/>
              <a:gd name="connsiteX2" fmla="*/ 3662682 w 4572001"/>
              <a:gd name="connsiteY2" fmla="*/ 4869925 h 5143500"/>
              <a:gd name="connsiteX3" fmla="*/ 3662128 w 4572001"/>
              <a:gd name="connsiteY3" fmla="*/ 4880470 h 5143500"/>
              <a:gd name="connsiteX4" fmla="*/ 3655413 w 4572001"/>
              <a:gd name="connsiteY4" fmla="*/ 4894751 h 5143500"/>
              <a:gd name="connsiteX5" fmla="*/ 3636050 w 4572001"/>
              <a:gd name="connsiteY5" fmla="*/ 4905435 h 5143500"/>
              <a:gd name="connsiteX6" fmla="*/ 3614092 w 4572001"/>
              <a:gd name="connsiteY6" fmla="*/ 4899142 h 5143500"/>
              <a:gd name="connsiteX7" fmla="*/ 3602714 w 4572001"/>
              <a:gd name="connsiteY7" fmla="*/ 4879213 h 5143500"/>
              <a:gd name="connsiteX8" fmla="*/ 3610443 w 4572001"/>
              <a:gd name="connsiteY8" fmla="*/ 4853747 h 5143500"/>
              <a:gd name="connsiteX9" fmla="*/ 3632543 w 4572001"/>
              <a:gd name="connsiteY9" fmla="*/ 4843767 h 5143500"/>
              <a:gd name="connsiteX10" fmla="*/ 3660662 w 4572001"/>
              <a:gd name="connsiteY10" fmla="*/ 4843753 h 5143500"/>
              <a:gd name="connsiteX11" fmla="*/ 3919106 w 4572001"/>
              <a:gd name="connsiteY11" fmla="*/ 4822055 h 5143500"/>
              <a:gd name="connsiteX12" fmla="*/ 3938547 w 4572001"/>
              <a:gd name="connsiteY12" fmla="*/ 4822073 h 5143500"/>
              <a:gd name="connsiteX13" fmla="*/ 3948568 w 4572001"/>
              <a:gd name="connsiteY13" fmla="*/ 4833690 h 5143500"/>
              <a:gd name="connsiteX14" fmla="*/ 3948854 w 4572001"/>
              <a:gd name="connsiteY14" fmla="*/ 4834569 h 5143500"/>
              <a:gd name="connsiteX15" fmla="*/ 3908731 w 4572001"/>
              <a:gd name="connsiteY15" fmla="*/ 4834569 h 5143500"/>
              <a:gd name="connsiteX16" fmla="*/ 3909766 w 4572001"/>
              <a:gd name="connsiteY16" fmla="*/ 4832224 h 5143500"/>
              <a:gd name="connsiteX17" fmla="*/ 3919106 w 4572001"/>
              <a:gd name="connsiteY17" fmla="*/ 4822055 h 5143500"/>
              <a:gd name="connsiteX18" fmla="*/ 4145589 w 4572001"/>
              <a:gd name="connsiteY18" fmla="*/ 4820110 h 5143500"/>
              <a:gd name="connsiteX19" fmla="*/ 4167403 w 4572001"/>
              <a:gd name="connsiteY19" fmla="*/ 4827673 h 5143500"/>
              <a:gd name="connsiteX20" fmla="*/ 4167977 w 4572001"/>
              <a:gd name="connsiteY20" fmla="*/ 4860034 h 5143500"/>
              <a:gd name="connsiteX21" fmla="*/ 4157033 w 4572001"/>
              <a:gd name="connsiteY21" fmla="*/ 4867563 h 5143500"/>
              <a:gd name="connsiteX22" fmla="*/ 4150002 w 4572001"/>
              <a:gd name="connsiteY22" fmla="*/ 4868695 h 5143500"/>
              <a:gd name="connsiteX23" fmla="*/ 4134988 w 4572001"/>
              <a:gd name="connsiteY23" fmla="*/ 4863280 h 5143500"/>
              <a:gd name="connsiteX24" fmla="*/ 4126120 w 4572001"/>
              <a:gd name="connsiteY24" fmla="*/ 4846493 h 5143500"/>
              <a:gd name="connsiteX25" fmla="*/ 4145589 w 4572001"/>
              <a:gd name="connsiteY25" fmla="*/ 4820110 h 5143500"/>
              <a:gd name="connsiteX26" fmla="*/ 3985848 w 4572001"/>
              <a:gd name="connsiteY26" fmla="*/ 4803275 h 5143500"/>
              <a:gd name="connsiteX27" fmla="*/ 3966479 w 4572001"/>
              <a:gd name="connsiteY27" fmla="*/ 4803315 h 5143500"/>
              <a:gd name="connsiteX28" fmla="*/ 3964723 w 4572001"/>
              <a:gd name="connsiteY28" fmla="*/ 4803393 h 5143500"/>
              <a:gd name="connsiteX29" fmla="*/ 3991483 w 4572001"/>
              <a:gd name="connsiteY29" fmla="*/ 4843556 h 5143500"/>
              <a:gd name="connsiteX30" fmla="*/ 3985897 w 4572001"/>
              <a:gd name="connsiteY30" fmla="*/ 4851945 h 5143500"/>
              <a:gd name="connsiteX31" fmla="*/ 3980381 w 4572001"/>
              <a:gd name="connsiteY31" fmla="*/ 4860198 h 5143500"/>
              <a:gd name="connsiteX32" fmla="*/ 3974757 w 4572001"/>
              <a:gd name="connsiteY32" fmla="*/ 4868581 h 5143500"/>
              <a:gd name="connsiteX33" fmla="*/ 3969258 w 4572001"/>
              <a:gd name="connsiteY33" fmla="*/ 4876847 h 5143500"/>
              <a:gd name="connsiteX34" fmla="*/ 3963826 w 4572001"/>
              <a:gd name="connsiteY34" fmla="*/ 4885114 h 5143500"/>
              <a:gd name="connsiteX35" fmla="*/ 3964578 w 4572001"/>
              <a:gd name="connsiteY35" fmla="*/ 4885199 h 5143500"/>
              <a:gd name="connsiteX36" fmla="*/ 3984453 w 4572001"/>
              <a:gd name="connsiteY36" fmla="*/ 4885234 h 5143500"/>
              <a:gd name="connsiteX37" fmla="*/ 3986275 w 4572001"/>
              <a:gd name="connsiteY37" fmla="*/ 4884102 h 5143500"/>
              <a:gd name="connsiteX38" fmla="*/ 3999519 w 4572001"/>
              <a:gd name="connsiteY38" fmla="*/ 4863037 h 5143500"/>
              <a:gd name="connsiteX39" fmla="*/ 4002768 w 4572001"/>
              <a:gd name="connsiteY39" fmla="*/ 4857950 h 5143500"/>
              <a:gd name="connsiteX40" fmla="*/ 4010855 w 4572001"/>
              <a:gd name="connsiteY40" fmla="*/ 4870759 h 5143500"/>
              <a:gd name="connsiteX41" fmla="*/ 4019226 w 4572001"/>
              <a:gd name="connsiteY41" fmla="*/ 4884110 h 5143500"/>
              <a:gd name="connsiteX42" fmla="*/ 4021230 w 4572001"/>
              <a:gd name="connsiteY42" fmla="*/ 4885225 h 5143500"/>
              <a:gd name="connsiteX43" fmla="*/ 4041273 w 4572001"/>
              <a:gd name="connsiteY43" fmla="*/ 4885200 h 5143500"/>
              <a:gd name="connsiteX44" fmla="*/ 4042568 w 4572001"/>
              <a:gd name="connsiteY44" fmla="*/ 4885083 h 5143500"/>
              <a:gd name="connsiteX45" fmla="*/ 4014484 w 4572001"/>
              <a:gd name="connsiteY45" fmla="*/ 4843077 h 5143500"/>
              <a:gd name="connsiteX46" fmla="*/ 4041212 w 4572001"/>
              <a:gd name="connsiteY46" fmla="*/ 4803452 h 5143500"/>
              <a:gd name="connsiteX47" fmla="*/ 4040634 w 4572001"/>
              <a:gd name="connsiteY47" fmla="*/ 4803326 h 5143500"/>
              <a:gd name="connsiteX48" fmla="*/ 4020254 w 4572001"/>
              <a:gd name="connsiteY48" fmla="*/ 4803289 h 5143500"/>
              <a:gd name="connsiteX49" fmla="*/ 4018565 w 4572001"/>
              <a:gd name="connsiteY49" fmla="*/ 4804389 h 5143500"/>
              <a:gd name="connsiteX50" fmla="*/ 4013188 w 4572001"/>
              <a:gd name="connsiteY50" fmla="*/ 4812924 h 5143500"/>
              <a:gd name="connsiteX51" fmla="*/ 4003261 w 4572001"/>
              <a:gd name="connsiteY51" fmla="*/ 4828662 h 5143500"/>
              <a:gd name="connsiteX52" fmla="*/ 4002345 w 4572001"/>
              <a:gd name="connsiteY52" fmla="*/ 4827364 h 5143500"/>
              <a:gd name="connsiteX53" fmla="*/ 3988221 w 4572001"/>
              <a:gd name="connsiteY53" fmla="*/ 4804669 h 5143500"/>
              <a:gd name="connsiteX54" fmla="*/ 3985848 w 4572001"/>
              <a:gd name="connsiteY54" fmla="*/ 4803275 h 5143500"/>
              <a:gd name="connsiteX55" fmla="*/ 4143745 w 4572001"/>
              <a:gd name="connsiteY55" fmla="*/ 4802138 h 5143500"/>
              <a:gd name="connsiteX56" fmla="*/ 4119020 w 4572001"/>
              <a:gd name="connsiteY56" fmla="*/ 4815850 h 5143500"/>
              <a:gd name="connsiteX57" fmla="*/ 4111624 w 4572001"/>
              <a:gd name="connsiteY57" fmla="*/ 4860377 h 5143500"/>
              <a:gd name="connsiteX58" fmla="*/ 4132261 w 4572001"/>
              <a:gd name="connsiteY58" fmla="*/ 4882640 h 5143500"/>
              <a:gd name="connsiteX59" fmla="*/ 4160378 w 4572001"/>
              <a:gd name="connsiteY59" fmla="*/ 4885287 h 5143500"/>
              <a:gd name="connsiteX60" fmla="*/ 4180696 w 4572001"/>
              <a:gd name="connsiteY60" fmla="*/ 4872522 h 5143500"/>
              <a:gd name="connsiteX61" fmla="*/ 4190818 w 4572001"/>
              <a:gd name="connsiteY61" fmla="*/ 4849709 h 5143500"/>
              <a:gd name="connsiteX62" fmla="*/ 4191134 w 4572001"/>
              <a:gd name="connsiteY62" fmla="*/ 4849042 h 5143500"/>
              <a:gd name="connsiteX63" fmla="*/ 4191008 w 4572001"/>
              <a:gd name="connsiteY63" fmla="*/ 4839363 h 5143500"/>
              <a:gd name="connsiteX64" fmla="*/ 4190664 w 4572001"/>
              <a:gd name="connsiteY64" fmla="*/ 4836791 h 5143500"/>
              <a:gd name="connsiteX65" fmla="*/ 4177520 w 4572001"/>
              <a:gd name="connsiteY65" fmla="*/ 4812587 h 5143500"/>
              <a:gd name="connsiteX66" fmla="*/ 4143745 w 4572001"/>
              <a:gd name="connsiteY66" fmla="*/ 4802138 h 5143500"/>
              <a:gd name="connsiteX67" fmla="*/ 3929629 w 4572001"/>
              <a:gd name="connsiteY67" fmla="*/ 4802122 h 5143500"/>
              <a:gd name="connsiteX68" fmla="*/ 3921978 w 4572001"/>
              <a:gd name="connsiteY68" fmla="*/ 4802743 h 5143500"/>
              <a:gd name="connsiteX69" fmla="*/ 3914934 w 4572001"/>
              <a:gd name="connsiteY69" fmla="*/ 4804843 h 5143500"/>
              <a:gd name="connsiteX70" fmla="*/ 3894615 w 4572001"/>
              <a:gd name="connsiteY70" fmla="*/ 4823828 h 5143500"/>
              <a:gd name="connsiteX71" fmla="*/ 3890513 w 4572001"/>
              <a:gd name="connsiteY71" fmla="*/ 4852050 h 5143500"/>
              <a:gd name="connsiteX72" fmla="*/ 3906996 w 4572001"/>
              <a:gd name="connsiteY72" fmla="*/ 4878849 h 5143500"/>
              <a:gd name="connsiteX73" fmla="*/ 3935139 w 4572001"/>
              <a:gd name="connsiteY73" fmla="*/ 4885477 h 5143500"/>
              <a:gd name="connsiteX74" fmla="*/ 3959501 w 4572001"/>
              <a:gd name="connsiteY74" fmla="*/ 4870561 h 5143500"/>
              <a:gd name="connsiteX75" fmla="*/ 3962747 w 4572001"/>
              <a:gd name="connsiteY75" fmla="*/ 4865772 h 5143500"/>
              <a:gd name="connsiteX76" fmla="*/ 3947692 w 4572001"/>
              <a:gd name="connsiteY76" fmla="*/ 4858646 h 5143500"/>
              <a:gd name="connsiteX77" fmla="*/ 3922306 w 4572001"/>
              <a:gd name="connsiteY77" fmla="*/ 4867491 h 5143500"/>
              <a:gd name="connsiteX78" fmla="*/ 3907337 w 4572001"/>
              <a:gd name="connsiteY78" fmla="*/ 4850499 h 5143500"/>
              <a:gd name="connsiteX79" fmla="*/ 3966987 w 4572001"/>
              <a:gd name="connsiteY79" fmla="*/ 4850499 h 5143500"/>
              <a:gd name="connsiteX80" fmla="*/ 3967315 w 4572001"/>
              <a:gd name="connsiteY80" fmla="*/ 4848919 h 5143500"/>
              <a:gd name="connsiteX81" fmla="*/ 3967116 w 4572001"/>
              <a:gd name="connsiteY81" fmla="*/ 4837564 h 5143500"/>
              <a:gd name="connsiteX82" fmla="*/ 3952795 w 4572001"/>
              <a:gd name="connsiteY82" fmla="*/ 4811136 h 5143500"/>
              <a:gd name="connsiteX83" fmla="*/ 3929629 w 4572001"/>
              <a:gd name="connsiteY83" fmla="*/ 4802122 h 5143500"/>
              <a:gd name="connsiteX84" fmla="*/ 4076508 w 4572001"/>
              <a:gd name="connsiteY84" fmla="*/ 4802110 h 5143500"/>
              <a:gd name="connsiteX85" fmla="*/ 4060742 w 4572001"/>
              <a:gd name="connsiteY85" fmla="*/ 4804724 h 5143500"/>
              <a:gd name="connsiteX86" fmla="*/ 4047873 w 4572001"/>
              <a:gd name="connsiteY86" fmla="*/ 4816693 h 5143500"/>
              <a:gd name="connsiteX87" fmla="*/ 4045596 w 4572001"/>
              <a:gd name="connsiteY87" fmla="*/ 4828622 h 5143500"/>
              <a:gd name="connsiteX88" fmla="*/ 4054658 w 4572001"/>
              <a:gd name="connsiteY88" fmla="*/ 4845697 h 5143500"/>
              <a:gd name="connsiteX89" fmla="*/ 4067443 w 4572001"/>
              <a:gd name="connsiteY89" fmla="*/ 4851565 h 5143500"/>
              <a:gd name="connsiteX90" fmla="*/ 4078000 w 4572001"/>
              <a:gd name="connsiteY90" fmla="*/ 4854933 h 5143500"/>
              <a:gd name="connsiteX91" fmla="*/ 4084138 w 4572001"/>
              <a:gd name="connsiteY91" fmla="*/ 4857977 h 5143500"/>
              <a:gd name="connsiteX92" fmla="*/ 4082602 w 4572001"/>
              <a:gd name="connsiteY92" fmla="*/ 4869688 h 5143500"/>
              <a:gd name="connsiteX93" fmla="*/ 4075018 w 4572001"/>
              <a:gd name="connsiteY93" fmla="*/ 4870793 h 5143500"/>
              <a:gd name="connsiteX94" fmla="*/ 4059749 w 4572001"/>
              <a:gd name="connsiteY94" fmla="*/ 4866590 h 5143500"/>
              <a:gd name="connsiteX95" fmla="*/ 4050410 w 4572001"/>
              <a:gd name="connsiteY95" fmla="*/ 4861430 h 5143500"/>
              <a:gd name="connsiteX96" fmla="*/ 4049068 w 4572001"/>
              <a:gd name="connsiteY96" fmla="*/ 4863497 h 5143500"/>
              <a:gd name="connsiteX97" fmla="*/ 4041820 w 4572001"/>
              <a:gd name="connsiteY97" fmla="*/ 4874969 h 5143500"/>
              <a:gd name="connsiteX98" fmla="*/ 4050969 w 4572001"/>
              <a:gd name="connsiteY98" fmla="*/ 4880832 h 5143500"/>
              <a:gd name="connsiteX99" fmla="*/ 4077855 w 4572001"/>
              <a:gd name="connsiteY99" fmla="*/ 4886694 h 5143500"/>
              <a:gd name="connsiteX100" fmla="*/ 4089691 w 4572001"/>
              <a:gd name="connsiteY100" fmla="*/ 4884517 h 5143500"/>
              <a:gd name="connsiteX101" fmla="*/ 4099315 w 4572001"/>
              <a:gd name="connsiteY101" fmla="*/ 4878539 h 5143500"/>
              <a:gd name="connsiteX102" fmla="*/ 4105383 w 4572001"/>
              <a:gd name="connsiteY102" fmla="*/ 4856780 h 5143500"/>
              <a:gd name="connsiteX103" fmla="*/ 4097513 w 4572001"/>
              <a:gd name="connsiteY103" fmla="*/ 4844156 h 5143500"/>
              <a:gd name="connsiteX104" fmla="*/ 4085768 w 4572001"/>
              <a:gd name="connsiteY104" fmla="*/ 4838055 h 5143500"/>
              <a:gd name="connsiteX105" fmla="*/ 4073597 w 4572001"/>
              <a:gd name="connsiteY105" fmla="*/ 4833683 h 5143500"/>
              <a:gd name="connsiteX106" fmla="*/ 4065959 w 4572001"/>
              <a:gd name="connsiteY106" fmla="*/ 4829256 h 5143500"/>
              <a:gd name="connsiteX107" fmla="*/ 4065539 w 4572001"/>
              <a:gd name="connsiteY107" fmla="*/ 4821313 h 5143500"/>
              <a:gd name="connsiteX108" fmla="*/ 4070038 w 4572001"/>
              <a:gd name="connsiteY108" fmla="*/ 4818553 h 5143500"/>
              <a:gd name="connsiteX109" fmla="*/ 4079032 w 4572001"/>
              <a:gd name="connsiteY109" fmla="*/ 4818661 h 5143500"/>
              <a:gd name="connsiteX110" fmla="*/ 4094141 w 4572001"/>
              <a:gd name="connsiteY110" fmla="*/ 4824618 h 5143500"/>
              <a:gd name="connsiteX111" fmla="*/ 4095757 w 4572001"/>
              <a:gd name="connsiteY111" fmla="*/ 4825453 h 5143500"/>
              <a:gd name="connsiteX112" fmla="*/ 4103440 w 4572001"/>
              <a:gd name="connsiteY112" fmla="*/ 4811175 h 5143500"/>
              <a:gd name="connsiteX113" fmla="*/ 4103175 w 4572001"/>
              <a:gd name="connsiteY113" fmla="*/ 4810825 h 5143500"/>
              <a:gd name="connsiteX114" fmla="*/ 4102622 w 4572001"/>
              <a:gd name="connsiteY114" fmla="*/ 4810442 h 5143500"/>
              <a:gd name="connsiteX115" fmla="*/ 4076508 w 4572001"/>
              <a:gd name="connsiteY115" fmla="*/ 4802110 h 5143500"/>
              <a:gd name="connsiteX116" fmla="*/ 3789837 w 4572001"/>
              <a:gd name="connsiteY116" fmla="*/ 4782283 h 5143500"/>
              <a:gd name="connsiteX117" fmla="*/ 3789837 w 4572001"/>
              <a:gd name="connsiteY117" fmla="*/ 4835384 h 5143500"/>
              <a:gd name="connsiteX118" fmla="*/ 3789837 w 4572001"/>
              <a:gd name="connsiteY118" fmla="*/ 4885208 h 5143500"/>
              <a:gd name="connsiteX119" fmla="*/ 3809610 w 4572001"/>
              <a:gd name="connsiteY119" fmla="*/ 4885208 h 5143500"/>
              <a:gd name="connsiteX120" fmla="*/ 3809610 w 4572001"/>
              <a:gd name="connsiteY120" fmla="*/ 4870986 h 5143500"/>
              <a:gd name="connsiteX121" fmla="*/ 3809614 w 4572001"/>
              <a:gd name="connsiteY121" fmla="*/ 4857004 h 5143500"/>
              <a:gd name="connsiteX122" fmla="*/ 3809680 w 4572001"/>
              <a:gd name="connsiteY122" fmla="*/ 4842811 h 5143500"/>
              <a:gd name="connsiteX123" fmla="*/ 3846263 w 4572001"/>
              <a:gd name="connsiteY123" fmla="*/ 4842811 h 5143500"/>
              <a:gd name="connsiteX124" fmla="*/ 3846263 w 4572001"/>
              <a:gd name="connsiteY124" fmla="*/ 4825218 h 5143500"/>
              <a:gd name="connsiteX125" fmla="*/ 3809721 w 4572001"/>
              <a:gd name="connsiteY125" fmla="*/ 4825218 h 5143500"/>
              <a:gd name="connsiteX126" fmla="*/ 3809721 w 4572001"/>
              <a:gd name="connsiteY126" fmla="*/ 4800086 h 5143500"/>
              <a:gd name="connsiteX127" fmla="*/ 3809980 w 4572001"/>
              <a:gd name="connsiteY127" fmla="*/ 4799981 h 5143500"/>
              <a:gd name="connsiteX128" fmla="*/ 3854955 w 4572001"/>
              <a:gd name="connsiteY128" fmla="*/ 4799940 h 5143500"/>
              <a:gd name="connsiteX129" fmla="*/ 3855455 w 4572001"/>
              <a:gd name="connsiteY129" fmla="*/ 4799881 h 5143500"/>
              <a:gd name="connsiteX130" fmla="*/ 3855585 w 4572001"/>
              <a:gd name="connsiteY130" fmla="*/ 4799785 h 5143500"/>
              <a:gd name="connsiteX131" fmla="*/ 3855691 w 4572001"/>
              <a:gd name="connsiteY131" fmla="*/ 4799680 h 5143500"/>
              <a:gd name="connsiteX132" fmla="*/ 3855691 w 4572001"/>
              <a:gd name="connsiteY132" fmla="*/ 4782283 h 5143500"/>
              <a:gd name="connsiteX133" fmla="*/ 3789837 w 4572001"/>
              <a:gd name="connsiteY133" fmla="*/ 4782283 h 5143500"/>
              <a:gd name="connsiteX134" fmla="*/ 3863089 w 4572001"/>
              <a:gd name="connsiteY134" fmla="*/ 4782195 h 5143500"/>
              <a:gd name="connsiteX135" fmla="*/ 3862040 w 4572001"/>
              <a:gd name="connsiteY135" fmla="*/ 4782269 h 5143500"/>
              <a:gd name="connsiteX136" fmla="*/ 3862040 w 4572001"/>
              <a:gd name="connsiteY136" fmla="*/ 4885112 h 5143500"/>
              <a:gd name="connsiteX137" fmla="*/ 3881726 w 4572001"/>
              <a:gd name="connsiteY137" fmla="*/ 4885112 h 5143500"/>
              <a:gd name="connsiteX138" fmla="*/ 3881726 w 4572001"/>
              <a:gd name="connsiteY138" fmla="*/ 4883046 h 5143500"/>
              <a:gd name="connsiteX139" fmla="*/ 3881723 w 4572001"/>
              <a:gd name="connsiteY139" fmla="*/ 4784332 h 5143500"/>
              <a:gd name="connsiteX140" fmla="*/ 3881553 w 4572001"/>
              <a:gd name="connsiteY140" fmla="*/ 4782373 h 5143500"/>
              <a:gd name="connsiteX141" fmla="*/ 3880777 w 4572001"/>
              <a:gd name="connsiteY141" fmla="*/ 4782196 h 5143500"/>
              <a:gd name="connsiteX142" fmla="*/ 3863089 w 4572001"/>
              <a:gd name="connsiteY142" fmla="*/ 4782195 h 5143500"/>
              <a:gd name="connsiteX143" fmla="*/ 3714344 w 4572001"/>
              <a:gd name="connsiteY143" fmla="*/ 4719565 h 5143500"/>
              <a:gd name="connsiteX144" fmla="*/ 3731261 w 4572001"/>
              <a:gd name="connsiteY144" fmla="*/ 4727397 h 5143500"/>
              <a:gd name="connsiteX145" fmla="*/ 3741132 w 4572001"/>
              <a:gd name="connsiteY145" fmla="*/ 4747247 h 5143500"/>
              <a:gd name="connsiteX146" fmla="*/ 3734022 w 4572001"/>
              <a:gd name="connsiteY146" fmla="*/ 4770390 h 5143500"/>
              <a:gd name="connsiteX147" fmla="*/ 3717441 w 4572001"/>
              <a:gd name="connsiteY147" fmla="*/ 4780571 h 5143500"/>
              <a:gd name="connsiteX148" fmla="*/ 3710632 w 4572001"/>
              <a:gd name="connsiteY148" fmla="*/ 4781372 h 5143500"/>
              <a:gd name="connsiteX149" fmla="*/ 3682164 w 4572001"/>
              <a:gd name="connsiteY149" fmla="*/ 4781406 h 5143500"/>
              <a:gd name="connsiteX150" fmla="*/ 3681087 w 4572001"/>
              <a:gd name="connsiteY150" fmla="*/ 4781337 h 5143500"/>
              <a:gd name="connsiteX151" fmla="*/ 3680994 w 4572001"/>
              <a:gd name="connsiteY151" fmla="*/ 4779972 h 5143500"/>
              <a:gd name="connsiteX152" fmla="*/ 3681031 w 4572001"/>
              <a:gd name="connsiteY152" fmla="*/ 4748808 h 5143500"/>
              <a:gd name="connsiteX153" fmla="*/ 3681890 w 4572001"/>
              <a:gd name="connsiteY153" fmla="*/ 4742854 h 5143500"/>
              <a:gd name="connsiteX154" fmla="*/ 3688342 w 4572001"/>
              <a:gd name="connsiteY154" fmla="*/ 4730138 h 5143500"/>
              <a:gd name="connsiteX155" fmla="*/ 3714344 w 4572001"/>
              <a:gd name="connsiteY155" fmla="*/ 4719565 h 5143500"/>
              <a:gd name="connsiteX156" fmla="*/ 3705872 w 4572001"/>
              <a:gd name="connsiteY156" fmla="*/ 4700588 h 5143500"/>
              <a:gd name="connsiteX157" fmla="*/ 3703380 w 4572001"/>
              <a:gd name="connsiteY157" fmla="*/ 4701208 h 5143500"/>
              <a:gd name="connsiteX158" fmla="*/ 3678101 w 4572001"/>
              <a:gd name="connsiteY158" fmla="*/ 4713939 h 5143500"/>
              <a:gd name="connsiteX159" fmla="*/ 3668338 w 4572001"/>
              <a:gd name="connsiteY159" fmla="*/ 4726920 h 5143500"/>
              <a:gd name="connsiteX160" fmla="*/ 3663425 w 4572001"/>
              <a:gd name="connsiteY160" fmla="*/ 4741503 h 5143500"/>
              <a:gd name="connsiteX161" fmla="*/ 3662671 w 4572001"/>
              <a:gd name="connsiteY161" fmla="*/ 4751705 h 5143500"/>
              <a:gd name="connsiteX162" fmla="*/ 3662682 w 4572001"/>
              <a:gd name="connsiteY162" fmla="*/ 4779337 h 5143500"/>
              <a:gd name="connsiteX163" fmla="*/ 3662682 w 4572001"/>
              <a:gd name="connsiteY163" fmla="*/ 4781343 h 5143500"/>
              <a:gd name="connsiteX164" fmla="*/ 3634256 w 4572001"/>
              <a:gd name="connsiteY164" fmla="*/ 4781343 h 5143500"/>
              <a:gd name="connsiteX165" fmla="*/ 3634256 w 4572001"/>
              <a:gd name="connsiteY165" fmla="*/ 4800050 h 5143500"/>
              <a:gd name="connsiteX166" fmla="*/ 3662561 w 4572001"/>
              <a:gd name="connsiteY166" fmla="*/ 4800060 h 5143500"/>
              <a:gd name="connsiteX167" fmla="*/ 3662561 w 4572001"/>
              <a:gd name="connsiteY167" fmla="*/ 4824991 h 5143500"/>
              <a:gd name="connsiteX168" fmla="*/ 3660724 w 4572001"/>
              <a:gd name="connsiteY168" fmla="*/ 4824991 h 5143500"/>
              <a:gd name="connsiteX169" fmla="*/ 3632249 w 4572001"/>
              <a:gd name="connsiteY169" fmla="*/ 4824984 h 5143500"/>
              <a:gd name="connsiteX170" fmla="*/ 3615828 w 4572001"/>
              <a:gd name="connsiteY170" fmla="*/ 4827984 h 5143500"/>
              <a:gd name="connsiteX171" fmla="*/ 3600454 w 4572001"/>
              <a:gd name="connsiteY171" fmla="*/ 4837423 h 5143500"/>
              <a:gd name="connsiteX172" fmla="*/ 3584499 w 4572001"/>
              <a:gd name="connsiteY172" fmla="*/ 4867880 h 5143500"/>
              <a:gd name="connsiteX173" fmla="*/ 3584019 w 4572001"/>
              <a:gd name="connsiteY173" fmla="*/ 4868899 h 5143500"/>
              <a:gd name="connsiteX174" fmla="*/ 3583883 w 4572001"/>
              <a:gd name="connsiteY174" fmla="*/ 4880540 h 5143500"/>
              <a:gd name="connsiteX175" fmla="*/ 3584469 w 4572001"/>
              <a:gd name="connsiteY175" fmla="*/ 4881134 h 5143500"/>
              <a:gd name="connsiteX176" fmla="*/ 3589070 w 4572001"/>
              <a:gd name="connsiteY176" fmla="*/ 4896837 h 5143500"/>
              <a:gd name="connsiteX177" fmla="*/ 3596698 w 4572001"/>
              <a:gd name="connsiteY177" fmla="*/ 4908260 h 5143500"/>
              <a:gd name="connsiteX178" fmla="*/ 3611863 w 4572001"/>
              <a:gd name="connsiteY178" fmla="*/ 4919760 h 5143500"/>
              <a:gd name="connsiteX179" fmla="*/ 3626117 w 4572001"/>
              <a:gd name="connsiteY179" fmla="*/ 4924223 h 5143500"/>
              <a:gd name="connsiteX180" fmla="*/ 3637875 w 4572001"/>
              <a:gd name="connsiteY180" fmla="*/ 4924233 h 5143500"/>
              <a:gd name="connsiteX181" fmla="*/ 3641933 w 4572001"/>
              <a:gd name="connsiteY181" fmla="*/ 4923551 h 5143500"/>
              <a:gd name="connsiteX182" fmla="*/ 3667999 w 4572001"/>
              <a:gd name="connsiteY182" fmla="*/ 4908568 h 5143500"/>
              <a:gd name="connsiteX183" fmla="*/ 3678256 w 4572001"/>
              <a:gd name="connsiteY183" fmla="*/ 4891174 h 5143500"/>
              <a:gd name="connsiteX184" fmla="*/ 3680988 w 4572001"/>
              <a:gd name="connsiteY184" fmla="*/ 4874354 h 5143500"/>
              <a:gd name="connsiteX185" fmla="*/ 3680991 w 4572001"/>
              <a:gd name="connsiteY185" fmla="*/ 4845715 h 5143500"/>
              <a:gd name="connsiteX186" fmla="*/ 3680991 w 4572001"/>
              <a:gd name="connsiteY186" fmla="*/ 4843736 h 5143500"/>
              <a:gd name="connsiteX187" fmla="*/ 3709419 w 4572001"/>
              <a:gd name="connsiteY187" fmla="*/ 4843736 h 5143500"/>
              <a:gd name="connsiteX188" fmla="*/ 3709419 w 4572001"/>
              <a:gd name="connsiteY188" fmla="*/ 4824955 h 5143500"/>
              <a:gd name="connsiteX189" fmla="*/ 3681141 w 4572001"/>
              <a:gd name="connsiteY189" fmla="*/ 4824955 h 5143500"/>
              <a:gd name="connsiteX190" fmla="*/ 3681286 w 4572001"/>
              <a:gd name="connsiteY190" fmla="*/ 4800056 h 5143500"/>
              <a:gd name="connsiteX191" fmla="*/ 3683105 w 4572001"/>
              <a:gd name="connsiteY191" fmla="*/ 4800056 h 5143500"/>
              <a:gd name="connsiteX192" fmla="*/ 3712417 w 4572001"/>
              <a:gd name="connsiteY192" fmla="*/ 4800034 h 5143500"/>
              <a:gd name="connsiteX193" fmla="*/ 3718433 w 4572001"/>
              <a:gd name="connsiteY193" fmla="*/ 4799557 h 5143500"/>
              <a:gd name="connsiteX194" fmla="*/ 3747298 w 4572001"/>
              <a:gd name="connsiteY194" fmla="*/ 4783396 h 5143500"/>
              <a:gd name="connsiteX195" fmla="*/ 3759157 w 4572001"/>
              <a:gd name="connsiteY195" fmla="*/ 4744231 h 5143500"/>
              <a:gd name="connsiteX196" fmla="*/ 3743447 w 4572001"/>
              <a:gd name="connsiteY196" fmla="*/ 4713321 h 5143500"/>
              <a:gd name="connsiteX197" fmla="*/ 3718618 w 4572001"/>
              <a:gd name="connsiteY197" fmla="*/ 4701190 h 5143500"/>
              <a:gd name="connsiteX198" fmla="*/ 3716498 w 4572001"/>
              <a:gd name="connsiteY198" fmla="*/ 4700588 h 5143500"/>
              <a:gd name="connsiteX199" fmla="*/ 3705872 w 4572001"/>
              <a:gd name="connsiteY199" fmla="*/ 4700588 h 5143500"/>
              <a:gd name="connsiteX200" fmla="*/ 0 w 4572001"/>
              <a:gd name="connsiteY200" fmla="*/ 0 h 5143500"/>
              <a:gd name="connsiteX201" fmla="*/ 4572001 w 4572001"/>
              <a:gd name="connsiteY201" fmla="*/ 0 h 5143500"/>
              <a:gd name="connsiteX202" fmla="*/ 4572001 w 4572001"/>
              <a:gd name="connsiteY202" fmla="*/ 5143500 h 5143500"/>
              <a:gd name="connsiteX203" fmla="*/ 0 w 4572001"/>
              <a:gd name="connsiteY20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4572001" h="5143500">
                <a:moveTo>
                  <a:pt x="3660662" y="4843753"/>
                </a:moveTo>
                <a:cubicBezTo>
                  <a:pt x="3661270" y="4843753"/>
                  <a:pt x="3661878" y="4843753"/>
                  <a:pt x="3662682" y="4843753"/>
                </a:cubicBezTo>
                <a:cubicBezTo>
                  <a:pt x="3662682" y="4852563"/>
                  <a:pt x="3662682" y="4861244"/>
                  <a:pt x="3662682" y="4869925"/>
                </a:cubicBezTo>
                <a:cubicBezTo>
                  <a:pt x="3662668" y="4873673"/>
                  <a:pt x="3662779" y="4877083"/>
                  <a:pt x="3662128" y="4880470"/>
                </a:cubicBezTo>
                <a:cubicBezTo>
                  <a:pt x="3661101" y="4885813"/>
                  <a:pt x="3658904" y="4890591"/>
                  <a:pt x="3655413" y="4894751"/>
                </a:cubicBezTo>
                <a:cubicBezTo>
                  <a:pt x="3650340" y="4900794"/>
                  <a:pt x="3643908" y="4904460"/>
                  <a:pt x="3636050" y="4905435"/>
                </a:cubicBezTo>
                <a:cubicBezTo>
                  <a:pt x="3627859" y="4906451"/>
                  <a:pt x="3620501" y="4904264"/>
                  <a:pt x="3614092" y="4899142"/>
                </a:cubicBezTo>
                <a:cubicBezTo>
                  <a:pt x="3607698" y="4894032"/>
                  <a:pt x="3603838" y="4887349"/>
                  <a:pt x="3602714" y="4879213"/>
                </a:cubicBezTo>
                <a:cubicBezTo>
                  <a:pt x="3601382" y="4869566"/>
                  <a:pt x="3603925" y="4861018"/>
                  <a:pt x="3610443" y="4853747"/>
                </a:cubicBezTo>
                <a:cubicBezTo>
                  <a:pt x="3616325" y="4847185"/>
                  <a:pt x="3623723" y="4843823"/>
                  <a:pt x="3632543" y="4843767"/>
                </a:cubicBezTo>
                <a:cubicBezTo>
                  <a:pt x="3641916" y="4843707"/>
                  <a:pt x="3651289" y="4843753"/>
                  <a:pt x="3660662" y="4843753"/>
                </a:cubicBezTo>
                <a:close/>
                <a:moveTo>
                  <a:pt x="3919106" y="4822055"/>
                </a:moveTo>
                <a:cubicBezTo>
                  <a:pt x="3925576" y="4818599"/>
                  <a:pt x="3932132" y="4818638"/>
                  <a:pt x="3938547" y="4822073"/>
                </a:cubicBezTo>
                <a:cubicBezTo>
                  <a:pt x="3943318" y="4824628"/>
                  <a:pt x="3946510" y="4828712"/>
                  <a:pt x="3948568" y="4833690"/>
                </a:cubicBezTo>
                <a:cubicBezTo>
                  <a:pt x="3948670" y="4833937"/>
                  <a:pt x="3948735" y="4834199"/>
                  <a:pt x="3948854" y="4834569"/>
                </a:cubicBezTo>
                <a:cubicBezTo>
                  <a:pt x="3935461" y="4834569"/>
                  <a:pt x="3922193" y="4834569"/>
                  <a:pt x="3908731" y="4834569"/>
                </a:cubicBezTo>
                <a:cubicBezTo>
                  <a:pt x="3909103" y="4833726"/>
                  <a:pt x="3909434" y="4832975"/>
                  <a:pt x="3909766" y="4832224"/>
                </a:cubicBezTo>
                <a:cubicBezTo>
                  <a:pt x="3911976" y="4827775"/>
                  <a:pt x="3914901" y="4824302"/>
                  <a:pt x="3919106" y="4822055"/>
                </a:cubicBezTo>
                <a:close/>
                <a:moveTo>
                  <a:pt x="4145589" y="4820110"/>
                </a:moveTo>
                <a:cubicBezTo>
                  <a:pt x="4154238" y="4818543"/>
                  <a:pt x="4161613" y="4821239"/>
                  <a:pt x="4167403" y="4827673"/>
                </a:cubicBezTo>
                <a:cubicBezTo>
                  <a:pt x="4175724" y="4836918"/>
                  <a:pt x="4175843" y="4850479"/>
                  <a:pt x="4167977" y="4860034"/>
                </a:cubicBezTo>
                <a:cubicBezTo>
                  <a:pt x="4165057" y="4863582"/>
                  <a:pt x="4161386" y="4866078"/>
                  <a:pt x="4157033" y="4867563"/>
                </a:cubicBezTo>
                <a:cubicBezTo>
                  <a:pt x="4154557" y="4868242"/>
                  <a:pt x="4152322" y="4868707"/>
                  <a:pt x="4150002" y="4868695"/>
                </a:cubicBezTo>
                <a:cubicBezTo>
                  <a:pt x="4144351" y="4868667"/>
                  <a:pt x="4139319" y="4866881"/>
                  <a:pt x="4134988" y="4863280"/>
                </a:cubicBezTo>
                <a:cubicBezTo>
                  <a:pt x="4129743" y="4858920"/>
                  <a:pt x="4126765" y="4853285"/>
                  <a:pt x="4126120" y="4846493"/>
                </a:cubicBezTo>
                <a:cubicBezTo>
                  <a:pt x="4124896" y="4833607"/>
                  <a:pt x="4133714" y="4822263"/>
                  <a:pt x="4145589" y="4820110"/>
                </a:cubicBezTo>
                <a:close/>
                <a:moveTo>
                  <a:pt x="3985848" y="4803275"/>
                </a:moveTo>
                <a:cubicBezTo>
                  <a:pt x="3979392" y="4803355"/>
                  <a:pt x="3972935" y="4803311"/>
                  <a:pt x="3966479" y="4803315"/>
                </a:cubicBezTo>
                <a:cubicBezTo>
                  <a:pt x="3965997" y="4803316"/>
                  <a:pt x="3965515" y="4803357"/>
                  <a:pt x="3964723" y="4803393"/>
                </a:cubicBezTo>
                <a:cubicBezTo>
                  <a:pt x="3973737" y="4816922"/>
                  <a:pt x="3982608" y="4830236"/>
                  <a:pt x="3991483" y="4843556"/>
                </a:cubicBezTo>
                <a:cubicBezTo>
                  <a:pt x="3989561" y="4846442"/>
                  <a:pt x="3987731" y="4849195"/>
                  <a:pt x="3985897" y="4851945"/>
                </a:cubicBezTo>
                <a:cubicBezTo>
                  <a:pt x="3984061" y="4854698"/>
                  <a:pt x="3982222" y="4857449"/>
                  <a:pt x="3980381" y="4860198"/>
                </a:cubicBezTo>
                <a:cubicBezTo>
                  <a:pt x="3978508" y="4862994"/>
                  <a:pt x="3976627" y="4865784"/>
                  <a:pt x="3974757" y="4868581"/>
                </a:cubicBezTo>
                <a:cubicBezTo>
                  <a:pt x="3972917" y="4871332"/>
                  <a:pt x="3971062" y="4874073"/>
                  <a:pt x="3969258" y="4876847"/>
                </a:cubicBezTo>
                <a:cubicBezTo>
                  <a:pt x="3967485" y="4879575"/>
                  <a:pt x="3965438" y="4882135"/>
                  <a:pt x="3963826" y="4885114"/>
                </a:cubicBezTo>
                <a:cubicBezTo>
                  <a:pt x="3964252" y="4885163"/>
                  <a:pt x="3964415" y="4885199"/>
                  <a:pt x="3964578" y="4885199"/>
                </a:cubicBezTo>
                <a:cubicBezTo>
                  <a:pt x="3971203" y="4885203"/>
                  <a:pt x="3977828" y="4885176"/>
                  <a:pt x="3984453" y="4885234"/>
                </a:cubicBezTo>
                <a:cubicBezTo>
                  <a:pt x="3985421" y="4885243"/>
                  <a:pt x="3985833" y="4884809"/>
                  <a:pt x="3986275" y="4884102"/>
                </a:cubicBezTo>
                <a:cubicBezTo>
                  <a:pt x="3990677" y="4877072"/>
                  <a:pt x="3995098" y="4870054"/>
                  <a:pt x="3999519" y="4863037"/>
                </a:cubicBezTo>
                <a:cubicBezTo>
                  <a:pt x="4000549" y="4861401"/>
                  <a:pt x="4001599" y="4859778"/>
                  <a:pt x="4002768" y="4857950"/>
                </a:cubicBezTo>
                <a:cubicBezTo>
                  <a:pt x="4005544" y="4862342"/>
                  <a:pt x="4008170" y="4866497"/>
                  <a:pt x="4010855" y="4870759"/>
                </a:cubicBezTo>
                <a:cubicBezTo>
                  <a:pt x="4013692" y="4875276"/>
                  <a:pt x="4016498" y="4879669"/>
                  <a:pt x="4019226" y="4884110"/>
                </a:cubicBezTo>
                <a:cubicBezTo>
                  <a:pt x="4019737" y="4884942"/>
                  <a:pt x="4020273" y="4885231"/>
                  <a:pt x="4021230" y="4885225"/>
                </a:cubicBezTo>
                <a:cubicBezTo>
                  <a:pt x="4027911" y="4885186"/>
                  <a:pt x="4034592" y="4885206"/>
                  <a:pt x="4041273" y="4885200"/>
                </a:cubicBezTo>
                <a:cubicBezTo>
                  <a:pt x="4041635" y="4885200"/>
                  <a:pt x="4041996" y="4885136"/>
                  <a:pt x="4042568" y="4885083"/>
                </a:cubicBezTo>
                <a:cubicBezTo>
                  <a:pt x="4033109" y="4870934"/>
                  <a:pt x="4023776" y="4856976"/>
                  <a:pt x="4014484" y="4843077"/>
                </a:cubicBezTo>
                <a:cubicBezTo>
                  <a:pt x="4023430" y="4829774"/>
                  <a:pt x="4032338" y="4816682"/>
                  <a:pt x="4041212" y="4803452"/>
                </a:cubicBezTo>
                <a:cubicBezTo>
                  <a:pt x="4040849" y="4803371"/>
                  <a:pt x="4040742" y="4803326"/>
                  <a:pt x="4040634" y="4803326"/>
                </a:cubicBezTo>
                <a:cubicBezTo>
                  <a:pt x="4033840" y="4803319"/>
                  <a:pt x="4027047" y="4803336"/>
                  <a:pt x="4020254" y="4803289"/>
                </a:cubicBezTo>
                <a:cubicBezTo>
                  <a:pt x="4019348" y="4803283"/>
                  <a:pt x="4018967" y="4803746"/>
                  <a:pt x="4018565" y="4804389"/>
                </a:cubicBezTo>
                <a:cubicBezTo>
                  <a:pt x="4016783" y="4807240"/>
                  <a:pt x="4014982" y="4810080"/>
                  <a:pt x="4013188" y="4812924"/>
                </a:cubicBezTo>
                <a:cubicBezTo>
                  <a:pt x="4009899" y="4818137"/>
                  <a:pt x="4006611" y="4823351"/>
                  <a:pt x="4003261" y="4828662"/>
                </a:cubicBezTo>
                <a:cubicBezTo>
                  <a:pt x="4002915" y="4828175"/>
                  <a:pt x="4002607" y="4827784"/>
                  <a:pt x="4002345" y="4827364"/>
                </a:cubicBezTo>
                <a:cubicBezTo>
                  <a:pt x="3997630" y="4819803"/>
                  <a:pt x="3992914" y="4812243"/>
                  <a:pt x="3988221" y="4804669"/>
                </a:cubicBezTo>
                <a:cubicBezTo>
                  <a:pt x="3987654" y="4803752"/>
                  <a:pt x="3987063" y="4803259"/>
                  <a:pt x="3985848" y="4803275"/>
                </a:cubicBezTo>
                <a:close/>
                <a:moveTo>
                  <a:pt x="4143745" y="4802138"/>
                </a:moveTo>
                <a:cubicBezTo>
                  <a:pt x="4133821" y="4803537"/>
                  <a:pt x="4125422" y="4808188"/>
                  <a:pt x="4119020" y="4815850"/>
                </a:cubicBezTo>
                <a:cubicBezTo>
                  <a:pt x="4107901" y="4829160"/>
                  <a:pt x="4105510" y="4844220"/>
                  <a:pt x="4111624" y="4860377"/>
                </a:cubicBezTo>
                <a:cubicBezTo>
                  <a:pt x="4115440" y="4870464"/>
                  <a:pt x="4122480" y="4877910"/>
                  <a:pt x="4132261" y="4882640"/>
                </a:cubicBezTo>
                <a:cubicBezTo>
                  <a:pt x="4141304" y="4887013"/>
                  <a:pt x="4150701" y="4887840"/>
                  <a:pt x="4160378" y="4885287"/>
                </a:cubicBezTo>
                <a:cubicBezTo>
                  <a:pt x="4168461" y="4883154"/>
                  <a:pt x="4175234" y="4878843"/>
                  <a:pt x="4180696" y="4872522"/>
                </a:cubicBezTo>
                <a:cubicBezTo>
                  <a:pt x="4186374" y="4865951"/>
                  <a:pt x="4189894" y="4858403"/>
                  <a:pt x="4190818" y="4849709"/>
                </a:cubicBezTo>
                <a:cubicBezTo>
                  <a:pt x="4190837" y="4849530"/>
                  <a:pt x="4191025" y="4849369"/>
                  <a:pt x="4191134" y="4849042"/>
                </a:cubicBezTo>
                <a:cubicBezTo>
                  <a:pt x="4191134" y="4845731"/>
                  <a:pt x="4191134" y="4842579"/>
                  <a:pt x="4191008" y="4839363"/>
                </a:cubicBezTo>
                <a:cubicBezTo>
                  <a:pt x="4190813" y="4838463"/>
                  <a:pt x="4190815" y="4837613"/>
                  <a:pt x="4190664" y="4836791"/>
                </a:cubicBezTo>
                <a:cubicBezTo>
                  <a:pt x="4188909" y="4827300"/>
                  <a:pt x="4184685" y="4819133"/>
                  <a:pt x="4177520" y="4812587"/>
                </a:cubicBezTo>
                <a:cubicBezTo>
                  <a:pt x="4167910" y="4803806"/>
                  <a:pt x="4156574" y="4800330"/>
                  <a:pt x="4143745" y="4802138"/>
                </a:cubicBezTo>
                <a:close/>
                <a:moveTo>
                  <a:pt x="3929629" y="4802122"/>
                </a:moveTo>
                <a:cubicBezTo>
                  <a:pt x="3927136" y="4802037"/>
                  <a:pt x="3924625" y="4802510"/>
                  <a:pt x="3921978" y="4802743"/>
                </a:cubicBezTo>
                <a:cubicBezTo>
                  <a:pt x="3919529" y="4803441"/>
                  <a:pt x="3917143" y="4803929"/>
                  <a:pt x="3914934" y="4804843"/>
                </a:cubicBezTo>
                <a:cubicBezTo>
                  <a:pt x="3905806" y="4808618"/>
                  <a:pt x="3899093" y="4815088"/>
                  <a:pt x="3894615" y="4823828"/>
                </a:cubicBezTo>
                <a:cubicBezTo>
                  <a:pt x="3890047" y="4832741"/>
                  <a:pt x="3888729" y="4842208"/>
                  <a:pt x="3890513" y="4852050"/>
                </a:cubicBezTo>
                <a:cubicBezTo>
                  <a:pt x="3892515" y="4863103"/>
                  <a:pt x="3897893" y="4872175"/>
                  <a:pt x="3906996" y="4878849"/>
                </a:cubicBezTo>
                <a:cubicBezTo>
                  <a:pt x="3915407" y="4885016"/>
                  <a:pt x="3924881" y="4887226"/>
                  <a:pt x="3935139" y="4885477"/>
                </a:cubicBezTo>
                <a:cubicBezTo>
                  <a:pt x="3945192" y="4883762"/>
                  <a:pt x="3953226" y="4878530"/>
                  <a:pt x="3959501" y="4870561"/>
                </a:cubicBezTo>
                <a:cubicBezTo>
                  <a:pt x="3960656" y="4869094"/>
                  <a:pt x="3961607" y="4867466"/>
                  <a:pt x="3962747" y="4865772"/>
                </a:cubicBezTo>
                <a:cubicBezTo>
                  <a:pt x="3957571" y="4863322"/>
                  <a:pt x="3952628" y="4860982"/>
                  <a:pt x="3947692" y="4858646"/>
                </a:cubicBezTo>
                <a:cubicBezTo>
                  <a:pt x="3940991" y="4866885"/>
                  <a:pt x="3932711" y="4870747"/>
                  <a:pt x="3922306" y="4867491"/>
                </a:cubicBezTo>
                <a:cubicBezTo>
                  <a:pt x="3914145" y="4864938"/>
                  <a:pt x="3909684" y="4858686"/>
                  <a:pt x="3907337" y="4850499"/>
                </a:cubicBezTo>
                <a:cubicBezTo>
                  <a:pt x="3927342" y="4850499"/>
                  <a:pt x="3947145" y="4850499"/>
                  <a:pt x="3966987" y="4850499"/>
                </a:cubicBezTo>
                <a:cubicBezTo>
                  <a:pt x="3967114" y="4849895"/>
                  <a:pt x="3967246" y="4849412"/>
                  <a:pt x="3967315" y="4848919"/>
                </a:cubicBezTo>
                <a:cubicBezTo>
                  <a:pt x="3967849" y="4845124"/>
                  <a:pt x="3967678" y="4841347"/>
                  <a:pt x="3967116" y="4837564"/>
                </a:cubicBezTo>
                <a:cubicBezTo>
                  <a:pt x="3965550" y="4827008"/>
                  <a:pt x="3960899" y="4818123"/>
                  <a:pt x="3952795" y="4811136"/>
                </a:cubicBezTo>
                <a:cubicBezTo>
                  <a:pt x="3946150" y="4805408"/>
                  <a:pt x="3938372" y="4802422"/>
                  <a:pt x="3929629" y="4802122"/>
                </a:cubicBezTo>
                <a:close/>
                <a:moveTo>
                  <a:pt x="4076508" y="4802110"/>
                </a:moveTo>
                <a:cubicBezTo>
                  <a:pt x="4071089" y="4801771"/>
                  <a:pt x="4065784" y="4802574"/>
                  <a:pt x="4060742" y="4804724"/>
                </a:cubicBezTo>
                <a:cubicBezTo>
                  <a:pt x="4055016" y="4807167"/>
                  <a:pt x="4050544" y="4810968"/>
                  <a:pt x="4047873" y="4816693"/>
                </a:cubicBezTo>
                <a:cubicBezTo>
                  <a:pt x="4046108" y="4820475"/>
                  <a:pt x="4045525" y="4824473"/>
                  <a:pt x="4045596" y="4828622"/>
                </a:cubicBezTo>
                <a:cubicBezTo>
                  <a:pt x="4045720" y="4835872"/>
                  <a:pt x="4048693" y="4841572"/>
                  <a:pt x="4054658" y="4845697"/>
                </a:cubicBezTo>
                <a:cubicBezTo>
                  <a:pt x="4058573" y="4848405"/>
                  <a:pt x="4062950" y="4850119"/>
                  <a:pt x="4067443" y="4851565"/>
                </a:cubicBezTo>
                <a:cubicBezTo>
                  <a:pt x="4070960" y="4852696"/>
                  <a:pt x="4074533" y="4853667"/>
                  <a:pt x="4078000" y="4854933"/>
                </a:cubicBezTo>
                <a:cubicBezTo>
                  <a:pt x="4080137" y="4855713"/>
                  <a:pt x="4082307" y="4856657"/>
                  <a:pt x="4084138" y="4857977"/>
                </a:cubicBezTo>
                <a:cubicBezTo>
                  <a:pt x="4088697" y="4861266"/>
                  <a:pt x="4087805" y="4867549"/>
                  <a:pt x="4082602" y="4869688"/>
                </a:cubicBezTo>
                <a:cubicBezTo>
                  <a:pt x="4080174" y="4870687"/>
                  <a:pt x="4077612" y="4870943"/>
                  <a:pt x="4075018" y="4870793"/>
                </a:cubicBezTo>
                <a:cubicBezTo>
                  <a:pt x="4069634" y="4870483"/>
                  <a:pt x="4064541" y="4869008"/>
                  <a:pt x="4059749" y="4866590"/>
                </a:cubicBezTo>
                <a:cubicBezTo>
                  <a:pt x="4056610" y="4865007"/>
                  <a:pt x="4053586" y="4863195"/>
                  <a:pt x="4050410" y="4861430"/>
                </a:cubicBezTo>
                <a:cubicBezTo>
                  <a:pt x="4050036" y="4862010"/>
                  <a:pt x="4049588" y="4862705"/>
                  <a:pt x="4049068" y="4863497"/>
                </a:cubicBezTo>
                <a:cubicBezTo>
                  <a:pt x="4046613" y="4867371"/>
                  <a:pt x="4044231" y="4871147"/>
                  <a:pt x="4041820" y="4874969"/>
                </a:cubicBezTo>
                <a:cubicBezTo>
                  <a:pt x="4044705" y="4877354"/>
                  <a:pt x="4047759" y="4879237"/>
                  <a:pt x="4050969" y="4880832"/>
                </a:cubicBezTo>
                <a:cubicBezTo>
                  <a:pt x="4059429" y="4885036"/>
                  <a:pt x="4068338" y="4887189"/>
                  <a:pt x="4077855" y="4886694"/>
                </a:cubicBezTo>
                <a:cubicBezTo>
                  <a:pt x="4081916" y="4886483"/>
                  <a:pt x="4085860" y="4885850"/>
                  <a:pt x="4089691" y="4884517"/>
                </a:cubicBezTo>
                <a:cubicBezTo>
                  <a:pt x="4093344" y="4883245"/>
                  <a:pt x="4096662" y="4881351"/>
                  <a:pt x="4099315" y="4878539"/>
                </a:cubicBezTo>
                <a:cubicBezTo>
                  <a:pt x="4105125" y="4872380"/>
                  <a:pt x="4106335" y="4864789"/>
                  <a:pt x="4105383" y="4856780"/>
                </a:cubicBezTo>
                <a:cubicBezTo>
                  <a:pt x="4104751" y="4851468"/>
                  <a:pt x="4101777" y="4847352"/>
                  <a:pt x="4097513" y="4844156"/>
                </a:cubicBezTo>
                <a:cubicBezTo>
                  <a:pt x="4093931" y="4841471"/>
                  <a:pt x="4089924" y="4839610"/>
                  <a:pt x="4085768" y="4838055"/>
                </a:cubicBezTo>
                <a:cubicBezTo>
                  <a:pt x="4081731" y="4836545"/>
                  <a:pt x="4077637" y="4835187"/>
                  <a:pt x="4073597" y="4833683"/>
                </a:cubicBezTo>
                <a:cubicBezTo>
                  <a:pt x="4070811" y="4832646"/>
                  <a:pt x="4068066" y="4831491"/>
                  <a:pt x="4065959" y="4829256"/>
                </a:cubicBezTo>
                <a:cubicBezTo>
                  <a:pt x="4063738" y="4826899"/>
                  <a:pt x="4063595" y="4823938"/>
                  <a:pt x="4065539" y="4821313"/>
                </a:cubicBezTo>
                <a:cubicBezTo>
                  <a:pt x="4066652" y="4819810"/>
                  <a:pt x="4068257" y="4818994"/>
                  <a:pt x="4070038" y="4818553"/>
                </a:cubicBezTo>
                <a:cubicBezTo>
                  <a:pt x="4073039" y="4817809"/>
                  <a:pt x="4076046" y="4818031"/>
                  <a:pt x="4079032" y="4818661"/>
                </a:cubicBezTo>
                <a:cubicBezTo>
                  <a:pt x="4084402" y="4819793"/>
                  <a:pt x="4089331" y="4822058"/>
                  <a:pt x="4094141" y="4824618"/>
                </a:cubicBezTo>
                <a:cubicBezTo>
                  <a:pt x="4094660" y="4824894"/>
                  <a:pt x="4095185" y="4825158"/>
                  <a:pt x="4095757" y="4825453"/>
                </a:cubicBezTo>
                <a:cubicBezTo>
                  <a:pt x="4098380" y="4820578"/>
                  <a:pt x="4100921" y="4815856"/>
                  <a:pt x="4103440" y="4811175"/>
                </a:cubicBezTo>
                <a:cubicBezTo>
                  <a:pt x="4103307" y="4810996"/>
                  <a:pt x="4103257" y="4810890"/>
                  <a:pt x="4103175" y="4810825"/>
                </a:cubicBezTo>
                <a:cubicBezTo>
                  <a:pt x="4103000" y="4810685"/>
                  <a:pt x="4102812" y="4810561"/>
                  <a:pt x="4102622" y="4810442"/>
                </a:cubicBezTo>
                <a:cubicBezTo>
                  <a:pt x="4094630" y="4805432"/>
                  <a:pt x="4085887" y="4802695"/>
                  <a:pt x="4076508" y="4802110"/>
                </a:cubicBezTo>
                <a:close/>
                <a:moveTo>
                  <a:pt x="3789837" y="4782283"/>
                </a:moveTo>
                <a:cubicBezTo>
                  <a:pt x="3789837" y="4799985"/>
                  <a:pt x="3789837" y="4817600"/>
                  <a:pt x="3789837" y="4835384"/>
                </a:cubicBezTo>
                <a:cubicBezTo>
                  <a:pt x="3789837" y="4852097"/>
                  <a:pt x="3789837" y="4868643"/>
                  <a:pt x="3789837" y="4885208"/>
                </a:cubicBezTo>
                <a:cubicBezTo>
                  <a:pt x="3796518" y="4885208"/>
                  <a:pt x="3802998" y="4885208"/>
                  <a:pt x="3809610" y="4885208"/>
                </a:cubicBezTo>
                <a:cubicBezTo>
                  <a:pt x="3809610" y="4880397"/>
                  <a:pt x="3809610" y="4875691"/>
                  <a:pt x="3809610" y="4870986"/>
                </a:cubicBezTo>
                <a:cubicBezTo>
                  <a:pt x="3809610" y="4866325"/>
                  <a:pt x="3809595" y="4861665"/>
                  <a:pt x="3809614" y="4857004"/>
                </a:cubicBezTo>
                <a:cubicBezTo>
                  <a:pt x="3809632" y="4852318"/>
                  <a:pt x="3809532" y="4847629"/>
                  <a:pt x="3809680" y="4842811"/>
                </a:cubicBezTo>
                <a:cubicBezTo>
                  <a:pt x="3821977" y="4842811"/>
                  <a:pt x="3834081" y="4842811"/>
                  <a:pt x="3846263" y="4842811"/>
                </a:cubicBezTo>
                <a:cubicBezTo>
                  <a:pt x="3846263" y="4836919"/>
                  <a:pt x="3846263" y="4831164"/>
                  <a:pt x="3846263" y="4825218"/>
                </a:cubicBezTo>
                <a:cubicBezTo>
                  <a:pt x="3834046" y="4825218"/>
                  <a:pt x="3821898" y="4825218"/>
                  <a:pt x="3809721" y="4825218"/>
                </a:cubicBezTo>
                <a:cubicBezTo>
                  <a:pt x="3809721" y="4816698"/>
                  <a:pt x="3809721" y="4808369"/>
                  <a:pt x="3809721" y="4800086"/>
                </a:cubicBezTo>
                <a:cubicBezTo>
                  <a:pt x="3809882" y="4800019"/>
                  <a:pt x="3809931" y="4799981"/>
                  <a:pt x="3809980" y="4799981"/>
                </a:cubicBezTo>
                <a:cubicBezTo>
                  <a:pt x="3824972" y="4799966"/>
                  <a:pt x="3839963" y="4799955"/>
                  <a:pt x="3854955" y="4799940"/>
                </a:cubicBezTo>
                <a:cubicBezTo>
                  <a:pt x="3855122" y="4799940"/>
                  <a:pt x="3855290" y="4799910"/>
                  <a:pt x="3855455" y="4799881"/>
                </a:cubicBezTo>
                <a:cubicBezTo>
                  <a:pt x="3855502" y="4799872"/>
                  <a:pt x="3855544" y="4799821"/>
                  <a:pt x="3855585" y="4799785"/>
                </a:cubicBezTo>
                <a:cubicBezTo>
                  <a:pt x="3855627" y="4799748"/>
                  <a:pt x="3855665" y="4799706"/>
                  <a:pt x="3855691" y="4799680"/>
                </a:cubicBezTo>
                <a:cubicBezTo>
                  <a:pt x="3855691" y="4793901"/>
                  <a:pt x="3855691" y="4788136"/>
                  <a:pt x="3855691" y="4782283"/>
                </a:cubicBezTo>
                <a:cubicBezTo>
                  <a:pt x="3833740" y="4782283"/>
                  <a:pt x="3811876" y="4782283"/>
                  <a:pt x="3789837" y="4782283"/>
                </a:cubicBezTo>
                <a:close/>
                <a:moveTo>
                  <a:pt x="3863089" y="4782195"/>
                </a:moveTo>
                <a:cubicBezTo>
                  <a:pt x="3862766" y="4782196"/>
                  <a:pt x="3862443" y="4782240"/>
                  <a:pt x="3862040" y="4782269"/>
                </a:cubicBezTo>
                <a:cubicBezTo>
                  <a:pt x="3862040" y="4816587"/>
                  <a:pt x="3862040" y="4850805"/>
                  <a:pt x="3862040" y="4885112"/>
                </a:cubicBezTo>
                <a:cubicBezTo>
                  <a:pt x="3868602" y="4885112"/>
                  <a:pt x="3875080" y="4885112"/>
                  <a:pt x="3881726" y="4885112"/>
                </a:cubicBezTo>
                <a:cubicBezTo>
                  <a:pt x="3881726" y="4884366"/>
                  <a:pt x="3881726" y="4883706"/>
                  <a:pt x="3881726" y="4883046"/>
                </a:cubicBezTo>
                <a:cubicBezTo>
                  <a:pt x="3881726" y="4850141"/>
                  <a:pt x="3881726" y="4817237"/>
                  <a:pt x="3881723" y="4784332"/>
                </a:cubicBezTo>
                <a:cubicBezTo>
                  <a:pt x="3881723" y="4783717"/>
                  <a:pt x="3881683" y="4783101"/>
                  <a:pt x="3881553" y="4782373"/>
                </a:cubicBezTo>
                <a:cubicBezTo>
                  <a:pt x="3881222" y="4782238"/>
                  <a:pt x="3881000" y="4782196"/>
                  <a:pt x="3880777" y="4782196"/>
                </a:cubicBezTo>
                <a:cubicBezTo>
                  <a:pt x="3874881" y="4782192"/>
                  <a:pt x="3868985" y="4782191"/>
                  <a:pt x="3863089" y="4782195"/>
                </a:cubicBezTo>
                <a:close/>
                <a:moveTo>
                  <a:pt x="3714344" y="4719565"/>
                </a:moveTo>
                <a:cubicBezTo>
                  <a:pt x="3720823" y="4720198"/>
                  <a:pt x="3726467" y="4722922"/>
                  <a:pt x="3731261" y="4727397"/>
                </a:cubicBezTo>
                <a:cubicBezTo>
                  <a:pt x="3737041" y="4732793"/>
                  <a:pt x="3740368" y="4739456"/>
                  <a:pt x="3741132" y="4747247"/>
                </a:cubicBezTo>
                <a:cubicBezTo>
                  <a:pt x="3741978" y="4755874"/>
                  <a:pt x="3739570" y="4763673"/>
                  <a:pt x="3734022" y="4770390"/>
                </a:cubicBezTo>
                <a:cubicBezTo>
                  <a:pt x="3729670" y="4775658"/>
                  <a:pt x="3724139" y="4779130"/>
                  <a:pt x="3717441" y="4780571"/>
                </a:cubicBezTo>
                <a:cubicBezTo>
                  <a:pt x="3715214" y="4781050"/>
                  <a:pt x="3712906" y="4781351"/>
                  <a:pt x="3710632" y="4781372"/>
                </a:cubicBezTo>
                <a:cubicBezTo>
                  <a:pt x="3701143" y="4781459"/>
                  <a:pt x="3691653" y="4781409"/>
                  <a:pt x="3682164" y="4781406"/>
                </a:cubicBezTo>
                <a:cubicBezTo>
                  <a:pt x="3681838" y="4781406"/>
                  <a:pt x="3681512" y="4781365"/>
                  <a:pt x="3681087" y="4781337"/>
                </a:cubicBezTo>
                <a:cubicBezTo>
                  <a:pt x="3681052" y="4780836"/>
                  <a:pt x="3680994" y="4780404"/>
                  <a:pt x="3680994" y="4779972"/>
                </a:cubicBezTo>
                <a:cubicBezTo>
                  <a:pt x="3680989" y="4769584"/>
                  <a:pt x="3680944" y="4759196"/>
                  <a:pt x="3681031" y="4748808"/>
                </a:cubicBezTo>
                <a:cubicBezTo>
                  <a:pt x="3681048" y="4746821"/>
                  <a:pt x="3681590" y="4744838"/>
                  <a:pt x="3681890" y="4742854"/>
                </a:cubicBezTo>
                <a:cubicBezTo>
                  <a:pt x="3683143" y="4737956"/>
                  <a:pt x="3685202" y="4733751"/>
                  <a:pt x="3688342" y="4730138"/>
                </a:cubicBezTo>
                <a:cubicBezTo>
                  <a:pt x="3695213" y="4722232"/>
                  <a:pt x="3703897" y="4718545"/>
                  <a:pt x="3714344" y="4719565"/>
                </a:cubicBezTo>
                <a:close/>
                <a:moveTo>
                  <a:pt x="3705872" y="4700588"/>
                </a:moveTo>
                <a:cubicBezTo>
                  <a:pt x="3705042" y="4700797"/>
                  <a:pt x="3704221" y="4701063"/>
                  <a:pt x="3703380" y="4701208"/>
                </a:cubicBezTo>
                <a:cubicBezTo>
                  <a:pt x="3693659" y="4702885"/>
                  <a:pt x="3685242" y="4707119"/>
                  <a:pt x="3678101" y="4713939"/>
                </a:cubicBezTo>
                <a:cubicBezTo>
                  <a:pt x="3674126" y="4717736"/>
                  <a:pt x="3670874" y="4722065"/>
                  <a:pt x="3668338" y="4726920"/>
                </a:cubicBezTo>
                <a:cubicBezTo>
                  <a:pt x="3665939" y="4731513"/>
                  <a:pt x="3664296" y="4736380"/>
                  <a:pt x="3663425" y="4741503"/>
                </a:cubicBezTo>
                <a:cubicBezTo>
                  <a:pt x="3662850" y="4744883"/>
                  <a:pt x="3662658" y="4748280"/>
                  <a:pt x="3662671" y="4751705"/>
                </a:cubicBezTo>
                <a:cubicBezTo>
                  <a:pt x="3662704" y="4760915"/>
                  <a:pt x="3662682" y="4770126"/>
                  <a:pt x="3662682" y="4779337"/>
                </a:cubicBezTo>
                <a:cubicBezTo>
                  <a:pt x="3662682" y="4779947"/>
                  <a:pt x="3662682" y="4780557"/>
                  <a:pt x="3662682" y="4781343"/>
                </a:cubicBezTo>
                <a:cubicBezTo>
                  <a:pt x="3653170" y="4781343"/>
                  <a:pt x="3643765" y="4781343"/>
                  <a:pt x="3634256" y="4781343"/>
                </a:cubicBezTo>
                <a:cubicBezTo>
                  <a:pt x="3634256" y="4787611"/>
                  <a:pt x="3634256" y="4793704"/>
                  <a:pt x="3634256" y="4800050"/>
                </a:cubicBezTo>
                <a:cubicBezTo>
                  <a:pt x="3643642" y="4800065"/>
                  <a:pt x="3653042" y="4800048"/>
                  <a:pt x="3662561" y="4800060"/>
                </a:cubicBezTo>
                <a:cubicBezTo>
                  <a:pt x="3662561" y="4808380"/>
                  <a:pt x="3662561" y="4816596"/>
                  <a:pt x="3662561" y="4824991"/>
                </a:cubicBezTo>
                <a:cubicBezTo>
                  <a:pt x="3661925" y="4824991"/>
                  <a:pt x="3661325" y="4824991"/>
                  <a:pt x="3660724" y="4824991"/>
                </a:cubicBezTo>
                <a:cubicBezTo>
                  <a:pt x="3651232" y="4824991"/>
                  <a:pt x="3641741" y="4825011"/>
                  <a:pt x="3632249" y="4824984"/>
                </a:cubicBezTo>
                <a:cubicBezTo>
                  <a:pt x="3626583" y="4824968"/>
                  <a:pt x="3621117" y="4826004"/>
                  <a:pt x="3615828" y="4827984"/>
                </a:cubicBezTo>
                <a:cubicBezTo>
                  <a:pt x="3610095" y="4830129"/>
                  <a:pt x="3604977" y="4833283"/>
                  <a:pt x="3600454" y="4837423"/>
                </a:cubicBezTo>
                <a:cubicBezTo>
                  <a:pt x="3591459" y="4845656"/>
                  <a:pt x="3586198" y="4855829"/>
                  <a:pt x="3584499" y="4867880"/>
                </a:cubicBezTo>
                <a:cubicBezTo>
                  <a:pt x="3584458" y="4868176"/>
                  <a:pt x="3584273" y="4868451"/>
                  <a:pt x="3584019" y="4868899"/>
                </a:cubicBezTo>
                <a:cubicBezTo>
                  <a:pt x="3583883" y="4872887"/>
                  <a:pt x="3583883" y="4876714"/>
                  <a:pt x="3583883" y="4880540"/>
                </a:cubicBezTo>
                <a:cubicBezTo>
                  <a:pt x="3584086" y="4880737"/>
                  <a:pt x="3584447" y="4880918"/>
                  <a:pt x="3584469" y="4881134"/>
                </a:cubicBezTo>
                <a:cubicBezTo>
                  <a:pt x="3585045" y="4886651"/>
                  <a:pt x="3586690" y="4891861"/>
                  <a:pt x="3589070" y="4896837"/>
                </a:cubicBezTo>
                <a:cubicBezTo>
                  <a:pt x="3591061" y="4900999"/>
                  <a:pt x="3593625" y="4904812"/>
                  <a:pt x="3596698" y="4908260"/>
                </a:cubicBezTo>
                <a:cubicBezTo>
                  <a:pt x="3600997" y="4913083"/>
                  <a:pt x="3606062" y="4916911"/>
                  <a:pt x="3611863" y="4919760"/>
                </a:cubicBezTo>
                <a:cubicBezTo>
                  <a:pt x="3616318" y="4921947"/>
                  <a:pt x="3621047" y="4923240"/>
                  <a:pt x="3626117" y="4924223"/>
                </a:cubicBezTo>
                <a:cubicBezTo>
                  <a:pt x="3630148" y="4924348"/>
                  <a:pt x="3633974" y="4924348"/>
                  <a:pt x="3637875" y="4924233"/>
                </a:cubicBezTo>
                <a:cubicBezTo>
                  <a:pt x="3639278" y="4923933"/>
                  <a:pt x="3640624" y="4923831"/>
                  <a:pt x="3641933" y="4923551"/>
                </a:cubicBezTo>
                <a:cubicBezTo>
                  <a:pt x="3652220" y="4921346"/>
                  <a:pt x="3660915" y="4916374"/>
                  <a:pt x="3667999" y="4908568"/>
                </a:cubicBezTo>
                <a:cubicBezTo>
                  <a:pt x="3672625" y="4903470"/>
                  <a:pt x="3676020" y="4897664"/>
                  <a:pt x="3678256" y="4891174"/>
                </a:cubicBezTo>
                <a:cubicBezTo>
                  <a:pt x="3680133" y="4885728"/>
                  <a:pt x="3680981" y="4880105"/>
                  <a:pt x="3680988" y="4874354"/>
                </a:cubicBezTo>
                <a:cubicBezTo>
                  <a:pt x="3680999" y="4864807"/>
                  <a:pt x="3680991" y="4855261"/>
                  <a:pt x="3680991" y="4845715"/>
                </a:cubicBezTo>
                <a:cubicBezTo>
                  <a:pt x="3680991" y="4845113"/>
                  <a:pt x="3680991" y="4844512"/>
                  <a:pt x="3680991" y="4843736"/>
                </a:cubicBezTo>
                <a:cubicBezTo>
                  <a:pt x="3690566" y="4843736"/>
                  <a:pt x="3699967" y="4843736"/>
                  <a:pt x="3709419" y="4843736"/>
                </a:cubicBezTo>
                <a:cubicBezTo>
                  <a:pt x="3709419" y="4837417"/>
                  <a:pt x="3709419" y="4831276"/>
                  <a:pt x="3709419" y="4824955"/>
                </a:cubicBezTo>
                <a:cubicBezTo>
                  <a:pt x="3699917" y="4824955"/>
                  <a:pt x="3690518" y="4824955"/>
                  <a:pt x="3681141" y="4824955"/>
                </a:cubicBezTo>
                <a:cubicBezTo>
                  <a:pt x="3680801" y="4821953"/>
                  <a:pt x="3680920" y="4801312"/>
                  <a:pt x="3681286" y="4800056"/>
                </a:cubicBezTo>
                <a:cubicBezTo>
                  <a:pt x="3681877" y="4800056"/>
                  <a:pt x="3682491" y="4800056"/>
                  <a:pt x="3683105" y="4800056"/>
                </a:cubicBezTo>
                <a:cubicBezTo>
                  <a:pt x="3692876" y="4800056"/>
                  <a:pt x="3702647" y="4800082"/>
                  <a:pt x="3712417" y="4800034"/>
                </a:cubicBezTo>
                <a:cubicBezTo>
                  <a:pt x="3714425" y="4800025"/>
                  <a:pt x="3716456" y="4799892"/>
                  <a:pt x="3718433" y="4799557"/>
                </a:cubicBezTo>
                <a:cubicBezTo>
                  <a:pt x="3729963" y="4797601"/>
                  <a:pt x="3739674" y="4792289"/>
                  <a:pt x="3747298" y="4783396"/>
                </a:cubicBezTo>
                <a:cubicBezTo>
                  <a:pt x="3756978" y="4772104"/>
                  <a:pt x="3760818" y="4758958"/>
                  <a:pt x="3759157" y="4744231"/>
                </a:cubicBezTo>
                <a:cubicBezTo>
                  <a:pt x="3757777" y="4732000"/>
                  <a:pt x="3752462" y="4721697"/>
                  <a:pt x="3743447" y="4713321"/>
                </a:cubicBezTo>
                <a:cubicBezTo>
                  <a:pt x="3736402" y="4706775"/>
                  <a:pt x="3728132" y="4702708"/>
                  <a:pt x="3718618" y="4701190"/>
                </a:cubicBezTo>
                <a:cubicBezTo>
                  <a:pt x="3717949" y="4701084"/>
                  <a:pt x="3717309" y="4700793"/>
                  <a:pt x="3716498" y="4700588"/>
                </a:cubicBezTo>
                <a:cubicBezTo>
                  <a:pt x="3712851" y="4700588"/>
                  <a:pt x="3709361" y="4700588"/>
                  <a:pt x="3705872" y="4700588"/>
                </a:cubicBezTo>
                <a:close/>
                <a:moveTo>
                  <a:pt x="0" y="0"/>
                </a:moveTo>
                <a:lnTo>
                  <a:pt x="4572001" y="0"/>
                </a:lnTo>
                <a:lnTo>
                  <a:pt x="4572001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51B3E-1A85-3095-8352-EB88EAF0708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6237" y="1209628"/>
            <a:ext cx="3870356" cy="33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tle 35">
            <a:extLst>
              <a:ext uri="{FF2B5EF4-FFF2-40B4-BE49-F238E27FC236}">
                <a16:creationId xmlns:a16="http://schemas.microsoft.com/office/drawing/2014/main" id="{2EF13163-7871-50EB-982E-3843F22EC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74638"/>
            <a:ext cx="3868146" cy="4603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Title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8618D966-0D7F-45A9-8CC5-3BDF76A2B3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3868146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27247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50 - Image 50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9B57010-E7F0-9E7B-323C-17BB19D8BAB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71999" y="0"/>
            <a:ext cx="4572001" cy="5143500"/>
          </a:xfrm>
          <a:custGeom>
            <a:avLst/>
            <a:gdLst>
              <a:gd name="connsiteX0" fmla="*/ 3660662 w 4572001"/>
              <a:gd name="connsiteY0" fmla="*/ 4843753 h 5143500"/>
              <a:gd name="connsiteX1" fmla="*/ 3662682 w 4572001"/>
              <a:gd name="connsiteY1" fmla="*/ 4843753 h 5143500"/>
              <a:gd name="connsiteX2" fmla="*/ 3662682 w 4572001"/>
              <a:gd name="connsiteY2" fmla="*/ 4869925 h 5143500"/>
              <a:gd name="connsiteX3" fmla="*/ 3662128 w 4572001"/>
              <a:gd name="connsiteY3" fmla="*/ 4880470 h 5143500"/>
              <a:gd name="connsiteX4" fmla="*/ 3655413 w 4572001"/>
              <a:gd name="connsiteY4" fmla="*/ 4894751 h 5143500"/>
              <a:gd name="connsiteX5" fmla="*/ 3636050 w 4572001"/>
              <a:gd name="connsiteY5" fmla="*/ 4905435 h 5143500"/>
              <a:gd name="connsiteX6" fmla="*/ 3614092 w 4572001"/>
              <a:gd name="connsiteY6" fmla="*/ 4899142 h 5143500"/>
              <a:gd name="connsiteX7" fmla="*/ 3602714 w 4572001"/>
              <a:gd name="connsiteY7" fmla="*/ 4879213 h 5143500"/>
              <a:gd name="connsiteX8" fmla="*/ 3610443 w 4572001"/>
              <a:gd name="connsiteY8" fmla="*/ 4853747 h 5143500"/>
              <a:gd name="connsiteX9" fmla="*/ 3632543 w 4572001"/>
              <a:gd name="connsiteY9" fmla="*/ 4843767 h 5143500"/>
              <a:gd name="connsiteX10" fmla="*/ 3660662 w 4572001"/>
              <a:gd name="connsiteY10" fmla="*/ 4843753 h 5143500"/>
              <a:gd name="connsiteX11" fmla="*/ 3919106 w 4572001"/>
              <a:gd name="connsiteY11" fmla="*/ 4822055 h 5143500"/>
              <a:gd name="connsiteX12" fmla="*/ 3938547 w 4572001"/>
              <a:gd name="connsiteY12" fmla="*/ 4822073 h 5143500"/>
              <a:gd name="connsiteX13" fmla="*/ 3948568 w 4572001"/>
              <a:gd name="connsiteY13" fmla="*/ 4833690 h 5143500"/>
              <a:gd name="connsiteX14" fmla="*/ 3948854 w 4572001"/>
              <a:gd name="connsiteY14" fmla="*/ 4834569 h 5143500"/>
              <a:gd name="connsiteX15" fmla="*/ 3908731 w 4572001"/>
              <a:gd name="connsiteY15" fmla="*/ 4834569 h 5143500"/>
              <a:gd name="connsiteX16" fmla="*/ 3909766 w 4572001"/>
              <a:gd name="connsiteY16" fmla="*/ 4832224 h 5143500"/>
              <a:gd name="connsiteX17" fmla="*/ 3919106 w 4572001"/>
              <a:gd name="connsiteY17" fmla="*/ 4822055 h 5143500"/>
              <a:gd name="connsiteX18" fmla="*/ 4145589 w 4572001"/>
              <a:gd name="connsiteY18" fmla="*/ 4820110 h 5143500"/>
              <a:gd name="connsiteX19" fmla="*/ 4167403 w 4572001"/>
              <a:gd name="connsiteY19" fmla="*/ 4827673 h 5143500"/>
              <a:gd name="connsiteX20" fmla="*/ 4167977 w 4572001"/>
              <a:gd name="connsiteY20" fmla="*/ 4860034 h 5143500"/>
              <a:gd name="connsiteX21" fmla="*/ 4157033 w 4572001"/>
              <a:gd name="connsiteY21" fmla="*/ 4867563 h 5143500"/>
              <a:gd name="connsiteX22" fmla="*/ 4150002 w 4572001"/>
              <a:gd name="connsiteY22" fmla="*/ 4868695 h 5143500"/>
              <a:gd name="connsiteX23" fmla="*/ 4134988 w 4572001"/>
              <a:gd name="connsiteY23" fmla="*/ 4863280 h 5143500"/>
              <a:gd name="connsiteX24" fmla="*/ 4126120 w 4572001"/>
              <a:gd name="connsiteY24" fmla="*/ 4846493 h 5143500"/>
              <a:gd name="connsiteX25" fmla="*/ 4145589 w 4572001"/>
              <a:gd name="connsiteY25" fmla="*/ 4820110 h 5143500"/>
              <a:gd name="connsiteX26" fmla="*/ 3985848 w 4572001"/>
              <a:gd name="connsiteY26" fmla="*/ 4803275 h 5143500"/>
              <a:gd name="connsiteX27" fmla="*/ 3966479 w 4572001"/>
              <a:gd name="connsiteY27" fmla="*/ 4803315 h 5143500"/>
              <a:gd name="connsiteX28" fmla="*/ 3964723 w 4572001"/>
              <a:gd name="connsiteY28" fmla="*/ 4803393 h 5143500"/>
              <a:gd name="connsiteX29" fmla="*/ 3991483 w 4572001"/>
              <a:gd name="connsiteY29" fmla="*/ 4843556 h 5143500"/>
              <a:gd name="connsiteX30" fmla="*/ 3985897 w 4572001"/>
              <a:gd name="connsiteY30" fmla="*/ 4851945 h 5143500"/>
              <a:gd name="connsiteX31" fmla="*/ 3980381 w 4572001"/>
              <a:gd name="connsiteY31" fmla="*/ 4860198 h 5143500"/>
              <a:gd name="connsiteX32" fmla="*/ 3974757 w 4572001"/>
              <a:gd name="connsiteY32" fmla="*/ 4868581 h 5143500"/>
              <a:gd name="connsiteX33" fmla="*/ 3969258 w 4572001"/>
              <a:gd name="connsiteY33" fmla="*/ 4876847 h 5143500"/>
              <a:gd name="connsiteX34" fmla="*/ 3963826 w 4572001"/>
              <a:gd name="connsiteY34" fmla="*/ 4885114 h 5143500"/>
              <a:gd name="connsiteX35" fmla="*/ 3964578 w 4572001"/>
              <a:gd name="connsiteY35" fmla="*/ 4885199 h 5143500"/>
              <a:gd name="connsiteX36" fmla="*/ 3984453 w 4572001"/>
              <a:gd name="connsiteY36" fmla="*/ 4885234 h 5143500"/>
              <a:gd name="connsiteX37" fmla="*/ 3986275 w 4572001"/>
              <a:gd name="connsiteY37" fmla="*/ 4884102 h 5143500"/>
              <a:gd name="connsiteX38" fmla="*/ 3999519 w 4572001"/>
              <a:gd name="connsiteY38" fmla="*/ 4863037 h 5143500"/>
              <a:gd name="connsiteX39" fmla="*/ 4002768 w 4572001"/>
              <a:gd name="connsiteY39" fmla="*/ 4857950 h 5143500"/>
              <a:gd name="connsiteX40" fmla="*/ 4010855 w 4572001"/>
              <a:gd name="connsiteY40" fmla="*/ 4870759 h 5143500"/>
              <a:gd name="connsiteX41" fmla="*/ 4019226 w 4572001"/>
              <a:gd name="connsiteY41" fmla="*/ 4884110 h 5143500"/>
              <a:gd name="connsiteX42" fmla="*/ 4021230 w 4572001"/>
              <a:gd name="connsiteY42" fmla="*/ 4885225 h 5143500"/>
              <a:gd name="connsiteX43" fmla="*/ 4041273 w 4572001"/>
              <a:gd name="connsiteY43" fmla="*/ 4885200 h 5143500"/>
              <a:gd name="connsiteX44" fmla="*/ 4042568 w 4572001"/>
              <a:gd name="connsiteY44" fmla="*/ 4885083 h 5143500"/>
              <a:gd name="connsiteX45" fmla="*/ 4014484 w 4572001"/>
              <a:gd name="connsiteY45" fmla="*/ 4843077 h 5143500"/>
              <a:gd name="connsiteX46" fmla="*/ 4041212 w 4572001"/>
              <a:gd name="connsiteY46" fmla="*/ 4803452 h 5143500"/>
              <a:gd name="connsiteX47" fmla="*/ 4040634 w 4572001"/>
              <a:gd name="connsiteY47" fmla="*/ 4803326 h 5143500"/>
              <a:gd name="connsiteX48" fmla="*/ 4020254 w 4572001"/>
              <a:gd name="connsiteY48" fmla="*/ 4803289 h 5143500"/>
              <a:gd name="connsiteX49" fmla="*/ 4018565 w 4572001"/>
              <a:gd name="connsiteY49" fmla="*/ 4804389 h 5143500"/>
              <a:gd name="connsiteX50" fmla="*/ 4013188 w 4572001"/>
              <a:gd name="connsiteY50" fmla="*/ 4812924 h 5143500"/>
              <a:gd name="connsiteX51" fmla="*/ 4003261 w 4572001"/>
              <a:gd name="connsiteY51" fmla="*/ 4828662 h 5143500"/>
              <a:gd name="connsiteX52" fmla="*/ 4002345 w 4572001"/>
              <a:gd name="connsiteY52" fmla="*/ 4827364 h 5143500"/>
              <a:gd name="connsiteX53" fmla="*/ 3988221 w 4572001"/>
              <a:gd name="connsiteY53" fmla="*/ 4804669 h 5143500"/>
              <a:gd name="connsiteX54" fmla="*/ 3985848 w 4572001"/>
              <a:gd name="connsiteY54" fmla="*/ 4803275 h 5143500"/>
              <a:gd name="connsiteX55" fmla="*/ 4143745 w 4572001"/>
              <a:gd name="connsiteY55" fmla="*/ 4802138 h 5143500"/>
              <a:gd name="connsiteX56" fmla="*/ 4119020 w 4572001"/>
              <a:gd name="connsiteY56" fmla="*/ 4815850 h 5143500"/>
              <a:gd name="connsiteX57" fmla="*/ 4111624 w 4572001"/>
              <a:gd name="connsiteY57" fmla="*/ 4860377 h 5143500"/>
              <a:gd name="connsiteX58" fmla="*/ 4132261 w 4572001"/>
              <a:gd name="connsiteY58" fmla="*/ 4882640 h 5143500"/>
              <a:gd name="connsiteX59" fmla="*/ 4160378 w 4572001"/>
              <a:gd name="connsiteY59" fmla="*/ 4885287 h 5143500"/>
              <a:gd name="connsiteX60" fmla="*/ 4180696 w 4572001"/>
              <a:gd name="connsiteY60" fmla="*/ 4872522 h 5143500"/>
              <a:gd name="connsiteX61" fmla="*/ 4190818 w 4572001"/>
              <a:gd name="connsiteY61" fmla="*/ 4849709 h 5143500"/>
              <a:gd name="connsiteX62" fmla="*/ 4191134 w 4572001"/>
              <a:gd name="connsiteY62" fmla="*/ 4849042 h 5143500"/>
              <a:gd name="connsiteX63" fmla="*/ 4191008 w 4572001"/>
              <a:gd name="connsiteY63" fmla="*/ 4839363 h 5143500"/>
              <a:gd name="connsiteX64" fmla="*/ 4190664 w 4572001"/>
              <a:gd name="connsiteY64" fmla="*/ 4836791 h 5143500"/>
              <a:gd name="connsiteX65" fmla="*/ 4177520 w 4572001"/>
              <a:gd name="connsiteY65" fmla="*/ 4812587 h 5143500"/>
              <a:gd name="connsiteX66" fmla="*/ 4143745 w 4572001"/>
              <a:gd name="connsiteY66" fmla="*/ 4802138 h 5143500"/>
              <a:gd name="connsiteX67" fmla="*/ 3929629 w 4572001"/>
              <a:gd name="connsiteY67" fmla="*/ 4802122 h 5143500"/>
              <a:gd name="connsiteX68" fmla="*/ 3921978 w 4572001"/>
              <a:gd name="connsiteY68" fmla="*/ 4802743 h 5143500"/>
              <a:gd name="connsiteX69" fmla="*/ 3914934 w 4572001"/>
              <a:gd name="connsiteY69" fmla="*/ 4804843 h 5143500"/>
              <a:gd name="connsiteX70" fmla="*/ 3894615 w 4572001"/>
              <a:gd name="connsiteY70" fmla="*/ 4823828 h 5143500"/>
              <a:gd name="connsiteX71" fmla="*/ 3890513 w 4572001"/>
              <a:gd name="connsiteY71" fmla="*/ 4852050 h 5143500"/>
              <a:gd name="connsiteX72" fmla="*/ 3906996 w 4572001"/>
              <a:gd name="connsiteY72" fmla="*/ 4878849 h 5143500"/>
              <a:gd name="connsiteX73" fmla="*/ 3935139 w 4572001"/>
              <a:gd name="connsiteY73" fmla="*/ 4885477 h 5143500"/>
              <a:gd name="connsiteX74" fmla="*/ 3959501 w 4572001"/>
              <a:gd name="connsiteY74" fmla="*/ 4870561 h 5143500"/>
              <a:gd name="connsiteX75" fmla="*/ 3962747 w 4572001"/>
              <a:gd name="connsiteY75" fmla="*/ 4865772 h 5143500"/>
              <a:gd name="connsiteX76" fmla="*/ 3947692 w 4572001"/>
              <a:gd name="connsiteY76" fmla="*/ 4858646 h 5143500"/>
              <a:gd name="connsiteX77" fmla="*/ 3922306 w 4572001"/>
              <a:gd name="connsiteY77" fmla="*/ 4867491 h 5143500"/>
              <a:gd name="connsiteX78" fmla="*/ 3907337 w 4572001"/>
              <a:gd name="connsiteY78" fmla="*/ 4850499 h 5143500"/>
              <a:gd name="connsiteX79" fmla="*/ 3966987 w 4572001"/>
              <a:gd name="connsiteY79" fmla="*/ 4850499 h 5143500"/>
              <a:gd name="connsiteX80" fmla="*/ 3967315 w 4572001"/>
              <a:gd name="connsiteY80" fmla="*/ 4848919 h 5143500"/>
              <a:gd name="connsiteX81" fmla="*/ 3967116 w 4572001"/>
              <a:gd name="connsiteY81" fmla="*/ 4837564 h 5143500"/>
              <a:gd name="connsiteX82" fmla="*/ 3952795 w 4572001"/>
              <a:gd name="connsiteY82" fmla="*/ 4811136 h 5143500"/>
              <a:gd name="connsiteX83" fmla="*/ 3929629 w 4572001"/>
              <a:gd name="connsiteY83" fmla="*/ 4802122 h 5143500"/>
              <a:gd name="connsiteX84" fmla="*/ 4076508 w 4572001"/>
              <a:gd name="connsiteY84" fmla="*/ 4802110 h 5143500"/>
              <a:gd name="connsiteX85" fmla="*/ 4060742 w 4572001"/>
              <a:gd name="connsiteY85" fmla="*/ 4804724 h 5143500"/>
              <a:gd name="connsiteX86" fmla="*/ 4047873 w 4572001"/>
              <a:gd name="connsiteY86" fmla="*/ 4816693 h 5143500"/>
              <a:gd name="connsiteX87" fmla="*/ 4045596 w 4572001"/>
              <a:gd name="connsiteY87" fmla="*/ 4828622 h 5143500"/>
              <a:gd name="connsiteX88" fmla="*/ 4054658 w 4572001"/>
              <a:gd name="connsiteY88" fmla="*/ 4845697 h 5143500"/>
              <a:gd name="connsiteX89" fmla="*/ 4067443 w 4572001"/>
              <a:gd name="connsiteY89" fmla="*/ 4851565 h 5143500"/>
              <a:gd name="connsiteX90" fmla="*/ 4078000 w 4572001"/>
              <a:gd name="connsiteY90" fmla="*/ 4854933 h 5143500"/>
              <a:gd name="connsiteX91" fmla="*/ 4084138 w 4572001"/>
              <a:gd name="connsiteY91" fmla="*/ 4857977 h 5143500"/>
              <a:gd name="connsiteX92" fmla="*/ 4082602 w 4572001"/>
              <a:gd name="connsiteY92" fmla="*/ 4869688 h 5143500"/>
              <a:gd name="connsiteX93" fmla="*/ 4075018 w 4572001"/>
              <a:gd name="connsiteY93" fmla="*/ 4870793 h 5143500"/>
              <a:gd name="connsiteX94" fmla="*/ 4059749 w 4572001"/>
              <a:gd name="connsiteY94" fmla="*/ 4866590 h 5143500"/>
              <a:gd name="connsiteX95" fmla="*/ 4050410 w 4572001"/>
              <a:gd name="connsiteY95" fmla="*/ 4861430 h 5143500"/>
              <a:gd name="connsiteX96" fmla="*/ 4049068 w 4572001"/>
              <a:gd name="connsiteY96" fmla="*/ 4863497 h 5143500"/>
              <a:gd name="connsiteX97" fmla="*/ 4041820 w 4572001"/>
              <a:gd name="connsiteY97" fmla="*/ 4874969 h 5143500"/>
              <a:gd name="connsiteX98" fmla="*/ 4050969 w 4572001"/>
              <a:gd name="connsiteY98" fmla="*/ 4880832 h 5143500"/>
              <a:gd name="connsiteX99" fmla="*/ 4077855 w 4572001"/>
              <a:gd name="connsiteY99" fmla="*/ 4886694 h 5143500"/>
              <a:gd name="connsiteX100" fmla="*/ 4089691 w 4572001"/>
              <a:gd name="connsiteY100" fmla="*/ 4884517 h 5143500"/>
              <a:gd name="connsiteX101" fmla="*/ 4099315 w 4572001"/>
              <a:gd name="connsiteY101" fmla="*/ 4878539 h 5143500"/>
              <a:gd name="connsiteX102" fmla="*/ 4105383 w 4572001"/>
              <a:gd name="connsiteY102" fmla="*/ 4856780 h 5143500"/>
              <a:gd name="connsiteX103" fmla="*/ 4097513 w 4572001"/>
              <a:gd name="connsiteY103" fmla="*/ 4844156 h 5143500"/>
              <a:gd name="connsiteX104" fmla="*/ 4085768 w 4572001"/>
              <a:gd name="connsiteY104" fmla="*/ 4838055 h 5143500"/>
              <a:gd name="connsiteX105" fmla="*/ 4073597 w 4572001"/>
              <a:gd name="connsiteY105" fmla="*/ 4833683 h 5143500"/>
              <a:gd name="connsiteX106" fmla="*/ 4065959 w 4572001"/>
              <a:gd name="connsiteY106" fmla="*/ 4829256 h 5143500"/>
              <a:gd name="connsiteX107" fmla="*/ 4065539 w 4572001"/>
              <a:gd name="connsiteY107" fmla="*/ 4821313 h 5143500"/>
              <a:gd name="connsiteX108" fmla="*/ 4070038 w 4572001"/>
              <a:gd name="connsiteY108" fmla="*/ 4818553 h 5143500"/>
              <a:gd name="connsiteX109" fmla="*/ 4079032 w 4572001"/>
              <a:gd name="connsiteY109" fmla="*/ 4818661 h 5143500"/>
              <a:gd name="connsiteX110" fmla="*/ 4094141 w 4572001"/>
              <a:gd name="connsiteY110" fmla="*/ 4824618 h 5143500"/>
              <a:gd name="connsiteX111" fmla="*/ 4095757 w 4572001"/>
              <a:gd name="connsiteY111" fmla="*/ 4825453 h 5143500"/>
              <a:gd name="connsiteX112" fmla="*/ 4103440 w 4572001"/>
              <a:gd name="connsiteY112" fmla="*/ 4811175 h 5143500"/>
              <a:gd name="connsiteX113" fmla="*/ 4103175 w 4572001"/>
              <a:gd name="connsiteY113" fmla="*/ 4810825 h 5143500"/>
              <a:gd name="connsiteX114" fmla="*/ 4102622 w 4572001"/>
              <a:gd name="connsiteY114" fmla="*/ 4810442 h 5143500"/>
              <a:gd name="connsiteX115" fmla="*/ 4076508 w 4572001"/>
              <a:gd name="connsiteY115" fmla="*/ 4802110 h 5143500"/>
              <a:gd name="connsiteX116" fmla="*/ 3789837 w 4572001"/>
              <a:gd name="connsiteY116" fmla="*/ 4782283 h 5143500"/>
              <a:gd name="connsiteX117" fmla="*/ 3789837 w 4572001"/>
              <a:gd name="connsiteY117" fmla="*/ 4835384 h 5143500"/>
              <a:gd name="connsiteX118" fmla="*/ 3789837 w 4572001"/>
              <a:gd name="connsiteY118" fmla="*/ 4885208 h 5143500"/>
              <a:gd name="connsiteX119" fmla="*/ 3809610 w 4572001"/>
              <a:gd name="connsiteY119" fmla="*/ 4885208 h 5143500"/>
              <a:gd name="connsiteX120" fmla="*/ 3809610 w 4572001"/>
              <a:gd name="connsiteY120" fmla="*/ 4870986 h 5143500"/>
              <a:gd name="connsiteX121" fmla="*/ 3809614 w 4572001"/>
              <a:gd name="connsiteY121" fmla="*/ 4857004 h 5143500"/>
              <a:gd name="connsiteX122" fmla="*/ 3809680 w 4572001"/>
              <a:gd name="connsiteY122" fmla="*/ 4842811 h 5143500"/>
              <a:gd name="connsiteX123" fmla="*/ 3846263 w 4572001"/>
              <a:gd name="connsiteY123" fmla="*/ 4842811 h 5143500"/>
              <a:gd name="connsiteX124" fmla="*/ 3846263 w 4572001"/>
              <a:gd name="connsiteY124" fmla="*/ 4825218 h 5143500"/>
              <a:gd name="connsiteX125" fmla="*/ 3809721 w 4572001"/>
              <a:gd name="connsiteY125" fmla="*/ 4825218 h 5143500"/>
              <a:gd name="connsiteX126" fmla="*/ 3809721 w 4572001"/>
              <a:gd name="connsiteY126" fmla="*/ 4800086 h 5143500"/>
              <a:gd name="connsiteX127" fmla="*/ 3809980 w 4572001"/>
              <a:gd name="connsiteY127" fmla="*/ 4799981 h 5143500"/>
              <a:gd name="connsiteX128" fmla="*/ 3854955 w 4572001"/>
              <a:gd name="connsiteY128" fmla="*/ 4799940 h 5143500"/>
              <a:gd name="connsiteX129" fmla="*/ 3855455 w 4572001"/>
              <a:gd name="connsiteY129" fmla="*/ 4799881 h 5143500"/>
              <a:gd name="connsiteX130" fmla="*/ 3855585 w 4572001"/>
              <a:gd name="connsiteY130" fmla="*/ 4799785 h 5143500"/>
              <a:gd name="connsiteX131" fmla="*/ 3855691 w 4572001"/>
              <a:gd name="connsiteY131" fmla="*/ 4799680 h 5143500"/>
              <a:gd name="connsiteX132" fmla="*/ 3855691 w 4572001"/>
              <a:gd name="connsiteY132" fmla="*/ 4782283 h 5143500"/>
              <a:gd name="connsiteX133" fmla="*/ 3789837 w 4572001"/>
              <a:gd name="connsiteY133" fmla="*/ 4782283 h 5143500"/>
              <a:gd name="connsiteX134" fmla="*/ 3863089 w 4572001"/>
              <a:gd name="connsiteY134" fmla="*/ 4782195 h 5143500"/>
              <a:gd name="connsiteX135" fmla="*/ 3862040 w 4572001"/>
              <a:gd name="connsiteY135" fmla="*/ 4782269 h 5143500"/>
              <a:gd name="connsiteX136" fmla="*/ 3862040 w 4572001"/>
              <a:gd name="connsiteY136" fmla="*/ 4885112 h 5143500"/>
              <a:gd name="connsiteX137" fmla="*/ 3881726 w 4572001"/>
              <a:gd name="connsiteY137" fmla="*/ 4885112 h 5143500"/>
              <a:gd name="connsiteX138" fmla="*/ 3881726 w 4572001"/>
              <a:gd name="connsiteY138" fmla="*/ 4883046 h 5143500"/>
              <a:gd name="connsiteX139" fmla="*/ 3881723 w 4572001"/>
              <a:gd name="connsiteY139" fmla="*/ 4784332 h 5143500"/>
              <a:gd name="connsiteX140" fmla="*/ 3881553 w 4572001"/>
              <a:gd name="connsiteY140" fmla="*/ 4782373 h 5143500"/>
              <a:gd name="connsiteX141" fmla="*/ 3880777 w 4572001"/>
              <a:gd name="connsiteY141" fmla="*/ 4782196 h 5143500"/>
              <a:gd name="connsiteX142" fmla="*/ 3863089 w 4572001"/>
              <a:gd name="connsiteY142" fmla="*/ 4782195 h 5143500"/>
              <a:gd name="connsiteX143" fmla="*/ 3714344 w 4572001"/>
              <a:gd name="connsiteY143" fmla="*/ 4719565 h 5143500"/>
              <a:gd name="connsiteX144" fmla="*/ 3731261 w 4572001"/>
              <a:gd name="connsiteY144" fmla="*/ 4727397 h 5143500"/>
              <a:gd name="connsiteX145" fmla="*/ 3741132 w 4572001"/>
              <a:gd name="connsiteY145" fmla="*/ 4747247 h 5143500"/>
              <a:gd name="connsiteX146" fmla="*/ 3734022 w 4572001"/>
              <a:gd name="connsiteY146" fmla="*/ 4770390 h 5143500"/>
              <a:gd name="connsiteX147" fmla="*/ 3717441 w 4572001"/>
              <a:gd name="connsiteY147" fmla="*/ 4780571 h 5143500"/>
              <a:gd name="connsiteX148" fmla="*/ 3710632 w 4572001"/>
              <a:gd name="connsiteY148" fmla="*/ 4781372 h 5143500"/>
              <a:gd name="connsiteX149" fmla="*/ 3682164 w 4572001"/>
              <a:gd name="connsiteY149" fmla="*/ 4781406 h 5143500"/>
              <a:gd name="connsiteX150" fmla="*/ 3681087 w 4572001"/>
              <a:gd name="connsiteY150" fmla="*/ 4781337 h 5143500"/>
              <a:gd name="connsiteX151" fmla="*/ 3680994 w 4572001"/>
              <a:gd name="connsiteY151" fmla="*/ 4779972 h 5143500"/>
              <a:gd name="connsiteX152" fmla="*/ 3681031 w 4572001"/>
              <a:gd name="connsiteY152" fmla="*/ 4748808 h 5143500"/>
              <a:gd name="connsiteX153" fmla="*/ 3681890 w 4572001"/>
              <a:gd name="connsiteY153" fmla="*/ 4742854 h 5143500"/>
              <a:gd name="connsiteX154" fmla="*/ 3688342 w 4572001"/>
              <a:gd name="connsiteY154" fmla="*/ 4730138 h 5143500"/>
              <a:gd name="connsiteX155" fmla="*/ 3714344 w 4572001"/>
              <a:gd name="connsiteY155" fmla="*/ 4719565 h 5143500"/>
              <a:gd name="connsiteX156" fmla="*/ 3705872 w 4572001"/>
              <a:gd name="connsiteY156" fmla="*/ 4700588 h 5143500"/>
              <a:gd name="connsiteX157" fmla="*/ 3703380 w 4572001"/>
              <a:gd name="connsiteY157" fmla="*/ 4701208 h 5143500"/>
              <a:gd name="connsiteX158" fmla="*/ 3678101 w 4572001"/>
              <a:gd name="connsiteY158" fmla="*/ 4713939 h 5143500"/>
              <a:gd name="connsiteX159" fmla="*/ 3668338 w 4572001"/>
              <a:gd name="connsiteY159" fmla="*/ 4726920 h 5143500"/>
              <a:gd name="connsiteX160" fmla="*/ 3663425 w 4572001"/>
              <a:gd name="connsiteY160" fmla="*/ 4741503 h 5143500"/>
              <a:gd name="connsiteX161" fmla="*/ 3662671 w 4572001"/>
              <a:gd name="connsiteY161" fmla="*/ 4751705 h 5143500"/>
              <a:gd name="connsiteX162" fmla="*/ 3662682 w 4572001"/>
              <a:gd name="connsiteY162" fmla="*/ 4779337 h 5143500"/>
              <a:gd name="connsiteX163" fmla="*/ 3662682 w 4572001"/>
              <a:gd name="connsiteY163" fmla="*/ 4781343 h 5143500"/>
              <a:gd name="connsiteX164" fmla="*/ 3634256 w 4572001"/>
              <a:gd name="connsiteY164" fmla="*/ 4781343 h 5143500"/>
              <a:gd name="connsiteX165" fmla="*/ 3634256 w 4572001"/>
              <a:gd name="connsiteY165" fmla="*/ 4800050 h 5143500"/>
              <a:gd name="connsiteX166" fmla="*/ 3662561 w 4572001"/>
              <a:gd name="connsiteY166" fmla="*/ 4800060 h 5143500"/>
              <a:gd name="connsiteX167" fmla="*/ 3662561 w 4572001"/>
              <a:gd name="connsiteY167" fmla="*/ 4824991 h 5143500"/>
              <a:gd name="connsiteX168" fmla="*/ 3660724 w 4572001"/>
              <a:gd name="connsiteY168" fmla="*/ 4824991 h 5143500"/>
              <a:gd name="connsiteX169" fmla="*/ 3632249 w 4572001"/>
              <a:gd name="connsiteY169" fmla="*/ 4824984 h 5143500"/>
              <a:gd name="connsiteX170" fmla="*/ 3615828 w 4572001"/>
              <a:gd name="connsiteY170" fmla="*/ 4827984 h 5143500"/>
              <a:gd name="connsiteX171" fmla="*/ 3600454 w 4572001"/>
              <a:gd name="connsiteY171" fmla="*/ 4837423 h 5143500"/>
              <a:gd name="connsiteX172" fmla="*/ 3584499 w 4572001"/>
              <a:gd name="connsiteY172" fmla="*/ 4867880 h 5143500"/>
              <a:gd name="connsiteX173" fmla="*/ 3584019 w 4572001"/>
              <a:gd name="connsiteY173" fmla="*/ 4868899 h 5143500"/>
              <a:gd name="connsiteX174" fmla="*/ 3583883 w 4572001"/>
              <a:gd name="connsiteY174" fmla="*/ 4880540 h 5143500"/>
              <a:gd name="connsiteX175" fmla="*/ 3584469 w 4572001"/>
              <a:gd name="connsiteY175" fmla="*/ 4881134 h 5143500"/>
              <a:gd name="connsiteX176" fmla="*/ 3589070 w 4572001"/>
              <a:gd name="connsiteY176" fmla="*/ 4896837 h 5143500"/>
              <a:gd name="connsiteX177" fmla="*/ 3596698 w 4572001"/>
              <a:gd name="connsiteY177" fmla="*/ 4908260 h 5143500"/>
              <a:gd name="connsiteX178" fmla="*/ 3611863 w 4572001"/>
              <a:gd name="connsiteY178" fmla="*/ 4919760 h 5143500"/>
              <a:gd name="connsiteX179" fmla="*/ 3626117 w 4572001"/>
              <a:gd name="connsiteY179" fmla="*/ 4924223 h 5143500"/>
              <a:gd name="connsiteX180" fmla="*/ 3637875 w 4572001"/>
              <a:gd name="connsiteY180" fmla="*/ 4924233 h 5143500"/>
              <a:gd name="connsiteX181" fmla="*/ 3641933 w 4572001"/>
              <a:gd name="connsiteY181" fmla="*/ 4923551 h 5143500"/>
              <a:gd name="connsiteX182" fmla="*/ 3667999 w 4572001"/>
              <a:gd name="connsiteY182" fmla="*/ 4908568 h 5143500"/>
              <a:gd name="connsiteX183" fmla="*/ 3678256 w 4572001"/>
              <a:gd name="connsiteY183" fmla="*/ 4891174 h 5143500"/>
              <a:gd name="connsiteX184" fmla="*/ 3680988 w 4572001"/>
              <a:gd name="connsiteY184" fmla="*/ 4874354 h 5143500"/>
              <a:gd name="connsiteX185" fmla="*/ 3680991 w 4572001"/>
              <a:gd name="connsiteY185" fmla="*/ 4845715 h 5143500"/>
              <a:gd name="connsiteX186" fmla="*/ 3680991 w 4572001"/>
              <a:gd name="connsiteY186" fmla="*/ 4843736 h 5143500"/>
              <a:gd name="connsiteX187" fmla="*/ 3709419 w 4572001"/>
              <a:gd name="connsiteY187" fmla="*/ 4843736 h 5143500"/>
              <a:gd name="connsiteX188" fmla="*/ 3709419 w 4572001"/>
              <a:gd name="connsiteY188" fmla="*/ 4824955 h 5143500"/>
              <a:gd name="connsiteX189" fmla="*/ 3681141 w 4572001"/>
              <a:gd name="connsiteY189" fmla="*/ 4824955 h 5143500"/>
              <a:gd name="connsiteX190" fmla="*/ 3681286 w 4572001"/>
              <a:gd name="connsiteY190" fmla="*/ 4800056 h 5143500"/>
              <a:gd name="connsiteX191" fmla="*/ 3683105 w 4572001"/>
              <a:gd name="connsiteY191" fmla="*/ 4800056 h 5143500"/>
              <a:gd name="connsiteX192" fmla="*/ 3712417 w 4572001"/>
              <a:gd name="connsiteY192" fmla="*/ 4800034 h 5143500"/>
              <a:gd name="connsiteX193" fmla="*/ 3718433 w 4572001"/>
              <a:gd name="connsiteY193" fmla="*/ 4799557 h 5143500"/>
              <a:gd name="connsiteX194" fmla="*/ 3747298 w 4572001"/>
              <a:gd name="connsiteY194" fmla="*/ 4783396 h 5143500"/>
              <a:gd name="connsiteX195" fmla="*/ 3759157 w 4572001"/>
              <a:gd name="connsiteY195" fmla="*/ 4744231 h 5143500"/>
              <a:gd name="connsiteX196" fmla="*/ 3743447 w 4572001"/>
              <a:gd name="connsiteY196" fmla="*/ 4713321 h 5143500"/>
              <a:gd name="connsiteX197" fmla="*/ 3718618 w 4572001"/>
              <a:gd name="connsiteY197" fmla="*/ 4701190 h 5143500"/>
              <a:gd name="connsiteX198" fmla="*/ 3716498 w 4572001"/>
              <a:gd name="connsiteY198" fmla="*/ 4700588 h 5143500"/>
              <a:gd name="connsiteX199" fmla="*/ 3705872 w 4572001"/>
              <a:gd name="connsiteY199" fmla="*/ 4700588 h 5143500"/>
              <a:gd name="connsiteX200" fmla="*/ 0 w 4572001"/>
              <a:gd name="connsiteY200" fmla="*/ 0 h 5143500"/>
              <a:gd name="connsiteX201" fmla="*/ 4572001 w 4572001"/>
              <a:gd name="connsiteY201" fmla="*/ 0 h 5143500"/>
              <a:gd name="connsiteX202" fmla="*/ 4572001 w 4572001"/>
              <a:gd name="connsiteY202" fmla="*/ 5143500 h 5143500"/>
              <a:gd name="connsiteX203" fmla="*/ 0 w 4572001"/>
              <a:gd name="connsiteY20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4572001" h="5143500">
                <a:moveTo>
                  <a:pt x="3660662" y="4843753"/>
                </a:moveTo>
                <a:cubicBezTo>
                  <a:pt x="3661270" y="4843753"/>
                  <a:pt x="3661878" y="4843753"/>
                  <a:pt x="3662682" y="4843753"/>
                </a:cubicBezTo>
                <a:cubicBezTo>
                  <a:pt x="3662682" y="4852563"/>
                  <a:pt x="3662682" y="4861244"/>
                  <a:pt x="3662682" y="4869925"/>
                </a:cubicBezTo>
                <a:cubicBezTo>
                  <a:pt x="3662668" y="4873673"/>
                  <a:pt x="3662779" y="4877083"/>
                  <a:pt x="3662128" y="4880470"/>
                </a:cubicBezTo>
                <a:cubicBezTo>
                  <a:pt x="3661101" y="4885813"/>
                  <a:pt x="3658904" y="4890591"/>
                  <a:pt x="3655413" y="4894751"/>
                </a:cubicBezTo>
                <a:cubicBezTo>
                  <a:pt x="3650340" y="4900794"/>
                  <a:pt x="3643908" y="4904460"/>
                  <a:pt x="3636050" y="4905435"/>
                </a:cubicBezTo>
                <a:cubicBezTo>
                  <a:pt x="3627859" y="4906451"/>
                  <a:pt x="3620501" y="4904264"/>
                  <a:pt x="3614092" y="4899142"/>
                </a:cubicBezTo>
                <a:cubicBezTo>
                  <a:pt x="3607698" y="4894032"/>
                  <a:pt x="3603838" y="4887349"/>
                  <a:pt x="3602714" y="4879213"/>
                </a:cubicBezTo>
                <a:cubicBezTo>
                  <a:pt x="3601382" y="4869566"/>
                  <a:pt x="3603925" y="4861018"/>
                  <a:pt x="3610443" y="4853747"/>
                </a:cubicBezTo>
                <a:cubicBezTo>
                  <a:pt x="3616325" y="4847185"/>
                  <a:pt x="3623723" y="4843823"/>
                  <a:pt x="3632543" y="4843767"/>
                </a:cubicBezTo>
                <a:cubicBezTo>
                  <a:pt x="3641916" y="4843707"/>
                  <a:pt x="3651289" y="4843753"/>
                  <a:pt x="3660662" y="4843753"/>
                </a:cubicBezTo>
                <a:close/>
                <a:moveTo>
                  <a:pt x="3919106" y="4822055"/>
                </a:moveTo>
                <a:cubicBezTo>
                  <a:pt x="3925576" y="4818599"/>
                  <a:pt x="3932132" y="4818638"/>
                  <a:pt x="3938547" y="4822073"/>
                </a:cubicBezTo>
                <a:cubicBezTo>
                  <a:pt x="3943318" y="4824628"/>
                  <a:pt x="3946510" y="4828712"/>
                  <a:pt x="3948568" y="4833690"/>
                </a:cubicBezTo>
                <a:cubicBezTo>
                  <a:pt x="3948670" y="4833937"/>
                  <a:pt x="3948735" y="4834199"/>
                  <a:pt x="3948854" y="4834569"/>
                </a:cubicBezTo>
                <a:cubicBezTo>
                  <a:pt x="3935461" y="4834569"/>
                  <a:pt x="3922193" y="4834569"/>
                  <a:pt x="3908731" y="4834569"/>
                </a:cubicBezTo>
                <a:cubicBezTo>
                  <a:pt x="3909103" y="4833726"/>
                  <a:pt x="3909434" y="4832975"/>
                  <a:pt x="3909766" y="4832224"/>
                </a:cubicBezTo>
                <a:cubicBezTo>
                  <a:pt x="3911976" y="4827775"/>
                  <a:pt x="3914901" y="4824302"/>
                  <a:pt x="3919106" y="4822055"/>
                </a:cubicBezTo>
                <a:close/>
                <a:moveTo>
                  <a:pt x="4145589" y="4820110"/>
                </a:moveTo>
                <a:cubicBezTo>
                  <a:pt x="4154238" y="4818543"/>
                  <a:pt x="4161613" y="4821239"/>
                  <a:pt x="4167403" y="4827673"/>
                </a:cubicBezTo>
                <a:cubicBezTo>
                  <a:pt x="4175724" y="4836918"/>
                  <a:pt x="4175843" y="4850479"/>
                  <a:pt x="4167977" y="4860034"/>
                </a:cubicBezTo>
                <a:cubicBezTo>
                  <a:pt x="4165057" y="4863582"/>
                  <a:pt x="4161386" y="4866078"/>
                  <a:pt x="4157033" y="4867563"/>
                </a:cubicBezTo>
                <a:cubicBezTo>
                  <a:pt x="4154557" y="4868242"/>
                  <a:pt x="4152322" y="4868707"/>
                  <a:pt x="4150002" y="4868695"/>
                </a:cubicBezTo>
                <a:cubicBezTo>
                  <a:pt x="4144351" y="4868667"/>
                  <a:pt x="4139319" y="4866881"/>
                  <a:pt x="4134988" y="4863280"/>
                </a:cubicBezTo>
                <a:cubicBezTo>
                  <a:pt x="4129743" y="4858920"/>
                  <a:pt x="4126765" y="4853285"/>
                  <a:pt x="4126120" y="4846493"/>
                </a:cubicBezTo>
                <a:cubicBezTo>
                  <a:pt x="4124896" y="4833607"/>
                  <a:pt x="4133714" y="4822263"/>
                  <a:pt x="4145589" y="4820110"/>
                </a:cubicBezTo>
                <a:close/>
                <a:moveTo>
                  <a:pt x="3985848" y="4803275"/>
                </a:moveTo>
                <a:cubicBezTo>
                  <a:pt x="3979392" y="4803355"/>
                  <a:pt x="3972935" y="4803311"/>
                  <a:pt x="3966479" y="4803315"/>
                </a:cubicBezTo>
                <a:cubicBezTo>
                  <a:pt x="3965997" y="4803316"/>
                  <a:pt x="3965515" y="4803357"/>
                  <a:pt x="3964723" y="4803393"/>
                </a:cubicBezTo>
                <a:cubicBezTo>
                  <a:pt x="3973737" y="4816922"/>
                  <a:pt x="3982608" y="4830236"/>
                  <a:pt x="3991483" y="4843556"/>
                </a:cubicBezTo>
                <a:cubicBezTo>
                  <a:pt x="3989561" y="4846442"/>
                  <a:pt x="3987731" y="4849195"/>
                  <a:pt x="3985897" y="4851945"/>
                </a:cubicBezTo>
                <a:cubicBezTo>
                  <a:pt x="3984061" y="4854698"/>
                  <a:pt x="3982222" y="4857449"/>
                  <a:pt x="3980381" y="4860198"/>
                </a:cubicBezTo>
                <a:cubicBezTo>
                  <a:pt x="3978508" y="4862994"/>
                  <a:pt x="3976627" y="4865784"/>
                  <a:pt x="3974757" y="4868581"/>
                </a:cubicBezTo>
                <a:cubicBezTo>
                  <a:pt x="3972917" y="4871332"/>
                  <a:pt x="3971062" y="4874073"/>
                  <a:pt x="3969258" y="4876847"/>
                </a:cubicBezTo>
                <a:cubicBezTo>
                  <a:pt x="3967485" y="4879575"/>
                  <a:pt x="3965438" y="4882135"/>
                  <a:pt x="3963826" y="4885114"/>
                </a:cubicBezTo>
                <a:cubicBezTo>
                  <a:pt x="3964252" y="4885163"/>
                  <a:pt x="3964415" y="4885199"/>
                  <a:pt x="3964578" y="4885199"/>
                </a:cubicBezTo>
                <a:cubicBezTo>
                  <a:pt x="3971203" y="4885203"/>
                  <a:pt x="3977828" y="4885176"/>
                  <a:pt x="3984453" y="4885234"/>
                </a:cubicBezTo>
                <a:cubicBezTo>
                  <a:pt x="3985421" y="4885243"/>
                  <a:pt x="3985833" y="4884809"/>
                  <a:pt x="3986275" y="4884102"/>
                </a:cubicBezTo>
                <a:cubicBezTo>
                  <a:pt x="3990677" y="4877072"/>
                  <a:pt x="3995098" y="4870054"/>
                  <a:pt x="3999519" y="4863037"/>
                </a:cubicBezTo>
                <a:cubicBezTo>
                  <a:pt x="4000549" y="4861401"/>
                  <a:pt x="4001599" y="4859778"/>
                  <a:pt x="4002768" y="4857950"/>
                </a:cubicBezTo>
                <a:cubicBezTo>
                  <a:pt x="4005544" y="4862342"/>
                  <a:pt x="4008170" y="4866497"/>
                  <a:pt x="4010855" y="4870759"/>
                </a:cubicBezTo>
                <a:cubicBezTo>
                  <a:pt x="4013692" y="4875276"/>
                  <a:pt x="4016498" y="4879669"/>
                  <a:pt x="4019226" y="4884110"/>
                </a:cubicBezTo>
                <a:cubicBezTo>
                  <a:pt x="4019737" y="4884942"/>
                  <a:pt x="4020273" y="4885231"/>
                  <a:pt x="4021230" y="4885225"/>
                </a:cubicBezTo>
                <a:cubicBezTo>
                  <a:pt x="4027911" y="4885186"/>
                  <a:pt x="4034592" y="4885206"/>
                  <a:pt x="4041273" y="4885200"/>
                </a:cubicBezTo>
                <a:cubicBezTo>
                  <a:pt x="4041635" y="4885200"/>
                  <a:pt x="4041996" y="4885136"/>
                  <a:pt x="4042568" y="4885083"/>
                </a:cubicBezTo>
                <a:cubicBezTo>
                  <a:pt x="4033109" y="4870934"/>
                  <a:pt x="4023776" y="4856976"/>
                  <a:pt x="4014484" y="4843077"/>
                </a:cubicBezTo>
                <a:cubicBezTo>
                  <a:pt x="4023430" y="4829774"/>
                  <a:pt x="4032338" y="4816682"/>
                  <a:pt x="4041212" y="4803452"/>
                </a:cubicBezTo>
                <a:cubicBezTo>
                  <a:pt x="4040849" y="4803371"/>
                  <a:pt x="4040742" y="4803326"/>
                  <a:pt x="4040634" y="4803326"/>
                </a:cubicBezTo>
                <a:cubicBezTo>
                  <a:pt x="4033840" y="4803319"/>
                  <a:pt x="4027047" y="4803336"/>
                  <a:pt x="4020254" y="4803289"/>
                </a:cubicBezTo>
                <a:cubicBezTo>
                  <a:pt x="4019348" y="4803283"/>
                  <a:pt x="4018967" y="4803746"/>
                  <a:pt x="4018565" y="4804389"/>
                </a:cubicBezTo>
                <a:cubicBezTo>
                  <a:pt x="4016783" y="4807240"/>
                  <a:pt x="4014982" y="4810080"/>
                  <a:pt x="4013188" y="4812924"/>
                </a:cubicBezTo>
                <a:cubicBezTo>
                  <a:pt x="4009899" y="4818137"/>
                  <a:pt x="4006611" y="4823351"/>
                  <a:pt x="4003261" y="4828662"/>
                </a:cubicBezTo>
                <a:cubicBezTo>
                  <a:pt x="4002915" y="4828175"/>
                  <a:pt x="4002607" y="4827784"/>
                  <a:pt x="4002345" y="4827364"/>
                </a:cubicBezTo>
                <a:cubicBezTo>
                  <a:pt x="3997630" y="4819803"/>
                  <a:pt x="3992914" y="4812243"/>
                  <a:pt x="3988221" y="4804669"/>
                </a:cubicBezTo>
                <a:cubicBezTo>
                  <a:pt x="3987654" y="4803752"/>
                  <a:pt x="3987063" y="4803259"/>
                  <a:pt x="3985848" y="4803275"/>
                </a:cubicBezTo>
                <a:close/>
                <a:moveTo>
                  <a:pt x="4143745" y="4802138"/>
                </a:moveTo>
                <a:cubicBezTo>
                  <a:pt x="4133821" y="4803537"/>
                  <a:pt x="4125422" y="4808188"/>
                  <a:pt x="4119020" y="4815850"/>
                </a:cubicBezTo>
                <a:cubicBezTo>
                  <a:pt x="4107901" y="4829160"/>
                  <a:pt x="4105510" y="4844220"/>
                  <a:pt x="4111624" y="4860377"/>
                </a:cubicBezTo>
                <a:cubicBezTo>
                  <a:pt x="4115440" y="4870464"/>
                  <a:pt x="4122480" y="4877910"/>
                  <a:pt x="4132261" y="4882640"/>
                </a:cubicBezTo>
                <a:cubicBezTo>
                  <a:pt x="4141304" y="4887013"/>
                  <a:pt x="4150701" y="4887840"/>
                  <a:pt x="4160378" y="4885287"/>
                </a:cubicBezTo>
                <a:cubicBezTo>
                  <a:pt x="4168461" y="4883154"/>
                  <a:pt x="4175234" y="4878843"/>
                  <a:pt x="4180696" y="4872522"/>
                </a:cubicBezTo>
                <a:cubicBezTo>
                  <a:pt x="4186374" y="4865951"/>
                  <a:pt x="4189894" y="4858403"/>
                  <a:pt x="4190818" y="4849709"/>
                </a:cubicBezTo>
                <a:cubicBezTo>
                  <a:pt x="4190837" y="4849530"/>
                  <a:pt x="4191025" y="4849369"/>
                  <a:pt x="4191134" y="4849042"/>
                </a:cubicBezTo>
                <a:cubicBezTo>
                  <a:pt x="4191134" y="4845731"/>
                  <a:pt x="4191134" y="4842579"/>
                  <a:pt x="4191008" y="4839363"/>
                </a:cubicBezTo>
                <a:cubicBezTo>
                  <a:pt x="4190813" y="4838463"/>
                  <a:pt x="4190815" y="4837613"/>
                  <a:pt x="4190664" y="4836791"/>
                </a:cubicBezTo>
                <a:cubicBezTo>
                  <a:pt x="4188909" y="4827300"/>
                  <a:pt x="4184685" y="4819133"/>
                  <a:pt x="4177520" y="4812587"/>
                </a:cubicBezTo>
                <a:cubicBezTo>
                  <a:pt x="4167910" y="4803806"/>
                  <a:pt x="4156574" y="4800330"/>
                  <a:pt x="4143745" y="4802138"/>
                </a:cubicBezTo>
                <a:close/>
                <a:moveTo>
                  <a:pt x="3929629" y="4802122"/>
                </a:moveTo>
                <a:cubicBezTo>
                  <a:pt x="3927136" y="4802037"/>
                  <a:pt x="3924625" y="4802510"/>
                  <a:pt x="3921978" y="4802743"/>
                </a:cubicBezTo>
                <a:cubicBezTo>
                  <a:pt x="3919529" y="4803441"/>
                  <a:pt x="3917143" y="4803929"/>
                  <a:pt x="3914934" y="4804843"/>
                </a:cubicBezTo>
                <a:cubicBezTo>
                  <a:pt x="3905806" y="4808618"/>
                  <a:pt x="3899093" y="4815088"/>
                  <a:pt x="3894615" y="4823828"/>
                </a:cubicBezTo>
                <a:cubicBezTo>
                  <a:pt x="3890047" y="4832741"/>
                  <a:pt x="3888729" y="4842208"/>
                  <a:pt x="3890513" y="4852050"/>
                </a:cubicBezTo>
                <a:cubicBezTo>
                  <a:pt x="3892515" y="4863103"/>
                  <a:pt x="3897893" y="4872175"/>
                  <a:pt x="3906996" y="4878849"/>
                </a:cubicBezTo>
                <a:cubicBezTo>
                  <a:pt x="3915407" y="4885016"/>
                  <a:pt x="3924881" y="4887226"/>
                  <a:pt x="3935139" y="4885477"/>
                </a:cubicBezTo>
                <a:cubicBezTo>
                  <a:pt x="3945192" y="4883762"/>
                  <a:pt x="3953226" y="4878530"/>
                  <a:pt x="3959501" y="4870561"/>
                </a:cubicBezTo>
                <a:cubicBezTo>
                  <a:pt x="3960656" y="4869094"/>
                  <a:pt x="3961607" y="4867466"/>
                  <a:pt x="3962747" y="4865772"/>
                </a:cubicBezTo>
                <a:cubicBezTo>
                  <a:pt x="3957571" y="4863322"/>
                  <a:pt x="3952628" y="4860982"/>
                  <a:pt x="3947692" y="4858646"/>
                </a:cubicBezTo>
                <a:cubicBezTo>
                  <a:pt x="3940991" y="4866885"/>
                  <a:pt x="3932711" y="4870747"/>
                  <a:pt x="3922306" y="4867491"/>
                </a:cubicBezTo>
                <a:cubicBezTo>
                  <a:pt x="3914145" y="4864938"/>
                  <a:pt x="3909684" y="4858686"/>
                  <a:pt x="3907337" y="4850499"/>
                </a:cubicBezTo>
                <a:cubicBezTo>
                  <a:pt x="3927342" y="4850499"/>
                  <a:pt x="3947145" y="4850499"/>
                  <a:pt x="3966987" y="4850499"/>
                </a:cubicBezTo>
                <a:cubicBezTo>
                  <a:pt x="3967114" y="4849895"/>
                  <a:pt x="3967246" y="4849412"/>
                  <a:pt x="3967315" y="4848919"/>
                </a:cubicBezTo>
                <a:cubicBezTo>
                  <a:pt x="3967849" y="4845124"/>
                  <a:pt x="3967678" y="4841347"/>
                  <a:pt x="3967116" y="4837564"/>
                </a:cubicBezTo>
                <a:cubicBezTo>
                  <a:pt x="3965550" y="4827008"/>
                  <a:pt x="3960899" y="4818123"/>
                  <a:pt x="3952795" y="4811136"/>
                </a:cubicBezTo>
                <a:cubicBezTo>
                  <a:pt x="3946150" y="4805408"/>
                  <a:pt x="3938372" y="4802422"/>
                  <a:pt x="3929629" y="4802122"/>
                </a:cubicBezTo>
                <a:close/>
                <a:moveTo>
                  <a:pt x="4076508" y="4802110"/>
                </a:moveTo>
                <a:cubicBezTo>
                  <a:pt x="4071089" y="4801771"/>
                  <a:pt x="4065784" y="4802574"/>
                  <a:pt x="4060742" y="4804724"/>
                </a:cubicBezTo>
                <a:cubicBezTo>
                  <a:pt x="4055016" y="4807167"/>
                  <a:pt x="4050544" y="4810968"/>
                  <a:pt x="4047873" y="4816693"/>
                </a:cubicBezTo>
                <a:cubicBezTo>
                  <a:pt x="4046108" y="4820475"/>
                  <a:pt x="4045525" y="4824473"/>
                  <a:pt x="4045596" y="4828622"/>
                </a:cubicBezTo>
                <a:cubicBezTo>
                  <a:pt x="4045720" y="4835872"/>
                  <a:pt x="4048693" y="4841572"/>
                  <a:pt x="4054658" y="4845697"/>
                </a:cubicBezTo>
                <a:cubicBezTo>
                  <a:pt x="4058573" y="4848405"/>
                  <a:pt x="4062950" y="4850119"/>
                  <a:pt x="4067443" y="4851565"/>
                </a:cubicBezTo>
                <a:cubicBezTo>
                  <a:pt x="4070960" y="4852696"/>
                  <a:pt x="4074533" y="4853667"/>
                  <a:pt x="4078000" y="4854933"/>
                </a:cubicBezTo>
                <a:cubicBezTo>
                  <a:pt x="4080137" y="4855713"/>
                  <a:pt x="4082307" y="4856657"/>
                  <a:pt x="4084138" y="4857977"/>
                </a:cubicBezTo>
                <a:cubicBezTo>
                  <a:pt x="4088697" y="4861266"/>
                  <a:pt x="4087805" y="4867549"/>
                  <a:pt x="4082602" y="4869688"/>
                </a:cubicBezTo>
                <a:cubicBezTo>
                  <a:pt x="4080174" y="4870687"/>
                  <a:pt x="4077612" y="4870943"/>
                  <a:pt x="4075018" y="4870793"/>
                </a:cubicBezTo>
                <a:cubicBezTo>
                  <a:pt x="4069634" y="4870483"/>
                  <a:pt x="4064541" y="4869008"/>
                  <a:pt x="4059749" y="4866590"/>
                </a:cubicBezTo>
                <a:cubicBezTo>
                  <a:pt x="4056610" y="4865007"/>
                  <a:pt x="4053586" y="4863195"/>
                  <a:pt x="4050410" y="4861430"/>
                </a:cubicBezTo>
                <a:cubicBezTo>
                  <a:pt x="4050036" y="4862010"/>
                  <a:pt x="4049588" y="4862705"/>
                  <a:pt x="4049068" y="4863497"/>
                </a:cubicBezTo>
                <a:cubicBezTo>
                  <a:pt x="4046613" y="4867371"/>
                  <a:pt x="4044231" y="4871147"/>
                  <a:pt x="4041820" y="4874969"/>
                </a:cubicBezTo>
                <a:cubicBezTo>
                  <a:pt x="4044705" y="4877354"/>
                  <a:pt x="4047759" y="4879237"/>
                  <a:pt x="4050969" y="4880832"/>
                </a:cubicBezTo>
                <a:cubicBezTo>
                  <a:pt x="4059429" y="4885036"/>
                  <a:pt x="4068338" y="4887189"/>
                  <a:pt x="4077855" y="4886694"/>
                </a:cubicBezTo>
                <a:cubicBezTo>
                  <a:pt x="4081916" y="4886483"/>
                  <a:pt x="4085860" y="4885850"/>
                  <a:pt x="4089691" y="4884517"/>
                </a:cubicBezTo>
                <a:cubicBezTo>
                  <a:pt x="4093344" y="4883245"/>
                  <a:pt x="4096662" y="4881351"/>
                  <a:pt x="4099315" y="4878539"/>
                </a:cubicBezTo>
                <a:cubicBezTo>
                  <a:pt x="4105125" y="4872380"/>
                  <a:pt x="4106335" y="4864789"/>
                  <a:pt x="4105383" y="4856780"/>
                </a:cubicBezTo>
                <a:cubicBezTo>
                  <a:pt x="4104751" y="4851468"/>
                  <a:pt x="4101777" y="4847352"/>
                  <a:pt x="4097513" y="4844156"/>
                </a:cubicBezTo>
                <a:cubicBezTo>
                  <a:pt x="4093931" y="4841471"/>
                  <a:pt x="4089924" y="4839610"/>
                  <a:pt x="4085768" y="4838055"/>
                </a:cubicBezTo>
                <a:cubicBezTo>
                  <a:pt x="4081731" y="4836545"/>
                  <a:pt x="4077637" y="4835187"/>
                  <a:pt x="4073597" y="4833683"/>
                </a:cubicBezTo>
                <a:cubicBezTo>
                  <a:pt x="4070811" y="4832646"/>
                  <a:pt x="4068066" y="4831491"/>
                  <a:pt x="4065959" y="4829256"/>
                </a:cubicBezTo>
                <a:cubicBezTo>
                  <a:pt x="4063738" y="4826899"/>
                  <a:pt x="4063595" y="4823938"/>
                  <a:pt x="4065539" y="4821313"/>
                </a:cubicBezTo>
                <a:cubicBezTo>
                  <a:pt x="4066652" y="4819810"/>
                  <a:pt x="4068257" y="4818994"/>
                  <a:pt x="4070038" y="4818553"/>
                </a:cubicBezTo>
                <a:cubicBezTo>
                  <a:pt x="4073039" y="4817809"/>
                  <a:pt x="4076046" y="4818031"/>
                  <a:pt x="4079032" y="4818661"/>
                </a:cubicBezTo>
                <a:cubicBezTo>
                  <a:pt x="4084402" y="4819793"/>
                  <a:pt x="4089331" y="4822058"/>
                  <a:pt x="4094141" y="4824618"/>
                </a:cubicBezTo>
                <a:cubicBezTo>
                  <a:pt x="4094660" y="4824894"/>
                  <a:pt x="4095185" y="4825158"/>
                  <a:pt x="4095757" y="4825453"/>
                </a:cubicBezTo>
                <a:cubicBezTo>
                  <a:pt x="4098380" y="4820578"/>
                  <a:pt x="4100921" y="4815856"/>
                  <a:pt x="4103440" y="4811175"/>
                </a:cubicBezTo>
                <a:cubicBezTo>
                  <a:pt x="4103307" y="4810996"/>
                  <a:pt x="4103257" y="4810890"/>
                  <a:pt x="4103175" y="4810825"/>
                </a:cubicBezTo>
                <a:cubicBezTo>
                  <a:pt x="4103000" y="4810685"/>
                  <a:pt x="4102812" y="4810561"/>
                  <a:pt x="4102622" y="4810442"/>
                </a:cubicBezTo>
                <a:cubicBezTo>
                  <a:pt x="4094630" y="4805432"/>
                  <a:pt x="4085887" y="4802695"/>
                  <a:pt x="4076508" y="4802110"/>
                </a:cubicBezTo>
                <a:close/>
                <a:moveTo>
                  <a:pt x="3789837" y="4782283"/>
                </a:moveTo>
                <a:cubicBezTo>
                  <a:pt x="3789837" y="4799985"/>
                  <a:pt x="3789837" y="4817600"/>
                  <a:pt x="3789837" y="4835384"/>
                </a:cubicBezTo>
                <a:cubicBezTo>
                  <a:pt x="3789837" y="4852097"/>
                  <a:pt x="3789837" y="4868643"/>
                  <a:pt x="3789837" y="4885208"/>
                </a:cubicBezTo>
                <a:cubicBezTo>
                  <a:pt x="3796518" y="4885208"/>
                  <a:pt x="3802998" y="4885208"/>
                  <a:pt x="3809610" y="4885208"/>
                </a:cubicBezTo>
                <a:cubicBezTo>
                  <a:pt x="3809610" y="4880397"/>
                  <a:pt x="3809610" y="4875691"/>
                  <a:pt x="3809610" y="4870986"/>
                </a:cubicBezTo>
                <a:cubicBezTo>
                  <a:pt x="3809610" y="4866325"/>
                  <a:pt x="3809595" y="4861665"/>
                  <a:pt x="3809614" y="4857004"/>
                </a:cubicBezTo>
                <a:cubicBezTo>
                  <a:pt x="3809632" y="4852318"/>
                  <a:pt x="3809532" y="4847629"/>
                  <a:pt x="3809680" y="4842811"/>
                </a:cubicBezTo>
                <a:cubicBezTo>
                  <a:pt x="3821977" y="4842811"/>
                  <a:pt x="3834081" y="4842811"/>
                  <a:pt x="3846263" y="4842811"/>
                </a:cubicBezTo>
                <a:cubicBezTo>
                  <a:pt x="3846263" y="4836919"/>
                  <a:pt x="3846263" y="4831164"/>
                  <a:pt x="3846263" y="4825218"/>
                </a:cubicBezTo>
                <a:cubicBezTo>
                  <a:pt x="3834046" y="4825218"/>
                  <a:pt x="3821898" y="4825218"/>
                  <a:pt x="3809721" y="4825218"/>
                </a:cubicBezTo>
                <a:cubicBezTo>
                  <a:pt x="3809721" y="4816698"/>
                  <a:pt x="3809721" y="4808369"/>
                  <a:pt x="3809721" y="4800086"/>
                </a:cubicBezTo>
                <a:cubicBezTo>
                  <a:pt x="3809882" y="4800019"/>
                  <a:pt x="3809931" y="4799981"/>
                  <a:pt x="3809980" y="4799981"/>
                </a:cubicBezTo>
                <a:cubicBezTo>
                  <a:pt x="3824972" y="4799966"/>
                  <a:pt x="3839963" y="4799955"/>
                  <a:pt x="3854955" y="4799940"/>
                </a:cubicBezTo>
                <a:cubicBezTo>
                  <a:pt x="3855122" y="4799940"/>
                  <a:pt x="3855290" y="4799910"/>
                  <a:pt x="3855455" y="4799881"/>
                </a:cubicBezTo>
                <a:cubicBezTo>
                  <a:pt x="3855502" y="4799872"/>
                  <a:pt x="3855544" y="4799821"/>
                  <a:pt x="3855585" y="4799785"/>
                </a:cubicBezTo>
                <a:cubicBezTo>
                  <a:pt x="3855627" y="4799748"/>
                  <a:pt x="3855665" y="4799706"/>
                  <a:pt x="3855691" y="4799680"/>
                </a:cubicBezTo>
                <a:cubicBezTo>
                  <a:pt x="3855691" y="4793901"/>
                  <a:pt x="3855691" y="4788136"/>
                  <a:pt x="3855691" y="4782283"/>
                </a:cubicBezTo>
                <a:cubicBezTo>
                  <a:pt x="3833740" y="4782283"/>
                  <a:pt x="3811876" y="4782283"/>
                  <a:pt x="3789837" y="4782283"/>
                </a:cubicBezTo>
                <a:close/>
                <a:moveTo>
                  <a:pt x="3863089" y="4782195"/>
                </a:moveTo>
                <a:cubicBezTo>
                  <a:pt x="3862766" y="4782196"/>
                  <a:pt x="3862443" y="4782240"/>
                  <a:pt x="3862040" y="4782269"/>
                </a:cubicBezTo>
                <a:cubicBezTo>
                  <a:pt x="3862040" y="4816587"/>
                  <a:pt x="3862040" y="4850805"/>
                  <a:pt x="3862040" y="4885112"/>
                </a:cubicBezTo>
                <a:cubicBezTo>
                  <a:pt x="3868602" y="4885112"/>
                  <a:pt x="3875080" y="4885112"/>
                  <a:pt x="3881726" y="4885112"/>
                </a:cubicBezTo>
                <a:cubicBezTo>
                  <a:pt x="3881726" y="4884366"/>
                  <a:pt x="3881726" y="4883706"/>
                  <a:pt x="3881726" y="4883046"/>
                </a:cubicBezTo>
                <a:cubicBezTo>
                  <a:pt x="3881726" y="4850141"/>
                  <a:pt x="3881726" y="4817237"/>
                  <a:pt x="3881723" y="4784332"/>
                </a:cubicBezTo>
                <a:cubicBezTo>
                  <a:pt x="3881723" y="4783717"/>
                  <a:pt x="3881683" y="4783101"/>
                  <a:pt x="3881553" y="4782373"/>
                </a:cubicBezTo>
                <a:cubicBezTo>
                  <a:pt x="3881222" y="4782238"/>
                  <a:pt x="3881000" y="4782196"/>
                  <a:pt x="3880777" y="4782196"/>
                </a:cubicBezTo>
                <a:cubicBezTo>
                  <a:pt x="3874881" y="4782192"/>
                  <a:pt x="3868985" y="4782191"/>
                  <a:pt x="3863089" y="4782195"/>
                </a:cubicBezTo>
                <a:close/>
                <a:moveTo>
                  <a:pt x="3714344" y="4719565"/>
                </a:moveTo>
                <a:cubicBezTo>
                  <a:pt x="3720823" y="4720198"/>
                  <a:pt x="3726467" y="4722922"/>
                  <a:pt x="3731261" y="4727397"/>
                </a:cubicBezTo>
                <a:cubicBezTo>
                  <a:pt x="3737041" y="4732793"/>
                  <a:pt x="3740368" y="4739456"/>
                  <a:pt x="3741132" y="4747247"/>
                </a:cubicBezTo>
                <a:cubicBezTo>
                  <a:pt x="3741978" y="4755874"/>
                  <a:pt x="3739570" y="4763673"/>
                  <a:pt x="3734022" y="4770390"/>
                </a:cubicBezTo>
                <a:cubicBezTo>
                  <a:pt x="3729670" y="4775658"/>
                  <a:pt x="3724139" y="4779130"/>
                  <a:pt x="3717441" y="4780571"/>
                </a:cubicBezTo>
                <a:cubicBezTo>
                  <a:pt x="3715214" y="4781050"/>
                  <a:pt x="3712906" y="4781351"/>
                  <a:pt x="3710632" y="4781372"/>
                </a:cubicBezTo>
                <a:cubicBezTo>
                  <a:pt x="3701143" y="4781459"/>
                  <a:pt x="3691653" y="4781409"/>
                  <a:pt x="3682164" y="4781406"/>
                </a:cubicBezTo>
                <a:cubicBezTo>
                  <a:pt x="3681838" y="4781406"/>
                  <a:pt x="3681512" y="4781365"/>
                  <a:pt x="3681087" y="4781337"/>
                </a:cubicBezTo>
                <a:cubicBezTo>
                  <a:pt x="3681052" y="4780836"/>
                  <a:pt x="3680994" y="4780404"/>
                  <a:pt x="3680994" y="4779972"/>
                </a:cubicBezTo>
                <a:cubicBezTo>
                  <a:pt x="3680989" y="4769584"/>
                  <a:pt x="3680944" y="4759196"/>
                  <a:pt x="3681031" y="4748808"/>
                </a:cubicBezTo>
                <a:cubicBezTo>
                  <a:pt x="3681048" y="4746821"/>
                  <a:pt x="3681590" y="4744838"/>
                  <a:pt x="3681890" y="4742854"/>
                </a:cubicBezTo>
                <a:cubicBezTo>
                  <a:pt x="3683143" y="4737956"/>
                  <a:pt x="3685202" y="4733751"/>
                  <a:pt x="3688342" y="4730138"/>
                </a:cubicBezTo>
                <a:cubicBezTo>
                  <a:pt x="3695213" y="4722232"/>
                  <a:pt x="3703897" y="4718545"/>
                  <a:pt x="3714344" y="4719565"/>
                </a:cubicBezTo>
                <a:close/>
                <a:moveTo>
                  <a:pt x="3705872" y="4700588"/>
                </a:moveTo>
                <a:cubicBezTo>
                  <a:pt x="3705042" y="4700797"/>
                  <a:pt x="3704221" y="4701063"/>
                  <a:pt x="3703380" y="4701208"/>
                </a:cubicBezTo>
                <a:cubicBezTo>
                  <a:pt x="3693659" y="4702885"/>
                  <a:pt x="3685242" y="4707119"/>
                  <a:pt x="3678101" y="4713939"/>
                </a:cubicBezTo>
                <a:cubicBezTo>
                  <a:pt x="3674126" y="4717736"/>
                  <a:pt x="3670874" y="4722065"/>
                  <a:pt x="3668338" y="4726920"/>
                </a:cubicBezTo>
                <a:cubicBezTo>
                  <a:pt x="3665939" y="4731513"/>
                  <a:pt x="3664296" y="4736380"/>
                  <a:pt x="3663425" y="4741503"/>
                </a:cubicBezTo>
                <a:cubicBezTo>
                  <a:pt x="3662850" y="4744883"/>
                  <a:pt x="3662658" y="4748280"/>
                  <a:pt x="3662671" y="4751705"/>
                </a:cubicBezTo>
                <a:cubicBezTo>
                  <a:pt x="3662704" y="4760915"/>
                  <a:pt x="3662682" y="4770126"/>
                  <a:pt x="3662682" y="4779337"/>
                </a:cubicBezTo>
                <a:cubicBezTo>
                  <a:pt x="3662682" y="4779947"/>
                  <a:pt x="3662682" y="4780557"/>
                  <a:pt x="3662682" y="4781343"/>
                </a:cubicBezTo>
                <a:cubicBezTo>
                  <a:pt x="3653170" y="4781343"/>
                  <a:pt x="3643765" y="4781343"/>
                  <a:pt x="3634256" y="4781343"/>
                </a:cubicBezTo>
                <a:cubicBezTo>
                  <a:pt x="3634256" y="4787611"/>
                  <a:pt x="3634256" y="4793704"/>
                  <a:pt x="3634256" y="4800050"/>
                </a:cubicBezTo>
                <a:cubicBezTo>
                  <a:pt x="3643642" y="4800065"/>
                  <a:pt x="3653042" y="4800048"/>
                  <a:pt x="3662561" y="4800060"/>
                </a:cubicBezTo>
                <a:cubicBezTo>
                  <a:pt x="3662561" y="4808380"/>
                  <a:pt x="3662561" y="4816596"/>
                  <a:pt x="3662561" y="4824991"/>
                </a:cubicBezTo>
                <a:cubicBezTo>
                  <a:pt x="3661925" y="4824991"/>
                  <a:pt x="3661325" y="4824991"/>
                  <a:pt x="3660724" y="4824991"/>
                </a:cubicBezTo>
                <a:cubicBezTo>
                  <a:pt x="3651232" y="4824991"/>
                  <a:pt x="3641741" y="4825011"/>
                  <a:pt x="3632249" y="4824984"/>
                </a:cubicBezTo>
                <a:cubicBezTo>
                  <a:pt x="3626583" y="4824968"/>
                  <a:pt x="3621117" y="4826004"/>
                  <a:pt x="3615828" y="4827984"/>
                </a:cubicBezTo>
                <a:cubicBezTo>
                  <a:pt x="3610095" y="4830129"/>
                  <a:pt x="3604977" y="4833283"/>
                  <a:pt x="3600454" y="4837423"/>
                </a:cubicBezTo>
                <a:cubicBezTo>
                  <a:pt x="3591459" y="4845656"/>
                  <a:pt x="3586198" y="4855829"/>
                  <a:pt x="3584499" y="4867880"/>
                </a:cubicBezTo>
                <a:cubicBezTo>
                  <a:pt x="3584458" y="4868176"/>
                  <a:pt x="3584273" y="4868451"/>
                  <a:pt x="3584019" y="4868899"/>
                </a:cubicBezTo>
                <a:cubicBezTo>
                  <a:pt x="3583883" y="4872887"/>
                  <a:pt x="3583883" y="4876714"/>
                  <a:pt x="3583883" y="4880540"/>
                </a:cubicBezTo>
                <a:cubicBezTo>
                  <a:pt x="3584086" y="4880737"/>
                  <a:pt x="3584447" y="4880918"/>
                  <a:pt x="3584469" y="4881134"/>
                </a:cubicBezTo>
                <a:cubicBezTo>
                  <a:pt x="3585045" y="4886651"/>
                  <a:pt x="3586690" y="4891861"/>
                  <a:pt x="3589070" y="4896837"/>
                </a:cubicBezTo>
                <a:cubicBezTo>
                  <a:pt x="3591061" y="4900999"/>
                  <a:pt x="3593625" y="4904812"/>
                  <a:pt x="3596698" y="4908260"/>
                </a:cubicBezTo>
                <a:cubicBezTo>
                  <a:pt x="3600997" y="4913083"/>
                  <a:pt x="3606062" y="4916911"/>
                  <a:pt x="3611863" y="4919760"/>
                </a:cubicBezTo>
                <a:cubicBezTo>
                  <a:pt x="3616318" y="4921947"/>
                  <a:pt x="3621047" y="4923240"/>
                  <a:pt x="3626117" y="4924223"/>
                </a:cubicBezTo>
                <a:cubicBezTo>
                  <a:pt x="3630148" y="4924348"/>
                  <a:pt x="3633974" y="4924348"/>
                  <a:pt x="3637875" y="4924233"/>
                </a:cubicBezTo>
                <a:cubicBezTo>
                  <a:pt x="3639278" y="4923933"/>
                  <a:pt x="3640624" y="4923831"/>
                  <a:pt x="3641933" y="4923551"/>
                </a:cubicBezTo>
                <a:cubicBezTo>
                  <a:pt x="3652220" y="4921346"/>
                  <a:pt x="3660915" y="4916374"/>
                  <a:pt x="3667999" y="4908568"/>
                </a:cubicBezTo>
                <a:cubicBezTo>
                  <a:pt x="3672625" y="4903470"/>
                  <a:pt x="3676020" y="4897664"/>
                  <a:pt x="3678256" y="4891174"/>
                </a:cubicBezTo>
                <a:cubicBezTo>
                  <a:pt x="3680133" y="4885728"/>
                  <a:pt x="3680981" y="4880105"/>
                  <a:pt x="3680988" y="4874354"/>
                </a:cubicBezTo>
                <a:cubicBezTo>
                  <a:pt x="3680999" y="4864807"/>
                  <a:pt x="3680991" y="4855261"/>
                  <a:pt x="3680991" y="4845715"/>
                </a:cubicBezTo>
                <a:cubicBezTo>
                  <a:pt x="3680991" y="4845113"/>
                  <a:pt x="3680991" y="4844512"/>
                  <a:pt x="3680991" y="4843736"/>
                </a:cubicBezTo>
                <a:cubicBezTo>
                  <a:pt x="3690566" y="4843736"/>
                  <a:pt x="3699967" y="4843736"/>
                  <a:pt x="3709419" y="4843736"/>
                </a:cubicBezTo>
                <a:cubicBezTo>
                  <a:pt x="3709419" y="4837417"/>
                  <a:pt x="3709419" y="4831276"/>
                  <a:pt x="3709419" y="4824955"/>
                </a:cubicBezTo>
                <a:cubicBezTo>
                  <a:pt x="3699917" y="4824955"/>
                  <a:pt x="3690518" y="4824955"/>
                  <a:pt x="3681141" y="4824955"/>
                </a:cubicBezTo>
                <a:cubicBezTo>
                  <a:pt x="3680801" y="4821953"/>
                  <a:pt x="3680920" y="4801312"/>
                  <a:pt x="3681286" y="4800056"/>
                </a:cubicBezTo>
                <a:cubicBezTo>
                  <a:pt x="3681877" y="4800056"/>
                  <a:pt x="3682491" y="4800056"/>
                  <a:pt x="3683105" y="4800056"/>
                </a:cubicBezTo>
                <a:cubicBezTo>
                  <a:pt x="3692876" y="4800056"/>
                  <a:pt x="3702647" y="4800082"/>
                  <a:pt x="3712417" y="4800034"/>
                </a:cubicBezTo>
                <a:cubicBezTo>
                  <a:pt x="3714425" y="4800025"/>
                  <a:pt x="3716456" y="4799892"/>
                  <a:pt x="3718433" y="4799557"/>
                </a:cubicBezTo>
                <a:cubicBezTo>
                  <a:pt x="3729963" y="4797601"/>
                  <a:pt x="3739674" y="4792289"/>
                  <a:pt x="3747298" y="4783396"/>
                </a:cubicBezTo>
                <a:cubicBezTo>
                  <a:pt x="3756978" y="4772104"/>
                  <a:pt x="3760818" y="4758958"/>
                  <a:pt x="3759157" y="4744231"/>
                </a:cubicBezTo>
                <a:cubicBezTo>
                  <a:pt x="3757777" y="4732000"/>
                  <a:pt x="3752462" y="4721697"/>
                  <a:pt x="3743447" y="4713321"/>
                </a:cubicBezTo>
                <a:cubicBezTo>
                  <a:pt x="3736402" y="4706775"/>
                  <a:pt x="3728132" y="4702708"/>
                  <a:pt x="3718618" y="4701190"/>
                </a:cubicBezTo>
                <a:cubicBezTo>
                  <a:pt x="3717949" y="4701084"/>
                  <a:pt x="3717309" y="4700793"/>
                  <a:pt x="3716498" y="4700588"/>
                </a:cubicBezTo>
                <a:cubicBezTo>
                  <a:pt x="3712851" y="4700588"/>
                  <a:pt x="3709361" y="4700588"/>
                  <a:pt x="3705872" y="4700588"/>
                </a:cubicBezTo>
                <a:close/>
                <a:moveTo>
                  <a:pt x="0" y="0"/>
                </a:moveTo>
                <a:lnTo>
                  <a:pt x="4572001" y="0"/>
                </a:lnTo>
                <a:lnTo>
                  <a:pt x="4572001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DAD61E-916C-0CC4-E345-C3E477C8AB18}"/>
              </a:ext>
            </a:extLst>
          </p:cNvPr>
          <p:cNvSpPr/>
          <p:nvPr userDrawn="1"/>
        </p:nvSpPr>
        <p:spPr>
          <a:xfrm>
            <a:off x="-1" y="0"/>
            <a:ext cx="45720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err="1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6F3516F-C301-E120-F464-A8F83014EF1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6237" y="1209627"/>
            <a:ext cx="3870355" cy="336237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" name="Title 35">
            <a:extLst>
              <a:ext uri="{FF2B5EF4-FFF2-40B4-BE49-F238E27FC236}">
                <a16:creationId xmlns:a16="http://schemas.microsoft.com/office/drawing/2014/main" id="{FC115118-C5AA-601D-2198-563F8D9CDB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74638"/>
            <a:ext cx="3868145" cy="46037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3DE2874-404E-E6EA-DAC8-6DD34EDFCA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3868145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31306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0 - Text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026A89C-EF5A-3771-5A16-58DA8B8A254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2743200" cy="51435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E64922C-AF43-877D-0B00-9101DC0802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20399" y="1209628"/>
            <a:ext cx="5645776" cy="31623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80BB8064-CA81-0DFC-2725-307E0FCAE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9777" y="288000"/>
            <a:ext cx="5645776" cy="432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DE476F9-3916-600F-2DB1-31F851B1B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8460" y="720000"/>
            <a:ext cx="5645777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1047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30 - Text 70_G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026A89C-EF5A-3771-5A16-58DA8B8A254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2743200" cy="51435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E64922C-AF43-877D-0B00-9101DC0802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20399" y="1209628"/>
            <a:ext cx="5645776" cy="31623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80BB8064-CA81-0DFC-2725-307E0FCAE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9777" y="288000"/>
            <a:ext cx="5645776" cy="432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9DE476F9-3916-600F-2DB1-31F851B1B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8460" y="720000"/>
            <a:ext cx="5645777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A4ECF0A-197E-7FB5-22B9-A3AE8D86204D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2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901217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30 - Text 70_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026A89C-EF5A-3771-5A16-58DA8B8A254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2743200" cy="51435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E92255-C379-6D4B-6756-2A59253A0B0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20397" y="1209627"/>
            <a:ext cx="5645154" cy="3162347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7044E7-AFE2-132F-C5AC-B5BD6D4FE3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0397" y="288000"/>
            <a:ext cx="5645156" cy="43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80" name="Text Placeholder 6">
            <a:extLst>
              <a:ext uri="{FF2B5EF4-FFF2-40B4-BE49-F238E27FC236}">
                <a16:creationId xmlns:a16="http://schemas.microsoft.com/office/drawing/2014/main" id="{46B4833B-1157-B74E-CEB2-58B8A4D391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9080" y="720000"/>
            <a:ext cx="5645157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56C9C81-8FE2-D3F6-18D8-5CC305BDEE92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968222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70 - Imag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3AD0A-3616-5904-F20E-281E6DEBF0E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00800" y="0"/>
            <a:ext cx="2743200" cy="5143500"/>
          </a:xfrm>
          <a:custGeom>
            <a:avLst/>
            <a:gdLst>
              <a:gd name="connsiteX0" fmla="*/ 1831861 w 2743200"/>
              <a:gd name="connsiteY0" fmla="*/ 4843753 h 5143500"/>
              <a:gd name="connsiteX1" fmla="*/ 1833881 w 2743200"/>
              <a:gd name="connsiteY1" fmla="*/ 4843753 h 5143500"/>
              <a:gd name="connsiteX2" fmla="*/ 1833881 w 2743200"/>
              <a:gd name="connsiteY2" fmla="*/ 4869925 h 5143500"/>
              <a:gd name="connsiteX3" fmla="*/ 1833327 w 2743200"/>
              <a:gd name="connsiteY3" fmla="*/ 4880470 h 5143500"/>
              <a:gd name="connsiteX4" fmla="*/ 1826612 w 2743200"/>
              <a:gd name="connsiteY4" fmla="*/ 4894751 h 5143500"/>
              <a:gd name="connsiteX5" fmla="*/ 1807249 w 2743200"/>
              <a:gd name="connsiteY5" fmla="*/ 4905435 h 5143500"/>
              <a:gd name="connsiteX6" fmla="*/ 1785291 w 2743200"/>
              <a:gd name="connsiteY6" fmla="*/ 4899142 h 5143500"/>
              <a:gd name="connsiteX7" fmla="*/ 1773913 w 2743200"/>
              <a:gd name="connsiteY7" fmla="*/ 4879213 h 5143500"/>
              <a:gd name="connsiteX8" fmla="*/ 1781642 w 2743200"/>
              <a:gd name="connsiteY8" fmla="*/ 4853747 h 5143500"/>
              <a:gd name="connsiteX9" fmla="*/ 1803742 w 2743200"/>
              <a:gd name="connsiteY9" fmla="*/ 4843767 h 5143500"/>
              <a:gd name="connsiteX10" fmla="*/ 1831861 w 2743200"/>
              <a:gd name="connsiteY10" fmla="*/ 4843753 h 5143500"/>
              <a:gd name="connsiteX11" fmla="*/ 2090305 w 2743200"/>
              <a:gd name="connsiteY11" fmla="*/ 4822055 h 5143500"/>
              <a:gd name="connsiteX12" fmla="*/ 2109746 w 2743200"/>
              <a:gd name="connsiteY12" fmla="*/ 4822073 h 5143500"/>
              <a:gd name="connsiteX13" fmla="*/ 2119767 w 2743200"/>
              <a:gd name="connsiteY13" fmla="*/ 4833690 h 5143500"/>
              <a:gd name="connsiteX14" fmla="*/ 2120053 w 2743200"/>
              <a:gd name="connsiteY14" fmla="*/ 4834569 h 5143500"/>
              <a:gd name="connsiteX15" fmla="*/ 2079930 w 2743200"/>
              <a:gd name="connsiteY15" fmla="*/ 4834569 h 5143500"/>
              <a:gd name="connsiteX16" fmla="*/ 2080965 w 2743200"/>
              <a:gd name="connsiteY16" fmla="*/ 4832224 h 5143500"/>
              <a:gd name="connsiteX17" fmla="*/ 2090305 w 2743200"/>
              <a:gd name="connsiteY17" fmla="*/ 4822055 h 5143500"/>
              <a:gd name="connsiteX18" fmla="*/ 2316788 w 2743200"/>
              <a:gd name="connsiteY18" fmla="*/ 4820110 h 5143500"/>
              <a:gd name="connsiteX19" fmla="*/ 2338602 w 2743200"/>
              <a:gd name="connsiteY19" fmla="*/ 4827673 h 5143500"/>
              <a:gd name="connsiteX20" fmla="*/ 2339176 w 2743200"/>
              <a:gd name="connsiteY20" fmla="*/ 4860034 h 5143500"/>
              <a:gd name="connsiteX21" fmla="*/ 2328232 w 2743200"/>
              <a:gd name="connsiteY21" fmla="*/ 4867563 h 5143500"/>
              <a:gd name="connsiteX22" fmla="*/ 2321201 w 2743200"/>
              <a:gd name="connsiteY22" fmla="*/ 4868695 h 5143500"/>
              <a:gd name="connsiteX23" fmla="*/ 2306187 w 2743200"/>
              <a:gd name="connsiteY23" fmla="*/ 4863280 h 5143500"/>
              <a:gd name="connsiteX24" fmla="*/ 2297319 w 2743200"/>
              <a:gd name="connsiteY24" fmla="*/ 4846493 h 5143500"/>
              <a:gd name="connsiteX25" fmla="*/ 2316788 w 2743200"/>
              <a:gd name="connsiteY25" fmla="*/ 4820110 h 5143500"/>
              <a:gd name="connsiteX26" fmla="*/ 2157047 w 2743200"/>
              <a:gd name="connsiteY26" fmla="*/ 4803275 h 5143500"/>
              <a:gd name="connsiteX27" fmla="*/ 2137678 w 2743200"/>
              <a:gd name="connsiteY27" fmla="*/ 4803315 h 5143500"/>
              <a:gd name="connsiteX28" fmla="*/ 2135922 w 2743200"/>
              <a:gd name="connsiteY28" fmla="*/ 4803393 h 5143500"/>
              <a:gd name="connsiteX29" fmla="*/ 2162682 w 2743200"/>
              <a:gd name="connsiteY29" fmla="*/ 4843556 h 5143500"/>
              <a:gd name="connsiteX30" fmla="*/ 2157096 w 2743200"/>
              <a:gd name="connsiteY30" fmla="*/ 4851945 h 5143500"/>
              <a:gd name="connsiteX31" fmla="*/ 2151580 w 2743200"/>
              <a:gd name="connsiteY31" fmla="*/ 4860198 h 5143500"/>
              <a:gd name="connsiteX32" fmla="*/ 2145956 w 2743200"/>
              <a:gd name="connsiteY32" fmla="*/ 4868581 h 5143500"/>
              <a:gd name="connsiteX33" fmla="*/ 2140457 w 2743200"/>
              <a:gd name="connsiteY33" fmla="*/ 4876847 h 5143500"/>
              <a:gd name="connsiteX34" fmla="*/ 2135025 w 2743200"/>
              <a:gd name="connsiteY34" fmla="*/ 4885114 h 5143500"/>
              <a:gd name="connsiteX35" fmla="*/ 2135777 w 2743200"/>
              <a:gd name="connsiteY35" fmla="*/ 4885199 h 5143500"/>
              <a:gd name="connsiteX36" fmla="*/ 2155652 w 2743200"/>
              <a:gd name="connsiteY36" fmla="*/ 4885234 h 5143500"/>
              <a:gd name="connsiteX37" fmla="*/ 2157474 w 2743200"/>
              <a:gd name="connsiteY37" fmla="*/ 4884102 h 5143500"/>
              <a:gd name="connsiteX38" fmla="*/ 2170718 w 2743200"/>
              <a:gd name="connsiteY38" fmla="*/ 4863037 h 5143500"/>
              <a:gd name="connsiteX39" fmla="*/ 2173967 w 2743200"/>
              <a:gd name="connsiteY39" fmla="*/ 4857950 h 5143500"/>
              <a:gd name="connsiteX40" fmla="*/ 2182054 w 2743200"/>
              <a:gd name="connsiteY40" fmla="*/ 4870759 h 5143500"/>
              <a:gd name="connsiteX41" fmla="*/ 2190425 w 2743200"/>
              <a:gd name="connsiteY41" fmla="*/ 4884110 h 5143500"/>
              <a:gd name="connsiteX42" fmla="*/ 2192429 w 2743200"/>
              <a:gd name="connsiteY42" fmla="*/ 4885225 h 5143500"/>
              <a:gd name="connsiteX43" fmla="*/ 2212472 w 2743200"/>
              <a:gd name="connsiteY43" fmla="*/ 4885200 h 5143500"/>
              <a:gd name="connsiteX44" fmla="*/ 2213767 w 2743200"/>
              <a:gd name="connsiteY44" fmla="*/ 4885083 h 5143500"/>
              <a:gd name="connsiteX45" fmla="*/ 2185683 w 2743200"/>
              <a:gd name="connsiteY45" fmla="*/ 4843077 h 5143500"/>
              <a:gd name="connsiteX46" fmla="*/ 2212411 w 2743200"/>
              <a:gd name="connsiteY46" fmla="*/ 4803452 h 5143500"/>
              <a:gd name="connsiteX47" fmla="*/ 2211833 w 2743200"/>
              <a:gd name="connsiteY47" fmla="*/ 4803326 h 5143500"/>
              <a:gd name="connsiteX48" fmla="*/ 2191453 w 2743200"/>
              <a:gd name="connsiteY48" fmla="*/ 4803289 h 5143500"/>
              <a:gd name="connsiteX49" fmla="*/ 2189764 w 2743200"/>
              <a:gd name="connsiteY49" fmla="*/ 4804389 h 5143500"/>
              <a:gd name="connsiteX50" fmla="*/ 2184387 w 2743200"/>
              <a:gd name="connsiteY50" fmla="*/ 4812924 h 5143500"/>
              <a:gd name="connsiteX51" fmla="*/ 2174460 w 2743200"/>
              <a:gd name="connsiteY51" fmla="*/ 4828662 h 5143500"/>
              <a:gd name="connsiteX52" fmla="*/ 2173544 w 2743200"/>
              <a:gd name="connsiteY52" fmla="*/ 4827364 h 5143500"/>
              <a:gd name="connsiteX53" fmla="*/ 2159420 w 2743200"/>
              <a:gd name="connsiteY53" fmla="*/ 4804669 h 5143500"/>
              <a:gd name="connsiteX54" fmla="*/ 2157047 w 2743200"/>
              <a:gd name="connsiteY54" fmla="*/ 4803275 h 5143500"/>
              <a:gd name="connsiteX55" fmla="*/ 2314944 w 2743200"/>
              <a:gd name="connsiteY55" fmla="*/ 4802138 h 5143500"/>
              <a:gd name="connsiteX56" fmla="*/ 2290219 w 2743200"/>
              <a:gd name="connsiteY56" fmla="*/ 4815850 h 5143500"/>
              <a:gd name="connsiteX57" fmla="*/ 2282823 w 2743200"/>
              <a:gd name="connsiteY57" fmla="*/ 4860377 h 5143500"/>
              <a:gd name="connsiteX58" fmla="*/ 2303460 w 2743200"/>
              <a:gd name="connsiteY58" fmla="*/ 4882640 h 5143500"/>
              <a:gd name="connsiteX59" fmla="*/ 2331577 w 2743200"/>
              <a:gd name="connsiteY59" fmla="*/ 4885287 h 5143500"/>
              <a:gd name="connsiteX60" fmla="*/ 2351895 w 2743200"/>
              <a:gd name="connsiteY60" fmla="*/ 4872522 h 5143500"/>
              <a:gd name="connsiteX61" fmla="*/ 2362017 w 2743200"/>
              <a:gd name="connsiteY61" fmla="*/ 4849709 h 5143500"/>
              <a:gd name="connsiteX62" fmla="*/ 2362333 w 2743200"/>
              <a:gd name="connsiteY62" fmla="*/ 4849042 h 5143500"/>
              <a:gd name="connsiteX63" fmla="*/ 2362207 w 2743200"/>
              <a:gd name="connsiteY63" fmla="*/ 4839363 h 5143500"/>
              <a:gd name="connsiteX64" fmla="*/ 2361863 w 2743200"/>
              <a:gd name="connsiteY64" fmla="*/ 4836791 h 5143500"/>
              <a:gd name="connsiteX65" fmla="*/ 2348719 w 2743200"/>
              <a:gd name="connsiteY65" fmla="*/ 4812587 h 5143500"/>
              <a:gd name="connsiteX66" fmla="*/ 2314944 w 2743200"/>
              <a:gd name="connsiteY66" fmla="*/ 4802138 h 5143500"/>
              <a:gd name="connsiteX67" fmla="*/ 2100828 w 2743200"/>
              <a:gd name="connsiteY67" fmla="*/ 4802122 h 5143500"/>
              <a:gd name="connsiteX68" fmla="*/ 2093177 w 2743200"/>
              <a:gd name="connsiteY68" fmla="*/ 4802743 h 5143500"/>
              <a:gd name="connsiteX69" fmla="*/ 2086133 w 2743200"/>
              <a:gd name="connsiteY69" fmla="*/ 4804843 h 5143500"/>
              <a:gd name="connsiteX70" fmla="*/ 2065814 w 2743200"/>
              <a:gd name="connsiteY70" fmla="*/ 4823828 h 5143500"/>
              <a:gd name="connsiteX71" fmla="*/ 2061712 w 2743200"/>
              <a:gd name="connsiteY71" fmla="*/ 4852050 h 5143500"/>
              <a:gd name="connsiteX72" fmla="*/ 2078195 w 2743200"/>
              <a:gd name="connsiteY72" fmla="*/ 4878849 h 5143500"/>
              <a:gd name="connsiteX73" fmla="*/ 2106338 w 2743200"/>
              <a:gd name="connsiteY73" fmla="*/ 4885477 h 5143500"/>
              <a:gd name="connsiteX74" fmla="*/ 2130700 w 2743200"/>
              <a:gd name="connsiteY74" fmla="*/ 4870561 h 5143500"/>
              <a:gd name="connsiteX75" fmla="*/ 2133946 w 2743200"/>
              <a:gd name="connsiteY75" fmla="*/ 4865772 h 5143500"/>
              <a:gd name="connsiteX76" fmla="*/ 2118891 w 2743200"/>
              <a:gd name="connsiteY76" fmla="*/ 4858646 h 5143500"/>
              <a:gd name="connsiteX77" fmla="*/ 2093505 w 2743200"/>
              <a:gd name="connsiteY77" fmla="*/ 4867491 h 5143500"/>
              <a:gd name="connsiteX78" fmla="*/ 2078536 w 2743200"/>
              <a:gd name="connsiteY78" fmla="*/ 4850499 h 5143500"/>
              <a:gd name="connsiteX79" fmla="*/ 2138186 w 2743200"/>
              <a:gd name="connsiteY79" fmla="*/ 4850499 h 5143500"/>
              <a:gd name="connsiteX80" fmla="*/ 2138514 w 2743200"/>
              <a:gd name="connsiteY80" fmla="*/ 4848919 h 5143500"/>
              <a:gd name="connsiteX81" fmla="*/ 2138315 w 2743200"/>
              <a:gd name="connsiteY81" fmla="*/ 4837564 h 5143500"/>
              <a:gd name="connsiteX82" fmla="*/ 2123994 w 2743200"/>
              <a:gd name="connsiteY82" fmla="*/ 4811136 h 5143500"/>
              <a:gd name="connsiteX83" fmla="*/ 2100828 w 2743200"/>
              <a:gd name="connsiteY83" fmla="*/ 4802122 h 5143500"/>
              <a:gd name="connsiteX84" fmla="*/ 2247707 w 2743200"/>
              <a:gd name="connsiteY84" fmla="*/ 4802110 h 5143500"/>
              <a:gd name="connsiteX85" fmla="*/ 2231941 w 2743200"/>
              <a:gd name="connsiteY85" fmla="*/ 4804724 h 5143500"/>
              <a:gd name="connsiteX86" fmla="*/ 2219072 w 2743200"/>
              <a:gd name="connsiteY86" fmla="*/ 4816693 h 5143500"/>
              <a:gd name="connsiteX87" fmla="*/ 2216795 w 2743200"/>
              <a:gd name="connsiteY87" fmla="*/ 4828622 h 5143500"/>
              <a:gd name="connsiteX88" fmla="*/ 2225857 w 2743200"/>
              <a:gd name="connsiteY88" fmla="*/ 4845697 h 5143500"/>
              <a:gd name="connsiteX89" fmla="*/ 2238642 w 2743200"/>
              <a:gd name="connsiteY89" fmla="*/ 4851565 h 5143500"/>
              <a:gd name="connsiteX90" fmla="*/ 2249199 w 2743200"/>
              <a:gd name="connsiteY90" fmla="*/ 4854933 h 5143500"/>
              <a:gd name="connsiteX91" fmla="*/ 2255337 w 2743200"/>
              <a:gd name="connsiteY91" fmla="*/ 4857977 h 5143500"/>
              <a:gd name="connsiteX92" fmla="*/ 2253801 w 2743200"/>
              <a:gd name="connsiteY92" fmla="*/ 4869688 h 5143500"/>
              <a:gd name="connsiteX93" fmla="*/ 2246217 w 2743200"/>
              <a:gd name="connsiteY93" fmla="*/ 4870793 h 5143500"/>
              <a:gd name="connsiteX94" fmla="*/ 2230948 w 2743200"/>
              <a:gd name="connsiteY94" fmla="*/ 4866590 h 5143500"/>
              <a:gd name="connsiteX95" fmla="*/ 2221609 w 2743200"/>
              <a:gd name="connsiteY95" fmla="*/ 4861430 h 5143500"/>
              <a:gd name="connsiteX96" fmla="*/ 2220267 w 2743200"/>
              <a:gd name="connsiteY96" fmla="*/ 4863497 h 5143500"/>
              <a:gd name="connsiteX97" fmla="*/ 2213019 w 2743200"/>
              <a:gd name="connsiteY97" fmla="*/ 4874969 h 5143500"/>
              <a:gd name="connsiteX98" fmla="*/ 2222168 w 2743200"/>
              <a:gd name="connsiteY98" fmla="*/ 4880832 h 5143500"/>
              <a:gd name="connsiteX99" fmla="*/ 2249054 w 2743200"/>
              <a:gd name="connsiteY99" fmla="*/ 4886694 h 5143500"/>
              <a:gd name="connsiteX100" fmla="*/ 2260890 w 2743200"/>
              <a:gd name="connsiteY100" fmla="*/ 4884517 h 5143500"/>
              <a:gd name="connsiteX101" fmla="*/ 2270514 w 2743200"/>
              <a:gd name="connsiteY101" fmla="*/ 4878539 h 5143500"/>
              <a:gd name="connsiteX102" fmla="*/ 2276582 w 2743200"/>
              <a:gd name="connsiteY102" fmla="*/ 4856780 h 5143500"/>
              <a:gd name="connsiteX103" fmla="*/ 2268712 w 2743200"/>
              <a:gd name="connsiteY103" fmla="*/ 4844156 h 5143500"/>
              <a:gd name="connsiteX104" fmla="*/ 2256967 w 2743200"/>
              <a:gd name="connsiteY104" fmla="*/ 4838055 h 5143500"/>
              <a:gd name="connsiteX105" fmla="*/ 2244796 w 2743200"/>
              <a:gd name="connsiteY105" fmla="*/ 4833683 h 5143500"/>
              <a:gd name="connsiteX106" fmla="*/ 2237158 w 2743200"/>
              <a:gd name="connsiteY106" fmla="*/ 4829256 h 5143500"/>
              <a:gd name="connsiteX107" fmla="*/ 2236738 w 2743200"/>
              <a:gd name="connsiteY107" fmla="*/ 4821313 h 5143500"/>
              <a:gd name="connsiteX108" fmla="*/ 2241237 w 2743200"/>
              <a:gd name="connsiteY108" fmla="*/ 4818553 h 5143500"/>
              <a:gd name="connsiteX109" fmla="*/ 2250231 w 2743200"/>
              <a:gd name="connsiteY109" fmla="*/ 4818661 h 5143500"/>
              <a:gd name="connsiteX110" fmla="*/ 2265340 w 2743200"/>
              <a:gd name="connsiteY110" fmla="*/ 4824618 h 5143500"/>
              <a:gd name="connsiteX111" fmla="*/ 2266956 w 2743200"/>
              <a:gd name="connsiteY111" fmla="*/ 4825453 h 5143500"/>
              <a:gd name="connsiteX112" fmla="*/ 2274639 w 2743200"/>
              <a:gd name="connsiteY112" fmla="*/ 4811175 h 5143500"/>
              <a:gd name="connsiteX113" fmla="*/ 2274374 w 2743200"/>
              <a:gd name="connsiteY113" fmla="*/ 4810825 h 5143500"/>
              <a:gd name="connsiteX114" fmla="*/ 2273821 w 2743200"/>
              <a:gd name="connsiteY114" fmla="*/ 4810442 h 5143500"/>
              <a:gd name="connsiteX115" fmla="*/ 2247707 w 2743200"/>
              <a:gd name="connsiteY115" fmla="*/ 4802110 h 5143500"/>
              <a:gd name="connsiteX116" fmla="*/ 1961036 w 2743200"/>
              <a:gd name="connsiteY116" fmla="*/ 4782283 h 5143500"/>
              <a:gd name="connsiteX117" fmla="*/ 1961036 w 2743200"/>
              <a:gd name="connsiteY117" fmla="*/ 4835384 h 5143500"/>
              <a:gd name="connsiteX118" fmla="*/ 1961036 w 2743200"/>
              <a:gd name="connsiteY118" fmla="*/ 4885208 h 5143500"/>
              <a:gd name="connsiteX119" fmla="*/ 1980809 w 2743200"/>
              <a:gd name="connsiteY119" fmla="*/ 4885208 h 5143500"/>
              <a:gd name="connsiteX120" fmla="*/ 1980809 w 2743200"/>
              <a:gd name="connsiteY120" fmla="*/ 4870986 h 5143500"/>
              <a:gd name="connsiteX121" fmla="*/ 1980813 w 2743200"/>
              <a:gd name="connsiteY121" fmla="*/ 4857004 h 5143500"/>
              <a:gd name="connsiteX122" fmla="*/ 1980879 w 2743200"/>
              <a:gd name="connsiteY122" fmla="*/ 4842811 h 5143500"/>
              <a:gd name="connsiteX123" fmla="*/ 2017462 w 2743200"/>
              <a:gd name="connsiteY123" fmla="*/ 4842811 h 5143500"/>
              <a:gd name="connsiteX124" fmla="*/ 2017462 w 2743200"/>
              <a:gd name="connsiteY124" fmla="*/ 4825218 h 5143500"/>
              <a:gd name="connsiteX125" fmla="*/ 1980920 w 2743200"/>
              <a:gd name="connsiteY125" fmla="*/ 4825218 h 5143500"/>
              <a:gd name="connsiteX126" fmla="*/ 1980920 w 2743200"/>
              <a:gd name="connsiteY126" fmla="*/ 4800086 h 5143500"/>
              <a:gd name="connsiteX127" fmla="*/ 1981179 w 2743200"/>
              <a:gd name="connsiteY127" fmla="*/ 4799981 h 5143500"/>
              <a:gd name="connsiteX128" fmla="*/ 2026154 w 2743200"/>
              <a:gd name="connsiteY128" fmla="*/ 4799940 h 5143500"/>
              <a:gd name="connsiteX129" fmla="*/ 2026654 w 2743200"/>
              <a:gd name="connsiteY129" fmla="*/ 4799881 h 5143500"/>
              <a:gd name="connsiteX130" fmla="*/ 2026784 w 2743200"/>
              <a:gd name="connsiteY130" fmla="*/ 4799785 h 5143500"/>
              <a:gd name="connsiteX131" fmla="*/ 2026890 w 2743200"/>
              <a:gd name="connsiteY131" fmla="*/ 4799680 h 5143500"/>
              <a:gd name="connsiteX132" fmla="*/ 2026890 w 2743200"/>
              <a:gd name="connsiteY132" fmla="*/ 4782283 h 5143500"/>
              <a:gd name="connsiteX133" fmla="*/ 1961036 w 2743200"/>
              <a:gd name="connsiteY133" fmla="*/ 4782283 h 5143500"/>
              <a:gd name="connsiteX134" fmla="*/ 2034288 w 2743200"/>
              <a:gd name="connsiteY134" fmla="*/ 4782195 h 5143500"/>
              <a:gd name="connsiteX135" fmla="*/ 2033239 w 2743200"/>
              <a:gd name="connsiteY135" fmla="*/ 4782269 h 5143500"/>
              <a:gd name="connsiteX136" fmla="*/ 2033239 w 2743200"/>
              <a:gd name="connsiteY136" fmla="*/ 4885112 h 5143500"/>
              <a:gd name="connsiteX137" fmla="*/ 2052925 w 2743200"/>
              <a:gd name="connsiteY137" fmla="*/ 4885112 h 5143500"/>
              <a:gd name="connsiteX138" fmla="*/ 2052925 w 2743200"/>
              <a:gd name="connsiteY138" fmla="*/ 4883046 h 5143500"/>
              <a:gd name="connsiteX139" fmla="*/ 2052922 w 2743200"/>
              <a:gd name="connsiteY139" fmla="*/ 4784332 h 5143500"/>
              <a:gd name="connsiteX140" fmla="*/ 2052752 w 2743200"/>
              <a:gd name="connsiteY140" fmla="*/ 4782373 h 5143500"/>
              <a:gd name="connsiteX141" fmla="*/ 2051976 w 2743200"/>
              <a:gd name="connsiteY141" fmla="*/ 4782196 h 5143500"/>
              <a:gd name="connsiteX142" fmla="*/ 2034288 w 2743200"/>
              <a:gd name="connsiteY142" fmla="*/ 4782195 h 5143500"/>
              <a:gd name="connsiteX143" fmla="*/ 1885543 w 2743200"/>
              <a:gd name="connsiteY143" fmla="*/ 4719565 h 5143500"/>
              <a:gd name="connsiteX144" fmla="*/ 1902460 w 2743200"/>
              <a:gd name="connsiteY144" fmla="*/ 4727397 h 5143500"/>
              <a:gd name="connsiteX145" fmla="*/ 1912331 w 2743200"/>
              <a:gd name="connsiteY145" fmla="*/ 4747247 h 5143500"/>
              <a:gd name="connsiteX146" fmla="*/ 1905221 w 2743200"/>
              <a:gd name="connsiteY146" fmla="*/ 4770390 h 5143500"/>
              <a:gd name="connsiteX147" fmla="*/ 1888640 w 2743200"/>
              <a:gd name="connsiteY147" fmla="*/ 4780571 h 5143500"/>
              <a:gd name="connsiteX148" fmla="*/ 1881831 w 2743200"/>
              <a:gd name="connsiteY148" fmla="*/ 4781372 h 5143500"/>
              <a:gd name="connsiteX149" fmla="*/ 1853363 w 2743200"/>
              <a:gd name="connsiteY149" fmla="*/ 4781406 h 5143500"/>
              <a:gd name="connsiteX150" fmla="*/ 1852286 w 2743200"/>
              <a:gd name="connsiteY150" fmla="*/ 4781337 h 5143500"/>
              <a:gd name="connsiteX151" fmla="*/ 1852193 w 2743200"/>
              <a:gd name="connsiteY151" fmla="*/ 4779972 h 5143500"/>
              <a:gd name="connsiteX152" fmla="*/ 1852230 w 2743200"/>
              <a:gd name="connsiteY152" fmla="*/ 4748808 h 5143500"/>
              <a:gd name="connsiteX153" fmla="*/ 1853089 w 2743200"/>
              <a:gd name="connsiteY153" fmla="*/ 4742854 h 5143500"/>
              <a:gd name="connsiteX154" fmla="*/ 1859541 w 2743200"/>
              <a:gd name="connsiteY154" fmla="*/ 4730138 h 5143500"/>
              <a:gd name="connsiteX155" fmla="*/ 1885543 w 2743200"/>
              <a:gd name="connsiteY155" fmla="*/ 4719565 h 5143500"/>
              <a:gd name="connsiteX156" fmla="*/ 1877071 w 2743200"/>
              <a:gd name="connsiteY156" fmla="*/ 4700588 h 5143500"/>
              <a:gd name="connsiteX157" fmla="*/ 1874579 w 2743200"/>
              <a:gd name="connsiteY157" fmla="*/ 4701208 h 5143500"/>
              <a:gd name="connsiteX158" fmla="*/ 1849300 w 2743200"/>
              <a:gd name="connsiteY158" fmla="*/ 4713939 h 5143500"/>
              <a:gd name="connsiteX159" fmla="*/ 1839537 w 2743200"/>
              <a:gd name="connsiteY159" fmla="*/ 4726920 h 5143500"/>
              <a:gd name="connsiteX160" fmla="*/ 1834624 w 2743200"/>
              <a:gd name="connsiteY160" fmla="*/ 4741503 h 5143500"/>
              <a:gd name="connsiteX161" fmla="*/ 1833870 w 2743200"/>
              <a:gd name="connsiteY161" fmla="*/ 4751705 h 5143500"/>
              <a:gd name="connsiteX162" fmla="*/ 1833881 w 2743200"/>
              <a:gd name="connsiteY162" fmla="*/ 4779337 h 5143500"/>
              <a:gd name="connsiteX163" fmla="*/ 1833881 w 2743200"/>
              <a:gd name="connsiteY163" fmla="*/ 4781343 h 5143500"/>
              <a:gd name="connsiteX164" fmla="*/ 1805455 w 2743200"/>
              <a:gd name="connsiteY164" fmla="*/ 4781343 h 5143500"/>
              <a:gd name="connsiteX165" fmla="*/ 1805455 w 2743200"/>
              <a:gd name="connsiteY165" fmla="*/ 4800050 h 5143500"/>
              <a:gd name="connsiteX166" fmla="*/ 1833760 w 2743200"/>
              <a:gd name="connsiteY166" fmla="*/ 4800060 h 5143500"/>
              <a:gd name="connsiteX167" fmla="*/ 1833760 w 2743200"/>
              <a:gd name="connsiteY167" fmla="*/ 4824991 h 5143500"/>
              <a:gd name="connsiteX168" fmla="*/ 1831923 w 2743200"/>
              <a:gd name="connsiteY168" fmla="*/ 4824991 h 5143500"/>
              <a:gd name="connsiteX169" fmla="*/ 1803448 w 2743200"/>
              <a:gd name="connsiteY169" fmla="*/ 4824984 h 5143500"/>
              <a:gd name="connsiteX170" fmla="*/ 1787027 w 2743200"/>
              <a:gd name="connsiteY170" fmla="*/ 4827984 h 5143500"/>
              <a:gd name="connsiteX171" fmla="*/ 1771653 w 2743200"/>
              <a:gd name="connsiteY171" fmla="*/ 4837423 h 5143500"/>
              <a:gd name="connsiteX172" fmla="*/ 1755698 w 2743200"/>
              <a:gd name="connsiteY172" fmla="*/ 4867880 h 5143500"/>
              <a:gd name="connsiteX173" fmla="*/ 1755218 w 2743200"/>
              <a:gd name="connsiteY173" fmla="*/ 4868899 h 5143500"/>
              <a:gd name="connsiteX174" fmla="*/ 1755082 w 2743200"/>
              <a:gd name="connsiteY174" fmla="*/ 4880540 h 5143500"/>
              <a:gd name="connsiteX175" fmla="*/ 1755668 w 2743200"/>
              <a:gd name="connsiteY175" fmla="*/ 4881134 h 5143500"/>
              <a:gd name="connsiteX176" fmla="*/ 1760269 w 2743200"/>
              <a:gd name="connsiteY176" fmla="*/ 4896837 h 5143500"/>
              <a:gd name="connsiteX177" fmla="*/ 1767897 w 2743200"/>
              <a:gd name="connsiteY177" fmla="*/ 4908260 h 5143500"/>
              <a:gd name="connsiteX178" fmla="*/ 1783062 w 2743200"/>
              <a:gd name="connsiteY178" fmla="*/ 4919760 h 5143500"/>
              <a:gd name="connsiteX179" fmla="*/ 1797316 w 2743200"/>
              <a:gd name="connsiteY179" fmla="*/ 4924223 h 5143500"/>
              <a:gd name="connsiteX180" fmla="*/ 1809074 w 2743200"/>
              <a:gd name="connsiteY180" fmla="*/ 4924233 h 5143500"/>
              <a:gd name="connsiteX181" fmla="*/ 1813132 w 2743200"/>
              <a:gd name="connsiteY181" fmla="*/ 4923551 h 5143500"/>
              <a:gd name="connsiteX182" fmla="*/ 1839198 w 2743200"/>
              <a:gd name="connsiteY182" fmla="*/ 4908568 h 5143500"/>
              <a:gd name="connsiteX183" fmla="*/ 1849455 w 2743200"/>
              <a:gd name="connsiteY183" fmla="*/ 4891174 h 5143500"/>
              <a:gd name="connsiteX184" fmla="*/ 1852187 w 2743200"/>
              <a:gd name="connsiteY184" fmla="*/ 4874354 h 5143500"/>
              <a:gd name="connsiteX185" fmla="*/ 1852190 w 2743200"/>
              <a:gd name="connsiteY185" fmla="*/ 4845715 h 5143500"/>
              <a:gd name="connsiteX186" fmla="*/ 1852190 w 2743200"/>
              <a:gd name="connsiteY186" fmla="*/ 4843736 h 5143500"/>
              <a:gd name="connsiteX187" fmla="*/ 1880618 w 2743200"/>
              <a:gd name="connsiteY187" fmla="*/ 4843736 h 5143500"/>
              <a:gd name="connsiteX188" fmla="*/ 1880618 w 2743200"/>
              <a:gd name="connsiteY188" fmla="*/ 4824955 h 5143500"/>
              <a:gd name="connsiteX189" fmla="*/ 1852340 w 2743200"/>
              <a:gd name="connsiteY189" fmla="*/ 4824955 h 5143500"/>
              <a:gd name="connsiteX190" fmla="*/ 1852485 w 2743200"/>
              <a:gd name="connsiteY190" fmla="*/ 4800056 h 5143500"/>
              <a:gd name="connsiteX191" fmla="*/ 1854304 w 2743200"/>
              <a:gd name="connsiteY191" fmla="*/ 4800056 h 5143500"/>
              <a:gd name="connsiteX192" fmla="*/ 1883616 w 2743200"/>
              <a:gd name="connsiteY192" fmla="*/ 4800034 h 5143500"/>
              <a:gd name="connsiteX193" fmla="*/ 1889632 w 2743200"/>
              <a:gd name="connsiteY193" fmla="*/ 4799557 h 5143500"/>
              <a:gd name="connsiteX194" fmla="*/ 1918497 w 2743200"/>
              <a:gd name="connsiteY194" fmla="*/ 4783396 h 5143500"/>
              <a:gd name="connsiteX195" fmla="*/ 1930356 w 2743200"/>
              <a:gd name="connsiteY195" fmla="*/ 4744231 h 5143500"/>
              <a:gd name="connsiteX196" fmla="*/ 1914646 w 2743200"/>
              <a:gd name="connsiteY196" fmla="*/ 4713321 h 5143500"/>
              <a:gd name="connsiteX197" fmla="*/ 1889817 w 2743200"/>
              <a:gd name="connsiteY197" fmla="*/ 4701190 h 5143500"/>
              <a:gd name="connsiteX198" fmla="*/ 1887697 w 2743200"/>
              <a:gd name="connsiteY198" fmla="*/ 4700588 h 5143500"/>
              <a:gd name="connsiteX199" fmla="*/ 1877071 w 2743200"/>
              <a:gd name="connsiteY199" fmla="*/ 4700588 h 5143500"/>
              <a:gd name="connsiteX200" fmla="*/ 0 w 2743200"/>
              <a:gd name="connsiteY200" fmla="*/ 0 h 5143500"/>
              <a:gd name="connsiteX201" fmla="*/ 2743200 w 2743200"/>
              <a:gd name="connsiteY201" fmla="*/ 0 h 5143500"/>
              <a:gd name="connsiteX202" fmla="*/ 2743200 w 2743200"/>
              <a:gd name="connsiteY202" fmla="*/ 5143500 h 5143500"/>
              <a:gd name="connsiteX203" fmla="*/ 0 w 2743200"/>
              <a:gd name="connsiteY20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2743200" h="5143500">
                <a:moveTo>
                  <a:pt x="1831861" y="4843753"/>
                </a:moveTo>
                <a:cubicBezTo>
                  <a:pt x="1832469" y="4843753"/>
                  <a:pt x="1833077" y="4843753"/>
                  <a:pt x="1833881" y="4843753"/>
                </a:cubicBezTo>
                <a:cubicBezTo>
                  <a:pt x="1833881" y="4852563"/>
                  <a:pt x="1833881" y="4861244"/>
                  <a:pt x="1833881" y="4869925"/>
                </a:cubicBezTo>
                <a:cubicBezTo>
                  <a:pt x="1833867" y="4873673"/>
                  <a:pt x="1833978" y="4877083"/>
                  <a:pt x="1833327" y="4880470"/>
                </a:cubicBezTo>
                <a:cubicBezTo>
                  <a:pt x="1832300" y="4885813"/>
                  <a:pt x="1830103" y="4890591"/>
                  <a:pt x="1826612" y="4894751"/>
                </a:cubicBezTo>
                <a:cubicBezTo>
                  <a:pt x="1821539" y="4900794"/>
                  <a:pt x="1815107" y="4904460"/>
                  <a:pt x="1807249" y="4905435"/>
                </a:cubicBezTo>
                <a:cubicBezTo>
                  <a:pt x="1799058" y="4906451"/>
                  <a:pt x="1791700" y="4904264"/>
                  <a:pt x="1785291" y="4899142"/>
                </a:cubicBezTo>
                <a:cubicBezTo>
                  <a:pt x="1778897" y="4894032"/>
                  <a:pt x="1775037" y="4887349"/>
                  <a:pt x="1773913" y="4879213"/>
                </a:cubicBezTo>
                <a:cubicBezTo>
                  <a:pt x="1772581" y="4869566"/>
                  <a:pt x="1775124" y="4861018"/>
                  <a:pt x="1781642" y="4853747"/>
                </a:cubicBezTo>
                <a:cubicBezTo>
                  <a:pt x="1787524" y="4847185"/>
                  <a:pt x="1794922" y="4843823"/>
                  <a:pt x="1803742" y="4843767"/>
                </a:cubicBezTo>
                <a:cubicBezTo>
                  <a:pt x="1813115" y="4843707"/>
                  <a:pt x="1822488" y="4843753"/>
                  <a:pt x="1831861" y="4843753"/>
                </a:cubicBezTo>
                <a:close/>
                <a:moveTo>
                  <a:pt x="2090305" y="4822055"/>
                </a:moveTo>
                <a:cubicBezTo>
                  <a:pt x="2096775" y="4818599"/>
                  <a:pt x="2103331" y="4818638"/>
                  <a:pt x="2109746" y="4822073"/>
                </a:cubicBezTo>
                <a:cubicBezTo>
                  <a:pt x="2114517" y="4824628"/>
                  <a:pt x="2117709" y="4828712"/>
                  <a:pt x="2119767" y="4833690"/>
                </a:cubicBezTo>
                <a:cubicBezTo>
                  <a:pt x="2119869" y="4833937"/>
                  <a:pt x="2119934" y="4834199"/>
                  <a:pt x="2120053" y="4834569"/>
                </a:cubicBezTo>
                <a:cubicBezTo>
                  <a:pt x="2106660" y="4834569"/>
                  <a:pt x="2093392" y="4834569"/>
                  <a:pt x="2079930" y="4834569"/>
                </a:cubicBezTo>
                <a:cubicBezTo>
                  <a:pt x="2080302" y="4833726"/>
                  <a:pt x="2080633" y="4832975"/>
                  <a:pt x="2080965" y="4832224"/>
                </a:cubicBezTo>
                <a:cubicBezTo>
                  <a:pt x="2083175" y="4827775"/>
                  <a:pt x="2086100" y="4824302"/>
                  <a:pt x="2090305" y="4822055"/>
                </a:cubicBezTo>
                <a:close/>
                <a:moveTo>
                  <a:pt x="2316788" y="4820110"/>
                </a:moveTo>
                <a:cubicBezTo>
                  <a:pt x="2325437" y="4818543"/>
                  <a:pt x="2332812" y="4821239"/>
                  <a:pt x="2338602" y="4827673"/>
                </a:cubicBezTo>
                <a:cubicBezTo>
                  <a:pt x="2346923" y="4836918"/>
                  <a:pt x="2347042" y="4850479"/>
                  <a:pt x="2339176" y="4860034"/>
                </a:cubicBezTo>
                <a:cubicBezTo>
                  <a:pt x="2336256" y="4863582"/>
                  <a:pt x="2332585" y="4866078"/>
                  <a:pt x="2328232" y="4867563"/>
                </a:cubicBezTo>
                <a:cubicBezTo>
                  <a:pt x="2325756" y="4868242"/>
                  <a:pt x="2323521" y="4868707"/>
                  <a:pt x="2321201" y="4868695"/>
                </a:cubicBezTo>
                <a:cubicBezTo>
                  <a:pt x="2315550" y="4868667"/>
                  <a:pt x="2310518" y="4866881"/>
                  <a:pt x="2306187" y="4863280"/>
                </a:cubicBezTo>
                <a:cubicBezTo>
                  <a:pt x="2300942" y="4858920"/>
                  <a:pt x="2297964" y="4853285"/>
                  <a:pt x="2297319" y="4846493"/>
                </a:cubicBezTo>
                <a:cubicBezTo>
                  <a:pt x="2296095" y="4833607"/>
                  <a:pt x="2304913" y="4822263"/>
                  <a:pt x="2316788" y="4820110"/>
                </a:cubicBezTo>
                <a:close/>
                <a:moveTo>
                  <a:pt x="2157047" y="4803275"/>
                </a:moveTo>
                <a:cubicBezTo>
                  <a:pt x="2150591" y="4803355"/>
                  <a:pt x="2144134" y="4803311"/>
                  <a:pt x="2137678" y="4803315"/>
                </a:cubicBezTo>
                <a:cubicBezTo>
                  <a:pt x="2137196" y="4803316"/>
                  <a:pt x="2136714" y="4803357"/>
                  <a:pt x="2135922" y="4803393"/>
                </a:cubicBezTo>
                <a:cubicBezTo>
                  <a:pt x="2144936" y="4816922"/>
                  <a:pt x="2153807" y="4830236"/>
                  <a:pt x="2162682" y="4843556"/>
                </a:cubicBezTo>
                <a:cubicBezTo>
                  <a:pt x="2160760" y="4846442"/>
                  <a:pt x="2158930" y="4849195"/>
                  <a:pt x="2157096" y="4851945"/>
                </a:cubicBezTo>
                <a:cubicBezTo>
                  <a:pt x="2155260" y="4854698"/>
                  <a:pt x="2153421" y="4857449"/>
                  <a:pt x="2151580" y="4860198"/>
                </a:cubicBezTo>
                <a:cubicBezTo>
                  <a:pt x="2149707" y="4862994"/>
                  <a:pt x="2147826" y="4865784"/>
                  <a:pt x="2145956" y="4868581"/>
                </a:cubicBezTo>
                <a:cubicBezTo>
                  <a:pt x="2144116" y="4871332"/>
                  <a:pt x="2142261" y="4874073"/>
                  <a:pt x="2140457" y="4876847"/>
                </a:cubicBezTo>
                <a:cubicBezTo>
                  <a:pt x="2138684" y="4879575"/>
                  <a:pt x="2136637" y="4882135"/>
                  <a:pt x="2135025" y="4885114"/>
                </a:cubicBezTo>
                <a:cubicBezTo>
                  <a:pt x="2135451" y="4885163"/>
                  <a:pt x="2135614" y="4885199"/>
                  <a:pt x="2135777" y="4885199"/>
                </a:cubicBezTo>
                <a:cubicBezTo>
                  <a:pt x="2142402" y="4885203"/>
                  <a:pt x="2149027" y="4885176"/>
                  <a:pt x="2155652" y="4885234"/>
                </a:cubicBezTo>
                <a:cubicBezTo>
                  <a:pt x="2156620" y="4885243"/>
                  <a:pt x="2157032" y="4884809"/>
                  <a:pt x="2157474" y="4884102"/>
                </a:cubicBezTo>
                <a:cubicBezTo>
                  <a:pt x="2161876" y="4877072"/>
                  <a:pt x="2166297" y="4870054"/>
                  <a:pt x="2170718" y="4863037"/>
                </a:cubicBezTo>
                <a:cubicBezTo>
                  <a:pt x="2171748" y="4861401"/>
                  <a:pt x="2172798" y="4859778"/>
                  <a:pt x="2173967" y="4857950"/>
                </a:cubicBezTo>
                <a:cubicBezTo>
                  <a:pt x="2176743" y="4862342"/>
                  <a:pt x="2179369" y="4866497"/>
                  <a:pt x="2182054" y="4870759"/>
                </a:cubicBezTo>
                <a:cubicBezTo>
                  <a:pt x="2184891" y="4875276"/>
                  <a:pt x="2187697" y="4879669"/>
                  <a:pt x="2190425" y="4884110"/>
                </a:cubicBezTo>
                <a:cubicBezTo>
                  <a:pt x="2190936" y="4884942"/>
                  <a:pt x="2191472" y="4885231"/>
                  <a:pt x="2192429" y="4885225"/>
                </a:cubicBezTo>
                <a:cubicBezTo>
                  <a:pt x="2199110" y="4885186"/>
                  <a:pt x="2205791" y="4885206"/>
                  <a:pt x="2212472" y="4885200"/>
                </a:cubicBezTo>
                <a:cubicBezTo>
                  <a:pt x="2212834" y="4885200"/>
                  <a:pt x="2213195" y="4885136"/>
                  <a:pt x="2213767" y="4885083"/>
                </a:cubicBezTo>
                <a:cubicBezTo>
                  <a:pt x="2204308" y="4870934"/>
                  <a:pt x="2194975" y="4856976"/>
                  <a:pt x="2185683" y="4843077"/>
                </a:cubicBezTo>
                <a:cubicBezTo>
                  <a:pt x="2194629" y="4829774"/>
                  <a:pt x="2203537" y="4816682"/>
                  <a:pt x="2212411" y="4803452"/>
                </a:cubicBezTo>
                <a:cubicBezTo>
                  <a:pt x="2212048" y="4803371"/>
                  <a:pt x="2211941" y="4803326"/>
                  <a:pt x="2211833" y="4803326"/>
                </a:cubicBezTo>
                <a:cubicBezTo>
                  <a:pt x="2205039" y="4803319"/>
                  <a:pt x="2198246" y="4803336"/>
                  <a:pt x="2191453" y="4803289"/>
                </a:cubicBezTo>
                <a:cubicBezTo>
                  <a:pt x="2190547" y="4803283"/>
                  <a:pt x="2190166" y="4803746"/>
                  <a:pt x="2189764" y="4804389"/>
                </a:cubicBezTo>
                <a:cubicBezTo>
                  <a:pt x="2187982" y="4807240"/>
                  <a:pt x="2186181" y="4810080"/>
                  <a:pt x="2184387" y="4812924"/>
                </a:cubicBezTo>
                <a:cubicBezTo>
                  <a:pt x="2181098" y="4818137"/>
                  <a:pt x="2177810" y="4823351"/>
                  <a:pt x="2174460" y="4828662"/>
                </a:cubicBezTo>
                <a:cubicBezTo>
                  <a:pt x="2174114" y="4828175"/>
                  <a:pt x="2173806" y="4827784"/>
                  <a:pt x="2173544" y="4827364"/>
                </a:cubicBezTo>
                <a:cubicBezTo>
                  <a:pt x="2168829" y="4819803"/>
                  <a:pt x="2164113" y="4812243"/>
                  <a:pt x="2159420" y="4804669"/>
                </a:cubicBezTo>
                <a:cubicBezTo>
                  <a:pt x="2158853" y="4803752"/>
                  <a:pt x="2158262" y="4803259"/>
                  <a:pt x="2157047" y="4803275"/>
                </a:cubicBezTo>
                <a:close/>
                <a:moveTo>
                  <a:pt x="2314944" y="4802138"/>
                </a:moveTo>
                <a:cubicBezTo>
                  <a:pt x="2305020" y="4803537"/>
                  <a:pt x="2296621" y="4808188"/>
                  <a:pt x="2290219" y="4815850"/>
                </a:cubicBezTo>
                <a:cubicBezTo>
                  <a:pt x="2279100" y="4829160"/>
                  <a:pt x="2276709" y="4844220"/>
                  <a:pt x="2282823" y="4860377"/>
                </a:cubicBezTo>
                <a:cubicBezTo>
                  <a:pt x="2286639" y="4870464"/>
                  <a:pt x="2293679" y="4877910"/>
                  <a:pt x="2303460" y="4882640"/>
                </a:cubicBezTo>
                <a:cubicBezTo>
                  <a:pt x="2312503" y="4887013"/>
                  <a:pt x="2321900" y="4887840"/>
                  <a:pt x="2331577" y="4885287"/>
                </a:cubicBezTo>
                <a:cubicBezTo>
                  <a:pt x="2339660" y="4883154"/>
                  <a:pt x="2346433" y="4878843"/>
                  <a:pt x="2351895" y="4872522"/>
                </a:cubicBezTo>
                <a:cubicBezTo>
                  <a:pt x="2357573" y="4865951"/>
                  <a:pt x="2361093" y="4858403"/>
                  <a:pt x="2362017" y="4849709"/>
                </a:cubicBezTo>
                <a:cubicBezTo>
                  <a:pt x="2362036" y="4849530"/>
                  <a:pt x="2362224" y="4849369"/>
                  <a:pt x="2362333" y="4849042"/>
                </a:cubicBezTo>
                <a:cubicBezTo>
                  <a:pt x="2362333" y="4845731"/>
                  <a:pt x="2362333" y="4842579"/>
                  <a:pt x="2362207" y="4839363"/>
                </a:cubicBezTo>
                <a:cubicBezTo>
                  <a:pt x="2362012" y="4838463"/>
                  <a:pt x="2362014" y="4837613"/>
                  <a:pt x="2361863" y="4836791"/>
                </a:cubicBezTo>
                <a:cubicBezTo>
                  <a:pt x="2360108" y="4827300"/>
                  <a:pt x="2355884" y="4819133"/>
                  <a:pt x="2348719" y="4812587"/>
                </a:cubicBezTo>
                <a:cubicBezTo>
                  <a:pt x="2339109" y="4803806"/>
                  <a:pt x="2327773" y="4800330"/>
                  <a:pt x="2314944" y="4802138"/>
                </a:cubicBezTo>
                <a:close/>
                <a:moveTo>
                  <a:pt x="2100828" y="4802122"/>
                </a:moveTo>
                <a:cubicBezTo>
                  <a:pt x="2098335" y="4802037"/>
                  <a:pt x="2095824" y="4802510"/>
                  <a:pt x="2093177" y="4802743"/>
                </a:cubicBezTo>
                <a:cubicBezTo>
                  <a:pt x="2090728" y="4803441"/>
                  <a:pt x="2088342" y="4803929"/>
                  <a:pt x="2086133" y="4804843"/>
                </a:cubicBezTo>
                <a:cubicBezTo>
                  <a:pt x="2077005" y="4808618"/>
                  <a:pt x="2070292" y="4815088"/>
                  <a:pt x="2065814" y="4823828"/>
                </a:cubicBezTo>
                <a:cubicBezTo>
                  <a:pt x="2061246" y="4832741"/>
                  <a:pt x="2059928" y="4842208"/>
                  <a:pt x="2061712" y="4852050"/>
                </a:cubicBezTo>
                <a:cubicBezTo>
                  <a:pt x="2063714" y="4863103"/>
                  <a:pt x="2069092" y="4872175"/>
                  <a:pt x="2078195" y="4878849"/>
                </a:cubicBezTo>
                <a:cubicBezTo>
                  <a:pt x="2086606" y="4885016"/>
                  <a:pt x="2096080" y="4887226"/>
                  <a:pt x="2106338" y="4885477"/>
                </a:cubicBezTo>
                <a:cubicBezTo>
                  <a:pt x="2116391" y="4883762"/>
                  <a:pt x="2124425" y="4878530"/>
                  <a:pt x="2130700" y="4870561"/>
                </a:cubicBezTo>
                <a:cubicBezTo>
                  <a:pt x="2131855" y="4869094"/>
                  <a:pt x="2132806" y="4867466"/>
                  <a:pt x="2133946" y="4865772"/>
                </a:cubicBezTo>
                <a:cubicBezTo>
                  <a:pt x="2128770" y="4863322"/>
                  <a:pt x="2123827" y="4860982"/>
                  <a:pt x="2118891" y="4858646"/>
                </a:cubicBezTo>
                <a:cubicBezTo>
                  <a:pt x="2112190" y="4866885"/>
                  <a:pt x="2103910" y="4870747"/>
                  <a:pt x="2093505" y="4867491"/>
                </a:cubicBezTo>
                <a:cubicBezTo>
                  <a:pt x="2085344" y="4864938"/>
                  <a:pt x="2080883" y="4858686"/>
                  <a:pt x="2078536" y="4850499"/>
                </a:cubicBezTo>
                <a:cubicBezTo>
                  <a:pt x="2098541" y="4850499"/>
                  <a:pt x="2118344" y="4850499"/>
                  <a:pt x="2138186" y="4850499"/>
                </a:cubicBezTo>
                <a:cubicBezTo>
                  <a:pt x="2138313" y="4849895"/>
                  <a:pt x="2138445" y="4849412"/>
                  <a:pt x="2138514" y="4848919"/>
                </a:cubicBezTo>
                <a:cubicBezTo>
                  <a:pt x="2139048" y="4845124"/>
                  <a:pt x="2138877" y="4841347"/>
                  <a:pt x="2138315" y="4837564"/>
                </a:cubicBezTo>
                <a:cubicBezTo>
                  <a:pt x="2136749" y="4827008"/>
                  <a:pt x="2132098" y="4818123"/>
                  <a:pt x="2123994" y="4811136"/>
                </a:cubicBezTo>
                <a:cubicBezTo>
                  <a:pt x="2117349" y="4805408"/>
                  <a:pt x="2109571" y="4802422"/>
                  <a:pt x="2100828" y="4802122"/>
                </a:cubicBezTo>
                <a:close/>
                <a:moveTo>
                  <a:pt x="2247707" y="4802110"/>
                </a:moveTo>
                <a:cubicBezTo>
                  <a:pt x="2242288" y="4801771"/>
                  <a:pt x="2236983" y="4802574"/>
                  <a:pt x="2231941" y="4804724"/>
                </a:cubicBezTo>
                <a:cubicBezTo>
                  <a:pt x="2226215" y="4807167"/>
                  <a:pt x="2221743" y="4810968"/>
                  <a:pt x="2219072" y="4816693"/>
                </a:cubicBezTo>
                <a:cubicBezTo>
                  <a:pt x="2217307" y="4820475"/>
                  <a:pt x="2216724" y="4824473"/>
                  <a:pt x="2216795" y="4828622"/>
                </a:cubicBezTo>
                <a:cubicBezTo>
                  <a:pt x="2216919" y="4835872"/>
                  <a:pt x="2219892" y="4841572"/>
                  <a:pt x="2225857" y="4845697"/>
                </a:cubicBezTo>
                <a:cubicBezTo>
                  <a:pt x="2229772" y="4848405"/>
                  <a:pt x="2234149" y="4850119"/>
                  <a:pt x="2238642" y="4851565"/>
                </a:cubicBezTo>
                <a:cubicBezTo>
                  <a:pt x="2242159" y="4852696"/>
                  <a:pt x="2245732" y="4853667"/>
                  <a:pt x="2249199" y="4854933"/>
                </a:cubicBezTo>
                <a:cubicBezTo>
                  <a:pt x="2251336" y="4855713"/>
                  <a:pt x="2253506" y="4856657"/>
                  <a:pt x="2255337" y="4857977"/>
                </a:cubicBezTo>
                <a:cubicBezTo>
                  <a:pt x="2259896" y="4861266"/>
                  <a:pt x="2259004" y="4867549"/>
                  <a:pt x="2253801" y="4869688"/>
                </a:cubicBezTo>
                <a:cubicBezTo>
                  <a:pt x="2251373" y="4870687"/>
                  <a:pt x="2248811" y="4870943"/>
                  <a:pt x="2246217" y="4870793"/>
                </a:cubicBezTo>
                <a:cubicBezTo>
                  <a:pt x="2240833" y="4870483"/>
                  <a:pt x="2235740" y="4869008"/>
                  <a:pt x="2230948" y="4866590"/>
                </a:cubicBezTo>
                <a:cubicBezTo>
                  <a:pt x="2227809" y="4865007"/>
                  <a:pt x="2224785" y="4863195"/>
                  <a:pt x="2221609" y="4861430"/>
                </a:cubicBezTo>
                <a:cubicBezTo>
                  <a:pt x="2221235" y="4862010"/>
                  <a:pt x="2220787" y="4862705"/>
                  <a:pt x="2220267" y="4863497"/>
                </a:cubicBezTo>
                <a:cubicBezTo>
                  <a:pt x="2217812" y="4867371"/>
                  <a:pt x="2215430" y="4871147"/>
                  <a:pt x="2213019" y="4874969"/>
                </a:cubicBezTo>
                <a:cubicBezTo>
                  <a:pt x="2215904" y="4877354"/>
                  <a:pt x="2218958" y="4879237"/>
                  <a:pt x="2222168" y="4880832"/>
                </a:cubicBezTo>
                <a:cubicBezTo>
                  <a:pt x="2230628" y="4885036"/>
                  <a:pt x="2239537" y="4887189"/>
                  <a:pt x="2249054" y="4886694"/>
                </a:cubicBezTo>
                <a:cubicBezTo>
                  <a:pt x="2253115" y="4886483"/>
                  <a:pt x="2257059" y="4885850"/>
                  <a:pt x="2260890" y="4884517"/>
                </a:cubicBezTo>
                <a:cubicBezTo>
                  <a:pt x="2264543" y="4883245"/>
                  <a:pt x="2267861" y="4881351"/>
                  <a:pt x="2270514" y="4878539"/>
                </a:cubicBezTo>
                <a:cubicBezTo>
                  <a:pt x="2276324" y="4872380"/>
                  <a:pt x="2277534" y="4864789"/>
                  <a:pt x="2276582" y="4856780"/>
                </a:cubicBezTo>
                <a:cubicBezTo>
                  <a:pt x="2275950" y="4851468"/>
                  <a:pt x="2272976" y="4847352"/>
                  <a:pt x="2268712" y="4844156"/>
                </a:cubicBezTo>
                <a:cubicBezTo>
                  <a:pt x="2265130" y="4841471"/>
                  <a:pt x="2261123" y="4839610"/>
                  <a:pt x="2256967" y="4838055"/>
                </a:cubicBezTo>
                <a:cubicBezTo>
                  <a:pt x="2252930" y="4836545"/>
                  <a:pt x="2248836" y="4835187"/>
                  <a:pt x="2244796" y="4833683"/>
                </a:cubicBezTo>
                <a:cubicBezTo>
                  <a:pt x="2242010" y="4832646"/>
                  <a:pt x="2239265" y="4831491"/>
                  <a:pt x="2237158" y="4829256"/>
                </a:cubicBezTo>
                <a:cubicBezTo>
                  <a:pt x="2234937" y="4826899"/>
                  <a:pt x="2234794" y="4823938"/>
                  <a:pt x="2236738" y="4821313"/>
                </a:cubicBezTo>
                <a:cubicBezTo>
                  <a:pt x="2237851" y="4819810"/>
                  <a:pt x="2239456" y="4818994"/>
                  <a:pt x="2241237" y="4818553"/>
                </a:cubicBezTo>
                <a:cubicBezTo>
                  <a:pt x="2244238" y="4817809"/>
                  <a:pt x="2247245" y="4818031"/>
                  <a:pt x="2250231" y="4818661"/>
                </a:cubicBezTo>
                <a:cubicBezTo>
                  <a:pt x="2255601" y="4819793"/>
                  <a:pt x="2260530" y="4822058"/>
                  <a:pt x="2265340" y="4824618"/>
                </a:cubicBezTo>
                <a:cubicBezTo>
                  <a:pt x="2265859" y="4824894"/>
                  <a:pt x="2266384" y="4825158"/>
                  <a:pt x="2266956" y="4825453"/>
                </a:cubicBezTo>
                <a:cubicBezTo>
                  <a:pt x="2269579" y="4820578"/>
                  <a:pt x="2272120" y="4815856"/>
                  <a:pt x="2274639" y="4811175"/>
                </a:cubicBezTo>
                <a:cubicBezTo>
                  <a:pt x="2274506" y="4810996"/>
                  <a:pt x="2274456" y="4810890"/>
                  <a:pt x="2274374" y="4810825"/>
                </a:cubicBezTo>
                <a:cubicBezTo>
                  <a:pt x="2274199" y="4810685"/>
                  <a:pt x="2274011" y="4810561"/>
                  <a:pt x="2273821" y="4810442"/>
                </a:cubicBezTo>
                <a:cubicBezTo>
                  <a:pt x="2265829" y="4805432"/>
                  <a:pt x="2257086" y="4802695"/>
                  <a:pt x="2247707" y="4802110"/>
                </a:cubicBezTo>
                <a:close/>
                <a:moveTo>
                  <a:pt x="1961036" y="4782283"/>
                </a:moveTo>
                <a:cubicBezTo>
                  <a:pt x="1961036" y="4799985"/>
                  <a:pt x="1961036" y="4817600"/>
                  <a:pt x="1961036" y="4835384"/>
                </a:cubicBezTo>
                <a:cubicBezTo>
                  <a:pt x="1961036" y="4852097"/>
                  <a:pt x="1961036" y="4868643"/>
                  <a:pt x="1961036" y="4885208"/>
                </a:cubicBezTo>
                <a:cubicBezTo>
                  <a:pt x="1967717" y="4885208"/>
                  <a:pt x="1974197" y="4885208"/>
                  <a:pt x="1980809" y="4885208"/>
                </a:cubicBezTo>
                <a:cubicBezTo>
                  <a:pt x="1980809" y="4880397"/>
                  <a:pt x="1980809" y="4875691"/>
                  <a:pt x="1980809" y="4870986"/>
                </a:cubicBezTo>
                <a:cubicBezTo>
                  <a:pt x="1980809" y="4866325"/>
                  <a:pt x="1980794" y="4861665"/>
                  <a:pt x="1980813" y="4857004"/>
                </a:cubicBezTo>
                <a:cubicBezTo>
                  <a:pt x="1980831" y="4852318"/>
                  <a:pt x="1980731" y="4847629"/>
                  <a:pt x="1980879" y="4842811"/>
                </a:cubicBezTo>
                <a:cubicBezTo>
                  <a:pt x="1993176" y="4842811"/>
                  <a:pt x="2005280" y="4842811"/>
                  <a:pt x="2017462" y="4842811"/>
                </a:cubicBezTo>
                <a:cubicBezTo>
                  <a:pt x="2017462" y="4836919"/>
                  <a:pt x="2017462" y="4831164"/>
                  <a:pt x="2017462" y="4825218"/>
                </a:cubicBezTo>
                <a:cubicBezTo>
                  <a:pt x="2005245" y="4825218"/>
                  <a:pt x="1993097" y="4825218"/>
                  <a:pt x="1980920" y="4825218"/>
                </a:cubicBezTo>
                <a:cubicBezTo>
                  <a:pt x="1980920" y="4816698"/>
                  <a:pt x="1980920" y="4808369"/>
                  <a:pt x="1980920" y="4800086"/>
                </a:cubicBezTo>
                <a:cubicBezTo>
                  <a:pt x="1981081" y="4800019"/>
                  <a:pt x="1981130" y="4799981"/>
                  <a:pt x="1981179" y="4799981"/>
                </a:cubicBezTo>
                <a:cubicBezTo>
                  <a:pt x="1996171" y="4799966"/>
                  <a:pt x="2011162" y="4799955"/>
                  <a:pt x="2026154" y="4799940"/>
                </a:cubicBezTo>
                <a:cubicBezTo>
                  <a:pt x="2026321" y="4799940"/>
                  <a:pt x="2026489" y="4799910"/>
                  <a:pt x="2026654" y="4799881"/>
                </a:cubicBezTo>
                <a:cubicBezTo>
                  <a:pt x="2026701" y="4799872"/>
                  <a:pt x="2026743" y="4799821"/>
                  <a:pt x="2026784" y="4799785"/>
                </a:cubicBezTo>
                <a:cubicBezTo>
                  <a:pt x="2026826" y="4799748"/>
                  <a:pt x="2026864" y="4799706"/>
                  <a:pt x="2026890" y="4799680"/>
                </a:cubicBezTo>
                <a:cubicBezTo>
                  <a:pt x="2026890" y="4793901"/>
                  <a:pt x="2026890" y="4788136"/>
                  <a:pt x="2026890" y="4782283"/>
                </a:cubicBezTo>
                <a:cubicBezTo>
                  <a:pt x="2004939" y="4782283"/>
                  <a:pt x="1983075" y="4782283"/>
                  <a:pt x="1961036" y="4782283"/>
                </a:cubicBezTo>
                <a:close/>
                <a:moveTo>
                  <a:pt x="2034288" y="4782195"/>
                </a:moveTo>
                <a:cubicBezTo>
                  <a:pt x="2033965" y="4782196"/>
                  <a:pt x="2033642" y="4782240"/>
                  <a:pt x="2033239" y="4782269"/>
                </a:cubicBezTo>
                <a:cubicBezTo>
                  <a:pt x="2033239" y="4816587"/>
                  <a:pt x="2033239" y="4850805"/>
                  <a:pt x="2033239" y="4885112"/>
                </a:cubicBezTo>
                <a:cubicBezTo>
                  <a:pt x="2039801" y="4885112"/>
                  <a:pt x="2046279" y="4885112"/>
                  <a:pt x="2052925" y="4885112"/>
                </a:cubicBezTo>
                <a:cubicBezTo>
                  <a:pt x="2052925" y="4884366"/>
                  <a:pt x="2052925" y="4883706"/>
                  <a:pt x="2052925" y="4883046"/>
                </a:cubicBezTo>
                <a:cubicBezTo>
                  <a:pt x="2052925" y="4850141"/>
                  <a:pt x="2052925" y="4817237"/>
                  <a:pt x="2052922" y="4784332"/>
                </a:cubicBezTo>
                <a:cubicBezTo>
                  <a:pt x="2052922" y="4783717"/>
                  <a:pt x="2052882" y="4783101"/>
                  <a:pt x="2052752" y="4782373"/>
                </a:cubicBezTo>
                <a:cubicBezTo>
                  <a:pt x="2052421" y="4782238"/>
                  <a:pt x="2052199" y="4782196"/>
                  <a:pt x="2051976" y="4782196"/>
                </a:cubicBezTo>
                <a:cubicBezTo>
                  <a:pt x="2046080" y="4782192"/>
                  <a:pt x="2040184" y="4782191"/>
                  <a:pt x="2034288" y="4782195"/>
                </a:cubicBezTo>
                <a:close/>
                <a:moveTo>
                  <a:pt x="1885543" y="4719565"/>
                </a:moveTo>
                <a:cubicBezTo>
                  <a:pt x="1892022" y="4720198"/>
                  <a:pt x="1897666" y="4722922"/>
                  <a:pt x="1902460" y="4727397"/>
                </a:cubicBezTo>
                <a:cubicBezTo>
                  <a:pt x="1908240" y="4732793"/>
                  <a:pt x="1911567" y="4739456"/>
                  <a:pt x="1912331" y="4747247"/>
                </a:cubicBezTo>
                <a:cubicBezTo>
                  <a:pt x="1913177" y="4755874"/>
                  <a:pt x="1910769" y="4763673"/>
                  <a:pt x="1905221" y="4770390"/>
                </a:cubicBezTo>
                <a:cubicBezTo>
                  <a:pt x="1900869" y="4775658"/>
                  <a:pt x="1895338" y="4779130"/>
                  <a:pt x="1888640" y="4780571"/>
                </a:cubicBezTo>
                <a:cubicBezTo>
                  <a:pt x="1886413" y="4781050"/>
                  <a:pt x="1884105" y="4781351"/>
                  <a:pt x="1881831" y="4781372"/>
                </a:cubicBezTo>
                <a:cubicBezTo>
                  <a:pt x="1872342" y="4781459"/>
                  <a:pt x="1862852" y="4781409"/>
                  <a:pt x="1853363" y="4781406"/>
                </a:cubicBezTo>
                <a:cubicBezTo>
                  <a:pt x="1853037" y="4781406"/>
                  <a:pt x="1852711" y="4781365"/>
                  <a:pt x="1852286" y="4781337"/>
                </a:cubicBezTo>
                <a:cubicBezTo>
                  <a:pt x="1852251" y="4780836"/>
                  <a:pt x="1852193" y="4780404"/>
                  <a:pt x="1852193" y="4779972"/>
                </a:cubicBezTo>
                <a:cubicBezTo>
                  <a:pt x="1852188" y="4769584"/>
                  <a:pt x="1852143" y="4759196"/>
                  <a:pt x="1852230" y="4748808"/>
                </a:cubicBezTo>
                <a:cubicBezTo>
                  <a:pt x="1852247" y="4746821"/>
                  <a:pt x="1852789" y="4744838"/>
                  <a:pt x="1853089" y="4742854"/>
                </a:cubicBezTo>
                <a:cubicBezTo>
                  <a:pt x="1854342" y="4737956"/>
                  <a:pt x="1856401" y="4733751"/>
                  <a:pt x="1859541" y="4730138"/>
                </a:cubicBezTo>
                <a:cubicBezTo>
                  <a:pt x="1866412" y="4722232"/>
                  <a:pt x="1875096" y="4718545"/>
                  <a:pt x="1885543" y="4719565"/>
                </a:cubicBezTo>
                <a:close/>
                <a:moveTo>
                  <a:pt x="1877071" y="4700588"/>
                </a:moveTo>
                <a:cubicBezTo>
                  <a:pt x="1876241" y="4700797"/>
                  <a:pt x="1875420" y="4701063"/>
                  <a:pt x="1874579" y="4701208"/>
                </a:cubicBezTo>
                <a:cubicBezTo>
                  <a:pt x="1864858" y="4702885"/>
                  <a:pt x="1856441" y="4707119"/>
                  <a:pt x="1849300" y="4713939"/>
                </a:cubicBezTo>
                <a:cubicBezTo>
                  <a:pt x="1845325" y="4717736"/>
                  <a:pt x="1842073" y="4722065"/>
                  <a:pt x="1839537" y="4726920"/>
                </a:cubicBezTo>
                <a:cubicBezTo>
                  <a:pt x="1837138" y="4731513"/>
                  <a:pt x="1835495" y="4736380"/>
                  <a:pt x="1834624" y="4741503"/>
                </a:cubicBezTo>
                <a:cubicBezTo>
                  <a:pt x="1834049" y="4744883"/>
                  <a:pt x="1833857" y="4748280"/>
                  <a:pt x="1833870" y="4751705"/>
                </a:cubicBezTo>
                <a:cubicBezTo>
                  <a:pt x="1833903" y="4760915"/>
                  <a:pt x="1833881" y="4770126"/>
                  <a:pt x="1833881" y="4779337"/>
                </a:cubicBezTo>
                <a:cubicBezTo>
                  <a:pt x="1833881" y="4779947"/>
                  <a:pt x="1833881" y="4780557"/>
                  <a:pt x="1833881" y="4781343"/>
                </a:cubicBezTo>
                <a:cubicBezTo>
                  <a:pt x="1824369" y="4781343"/>
                  <a:pt x="1814964" y="4781343"/>
                  <a:pt x="1805455" y="4781343"/>
                </a:cubicBezTo>
                <a:cubicBezTo>
                  <a:pt x="1805455" y="4787611"/>
                  <a:pt x="1805455" y="4793704"/>
                  <a:pt x="1805455" y="4800050"/>
                </a:cubicBezTo>
                <a:cubicBezTo>
                  <a:pt x="1814841" y="4800065"/>
                  <a:pt x="1824241" y="4800048"/>
                  <a:pt x="1833760" y="4800060"/>
                </a:cubicBezTo>
                <a:cubicBezTo>
                  <a:pt x="1833760" y="4808380"/>
                  <a:pt x="1833760" y="4816596"/>
                  <a:pt x="1833760" y="4824991"/>
                </a:cubicBezTo>
                <a:cubicBezTo>
                  <a:pt x="1833124" y="4824991"/>
                  <a:pt x="1832524" y="4824991"/>
                  <a:pt x="1831923" y="4824991"/>
                </a:cubicBezTo>
                <a:cubicBezTo>
                  <a:pt x="1822431" y="4824991"/>
                  <a:pt x="1812940" y="4825011"/>
                  <a:pt x="1803448" y="4824984"/>
                </a:cubicBezTo>
                <a:cubicBezTo>
                  <a:pt x="1797782" y="4824968"/>
                  <a:pt x="1792316" y="4826004"/>
                  <a:pt x="1787027" y="4827984"/>
                </a:cubicBezTo>
                <a:cubicBezTo>
                  <a:pt x="1781294" y="4830129"/>
                  <a:pt x="1776176" y="4833283"/>
                  <a:pt x="1771653" y="4837423"/>
                </a:cubicBezTo>
                <a:cubicBezTo>
                  <a:pt x="1762658" y="4845656"/>
                  <a:pt x="1757397" y="4855829"/>
                  <a:pt x="1755698" y="4867880"/>
                </a:cubicBezTo>
                <a:cubicBezTo>
                  <a:pt x="1755657" y="4868176"/>
                  <a:pt x="1755472" y="4868451"/>
                  <a:pt x="1755218" y="4868899"/>
                </a:cubicBezTo>
                <a:cubicBezTo>
                  <a:pt x="1755082" y="4872887"/>
                  <a:pt x="1755082" y="4876714"/>
                  <a:pt x="1755082" y="4880540"/>
                </a:cubicBezTo>
                <a:cubicBezTo>
                  <a:pt x="1755285" y="4880737"/>
                  <a:pt x="1755646" y="4880918"/>
                  <a:pt x="1755668" y="4881134"/>
                </a:cubicBezTo>
                <a:cubicBezTo>
                  <a:pt x="1756244" y="4886651"/>
                  <a:pt x="1757889" y="4891861"/>
                  <a:pt x="1760269" y="4896837"/>
                </a:cubicBezTo>
                <a:cubicBezTo>
                  <a:pt x="1762260" y="4900999"/>
                  <a:pt x="1764824" y="4904812"/>
                  <a:pt x="1767897" y="4908260"/>
                </a:cubicBezTo>
                <a:cubicBezTo>
                  <a:pt x="1772196" y="4913083"/>
                  <a:pt x="1777261" y="4916911"/>
                  <a:pt x="1783062" y="4919760"/>
                </a:cubicBezTo>
                <a:cubicBezTo>
                  <a:pt x="1787517" y="4921947"/>
                  <a:pt x="1792246" y="4923240"/>
                  <a:pt x="1797316" y="4924223"/>
                </a:cubicBezTo>
                <a:cubicBezTo>
                  <a:pt x="1801347" y="4924348"/>
                  <a:pt x="1805173" y="4924348"/>
                  <a:pt x="1809074" y="4924233"/>
                </a:cubicBezTo>
                <a:cubicBezTo>
                  <a:pt x="1810477" y="4923933"/>
                  <a:pt x="1811823" y="4923831"/>
                  <a:pt x="1813132" y="4923551"/>
                </a:cubicBezTo>
                <a:cubicBezTo>
                  <a:pt x="1823419" y="4921346"/>
                  <a:pt x="1832114" y="4916374"/>
                  <a:pt x="1839198" y="4908568"/>
                </a:cubicBezTo>
                <a:cubicBezTo>
                  <a:pt x="1843824" y="4903470"/>
                  <a:pt x="1847219" y="4897664"/>
                  <a:pt x="1849455" y="4891174"/>
                </a:cubicBezTo>
                <a:cubicBezTo>
                  <a:pt x="1851332" y="4885728"/>
                  <a:pt x="1852180" y="4880105"/>
                  <a:pt x="1852187" y="4874354"/>
                </a:cubicBezTo>
                <a:cubicBezTo>
                  <a:pt x="1852198" y="4864807"/>
                  <a:pt x="1852190" y="4855261"/>
                  <a:pt x="1852190" y="4845715"/>
                </a:cubicBezTo>
                <a:cubicBezTo>
                  <a:pt x="1852190" y="4845113"/>
                  <a:pt x="1852190" y="4844512"/>
                  <a:pt x="1852190" y="4843736"/>
                </a:cubicBezTo>
                <a:cubicBezTo>
                  <a:pt x="1861765" y="4843736"/>
                  <a:pt x="1871166" y="4843736"/>
                  <a:pt x="1880618" y="4843736"/>
                </a:cubicBezTo>
                <a:cubicBezTo>
                  <a:pt x="1880618" y="4837417"/>
                  <a:pt x="1880618" y="4831276"/>
                  <a:pt x="1880618" y="4824955"/>
                </a:cubicBezTo>
                <a:cubicBezTo>
                  <a:pt x="1871116" y="4824955"/>
                  <a:pt x="1861717" y="4824955"/>
                  <a:pt x="1852340" y="4824955"/>
                </a:cubicBezTo>
                <a:cubicBezTo>
                  <a:pt x="1852000" y="4821953"/>
                  <a:pt x="1852119" y="4801312"/>
                  <a:pt x="1852485" y="4800056"/>
                </a:cubicBezTo>
                <a:cubicBezTo>
                  <a:pt x="1853076" y="4800056"/>
                  <a:pt x="1853690" y="4800056"/>
                  <a:pt x="1854304" y="4800056"/>
                </a:cubicBezTo>
                <a:cubicBezTo>
                  <a:pt x="1864075" y="4800056"/>
                  <a:pt x="1873846" y="4800082"/>
                  <a:pt x="1883616" y="4800034"/>
                </a:cubicBezTo>
                <a:cubicBezTo>
                  <a:pt x="1885624" y="4800025"/>
                  <a:pt x="1887655" y="4799892"/>
                  <a:pt x="1889632" y="4799557"/>
                </a:cubicBezTo>
                <a:cubicBezTo>
                  <a:pt x="1901162" y="4797601"/>
                  <a:pt x="1910873" y="4792289"/>
                  <a:pt x="1918497" y="4783396"/>
                </a:cubicBezTo>
                <a:cubicBezTo>
                  <a:pt x="1928177" y="4772104"/>
                  <a:pt x="1932017" y="4758958"/>
                  <a:pt x="1930356" y="4744231"/>
                </a:cubicBezTo>
                <a:cubicBezTo>
                  <a:pt x="1928976" y="4732000"/>
                  <a:pt x="1923661" y="4721697"/>
                  <a:pt x="1914646" y="4713321"/>
                </a:cubicBezTo>
                <a:cubicBezTo>
                  <a:pt x="1907601" y="4706775"/>
                  <a:pt x="1899331" y="4702708"/>
                  <a:pt x="1889817" y="4701190"/>
                </a:cubicBezTo>
                <a:cubicBezTo>
                  <a:pt x="1889148" y="4701084"/>
                  <a:pt x="1888508" y="4700793"/>
                  <a:pt x="1887697" y="4700588"/>
                </a:cubicBezTo>
                <a:cubicBezTo>
                  <a:pt x="1884050" y="4700588"/>
                  <a:pt x="1880560" y="4700588"/>
                  <a:pt x="1877071" y="4700588"/>
                </a:cubicBezTo>
                <a:close/>
                <a:moveTo>
                  <a:pt x="0" y="0"/>
                </a:moveTo>
                <a:lnTo>
                  <a:pt x="2743200" y="0"/>
                </a:lnTo>
                <a:lnTo>
                  <a:pt x="27432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53E60-B6ED-91F4-7EAE-3409D87F69B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6237" y="1209628"/>
            <a:ext cx="5644975" cy="33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F6B856-CF8F-5684-4D50-490DAD5EB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74638"/>
            <a:ext cx="5642765" cy="460375"/>
          </a:xfrm>
        </p:spPr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612C0624-A7A1-A899-726A-BE9502BBED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5642765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9741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70 - Image 30_G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3AD0A-3616-5904-F20E-281E6DEBF0E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00800" y="0"/>
            <a:ext cx="2743200" cy="5143500"/>
          </a:xfrm>
          <a:custGeom>
            <a:avLst/>
            <a:gdLst>
              <a:gd name="connsiteX0" fmla="*/ 1831861 w 2743200"/>
              <a:gd name="connsiteY0" fmla="*/ 4843753 h 5143500"/>
              <a:gd name="connsiteX1" fmla="*/ 1833881 w 2743200"/>
              <a:gd name="connsiteY1" fmla="*/ 4843753 h 5143500"/>
              <a:gd name="connsiteX2" fmla="*/ 1833881 w 2743200"/>
              <a:gd name="connsiteY2" fmla="*/ 4869925 h 5143500"/>
              <a:gd name="connsiteX3" fmla="*/ 1833327 w 2743200"/>
              <a:gd name="connsiteY3" fmla="*/ 4880470 h 5143500"/>
              <a:gd name="connsiteX4" fmla="*/ 1826612 w 2743200"/>
              <a:gd name="connsiteY4" fmla="*/ 4894751 h 5143500"/>
              <a:gd name="connsiteX5" fmla="*/ 1807249 w 2743200"/>
              <a:gd name="connsiteY5" fmla="*/ 4905435 h 5143500"/>
              <a:gd name="connsiteX6" fmla="*/ 1785291 w 2743200"/>
              <a:gd name="connsiteY6" fmla="*/ 4899142 h 5143500"/>
              <a:gd name="connsiteX7" fmla="*/ 1773913 w 2743200"/>
              <a:gd name="connsiteY7" fmla="*/ 4879213 h 5143500"/>
              <a:gd name="connsiteX8" fmla="*/ 1781642 w 2743200"/>
              <a:gd name="connsiteY8" fmla="*/ 4853747 h 5143500"/>
              <a:gd name="connsiteX9" fmla="*/ 1803742 w 2743200"/>
              <a:gd name="connsiteY9" fmla="*/ 4843767 h 5143500"/>
              <a:gd name="connsiteX10" fmla="*/ 1831861 w 2743200"/>
              <a:gd name="connsiteY10" fmla="*/ 4843753 h 5143500"/>
              <a:gd name="connsiteX11" fmla="*/ 2090305 w 2743200"/>
              <a:gd name="connsiteY11" fmla="*/ 4822055 h 5143500"/>
              <a:gd name="connsiteX12" fmla="*/ 2109746 w 2743200"/>
              <a:gd name="connsiteY12" fmla="*/ 4822073 h 5143500"/>
              <a:gd name="connsiteX13" fmla="*/ 2119767 w 2743200"/>
              <a:gd name="connsiteY13" fmla="*/ 4833690 h 5143500"/>
              <a:gd name="connsiteX14" fmla="*/ 2120053 w 2743200"/>
              <a:gd name="connsiteY14" fmla="*/ 4834569 h 5143500"/>
              <a:gd name="connsiteX15" fmla="*/ 2079930 w 2743200"/>
              <a:gd name="connsiteY15" fmla="*/ 4834569 h 5143500"/>
              <a:gd name="connsiteX16" fmla="*/ 2080965 w 2743200"/>
              <a:gd name="connsiteY16" fmla="*/ 4832224 h 5143500"/>
              <a:gd name="connsiteX17" fmla="*/ 2090305 w 2743200"/>
              <a:gd name="connsiteY17" fmla="*/ 4822055 h 5143500"/>
              <a:gd name="connsiteX18" fmla="*/ 2316788 w 2743200"/>
              <a:gd name="connsiteY18" fmla="*/ 4820110 h 5143500"/>
              <a:gd name="connsiteX19" fmla="*/ 2338602 w 2743200"/>
              <a:gd name="connsiteY19" fmla="*/ 4827673 h 5143500"/>
              <a:gd name="connsiteX20" fmla="*/ 2339176 w 2743200"/>
              <a:gd name="connsiteY20" fmla="*/ 4860034 h 5143500"/>
              <a:gd name="connsiteX21" fmla="*/ 2328232 w 2743200"/>
              <a:gd name="connsiteY21" fmla="*/ 4867563 h 5143500"/>
              <a:gd name="connsiteX22" fmla="*/ 2321201 w 2743200"/>
              <a:gd name="connsiteY22" fmla="*/ 4868695 h 5143500"/>
              <a:gd name="connsiteX23" fmla="*/ 2306187 w 2743200"/>
              <a:gd name="connsiteY23" fmla="*/ 4863280 h 5143500"/>
              <a:gd name="connsiteX24" fmla="*/ 2297319 w 2743200"/>
              <a:gd name="connsiteY24" fmla="*/ 4846493 h 5143500"/>
              <a:gd name="connsiteX25" fmla="*/ 2316788 w 2743200"/>
              <a:gd name="connsiteY25" fmla="*/ 4820110 h 5143500"/>
              <a:gd name="connsiteX26" fmla="*/ 2157047 w 2743200"/>
              <a:gd name="connsiteY26" fmla="*/ 4803275 h 5143500"/>
              <a:gd name="connsiteX27" fmla="*/ 2137678 w 2743200"/>
              <a:gd name="connsiteY27" fmla="*/ 4803315 h 5143500"/>
              <a:gd name="connsiteX28" fmla="*/ 2135922 w 2743200"/>
              <a:gd name="connsiteY28" fmla="*/ 4803393 h 5143500"/>
              <a:gd name="connsiteX29" fmla="*/ 2162682 w 2743200"/>
              <a:gd name="connsiteY29" fmla="*/ 4843556 h 5143500"/>
              <a:gd name="connsiteX30" fmla="*/ 2157096 w 2743200"/>
              <a:gd name="connsiteY30" fmla="*/ 4851945 h 5143500"/>
              <a:gd name="connsiteX31" fmla="*/ 2151580 w 2743200"/>
              <a:gd name="connsiteY31" fmla="*/ 4860198 h 5143500"/>
              <a:gd name="connsiteX32" fmla="*/ 2145956 w 2743200"/>
              <a:gd name="connsiteY32" fmla="*/ 4868581 h 5143500"/>
              <a:gd name="connsiteX33" fmla="*/ 2140457 w 2743200"/>
              <a:gd name="connsiteY33" fmla="*/ 4876847 h 5143500"/>
              <a:gd name="connsiteX34" fmla="*/ 2135025 w 2743200"/>
              <a:gd name="connsiteY34" fmla="*/ 4885114 h 5143500"/>
              <a:gd name="connsiteX35" fmla="*/ 2135777 w 2743200"/>
              <a:gd name="connsiteY35" fmla="*/ 4885199 h 5143500"/>
              <a:gd name="connsiteX36" fmla="*/ 2155652 w 2743200"/>
              <a:gd name="connsiteY36" fmla="*/ 4885234 h 5143500"/>
              <a:gd name="connsiteX37" fmla="*/ 2157474 w 2743200"/>
              <a:gd name="connsiteY37" fmla="*/ 4884102 h 5143500"/>
              <a:gd name="connsiteX38" fmla="*/ 2170718 w 2743200"/>
              <a:gd name="connsiteY38" fmla="*/ 4863037 h 5143500"/>
              <a:gd name="connsiteX39" fmla="*/ 2173967 w 2743200"/>
              <a:gd name="connsiteY39" fmla="*/ 4857950 h 5143500"/>
              <a:gd name="connsiteX40" fmla="*/ 2182054 w 2743200"/>
              <a:gd name="connsiteY40" fmla="*/ 4870759 h 5143500"/>
              <a:gd name="connsiteX41" fmla="*/ 2190425 w 2743200"/>
              <a:gd name="connsiteY41" fmla="*/ 4884110 h 5143500"/>
              <a:gd name="connsiteX42" fmla="*/ 2192429 w 2743200"/>
              <a:gd name="connsiteY42" fmla="*/ 4885225 h 5143500"/>
              <a:gd name="connsiteX43" fmla="*/ 2212472 w 2743200"/>
              <a:gd name="connsiteY43" fmla="*/ 4885200 h 5143500"/>
              <a:gd name="connsiteX44" fmla="*/ 2213767 w 2743200"/>
              <a:gd name="connsiteY44" fmla="*/ 4885083 h 5143500"/>
              <a:gd name="connsiteX45" fmla="*/ 2185683 w 2743200"/>
              <a:gd name="connsiteY45" fmla="*/ 4843077 h 5143500"/>
              <a:gd name="connsiteX46" fmla="*/ 2212411 w 2743200"/>
              <a:gd name="connsiteY46" fmla="*/ 4803452 h 5143500"/>
              <a:gd name="connsiteX47" fmla="*/ 2211833 w 2743200"/>
              <a:gd name="connsiteY47" fmla="*/ 4803326 h 5143500"/>
              <a:gd name="connsiteX48" fmla="*/ 2191453 w 2743200"/>
              <a:gd name="connsiteY48" fmla="*/ 4803289 h 5143500"/>
              <a:gd name="connsiteX49" fmla="*/ 2189764 w 2743200"/>
              <a:gd name="connsiteY49" fmla="*/ 4804389 h 5143500"/>
              <a:gd name="connsiteX50" fmla="*/ 2184387 w 2743200"/>
              <a:gd name="connsiteY50" fmla="*/ 4812924 h 5143500"/>
              <a:gd name="connsiteX51" fmla="*/ 2174460 w 2743200"/>
              <a:gd name="connsiteY51" fmla="*/ 4828662 h 5143500"/>
              <a:gd name="connsiteX52" fmla="*/ 2173544 w 2743200"/>
              <a:gd name="connsiteY52" fmla="*/ 4827364 h 5143500"/>
              <a:gd name="connsiteX53" fmla="*/ 2159420 w 2743200"/>
              <a:gd name="connsiteY53" fmla="*/ 4804669 h 5143500"/>
              <a:gd name="connsiteX54" fmla="*/ 2157047 w 2743200"/>
              <a:gd name="connsiteY54" fmla="*/ 4803275 h 5143500"/>
              <a:gd name="connsiteX55" fmla="*/ 2314944 w 2743200"/>
              <a:gd name="connsiteY55" fmla="*/ 4802138 h 5143500"/>
              <a:gd name="connsiteX56" fmla="*/ 2290219 w 2743200"/>
              <a:gd name="connsiteY56" fmla="*/ 4815850 h 5143500"/>
              <a:gd name="connsiteX57" fmla="*/ 2282823 w 2743200"/>
              <a:gd name="connsiteY57" fmla="*/ 4860377 h 5143500"/>
              <a:gd name="connsiteX58" fmla="*/ 2303460 w 2743200"/>
              <a:gd name="connsiteY58" fmla="*/ 4882640 h 5143500"/>
              <a:gd name="connsiteX59" fmla="*/ 2331577 w 2743200"/>
              <a:gd name="connsiteY59" fmla="*/ 4885287 h 5143500"/>
              <a:gd name="connsiteX60" fmla="*/ 2351895 w 2743200"/>
              <a:gd name="connsiteY60" fmla="*/ 4872522 h 5143500"/>
              <a:gd name="connsiteX61" fmla="*/ 2362017 w 2743200"/>
              <a:gd name="connsiteY61" fmla="*/ 4849709 h 5143500"/>
              <a:gd name="connsiteX62" fmla="*/ 2362333 w 2743200"/>
              <a:gd name="connsiteY62" fmla="*/ 4849042 h 5143500"/>
              <a:gd name="connsiteX63" fmla="*/ 2362207 w 2743200"/>
              <a:gd name="connsiteY63" fmla="*/ 4839363 h 5143500"/>
              <a:gd name="connsiteX64" fmla="*/ 2361863 w 2743200"/>
              <a:gd name="connsiteY64" fmla="*/ 4836791 h 5143500"/>
              <a:gd name="connsiteX65" fmla="*/ 2348719 w 2743200"/>
              <a:gd name="connsiteY65" fmla="*/ 4812587 h 5143500"/>
              <a:gd name="connsiteX66" fmla="*/ 2314944 w 2743200"/>
              <a:gd name="connsiteY66" fmla="*/ 4802138 h 5143500"/>
              <a:gd name="connsiteX67" fmla="*/ 2100828 w 2743200"/>
              <a:gd name="connsiteY67" fmla="*/ 4802122 h 5143500"/>
              <a:gd name="connsiteX68" fmla="*/ 2093177 w 2743200"/>
              <a:gd name="connsiteY68" fmla="*/ 4802743 h 5143500"/>
              <a:gd name="connsiteX69" fmla="*/ 2086133 w 2743200"/>
              <a:gd name="connsiteY69" fmla="*/ 4804843 h 5143500"/>
              <a:gd name="connsiteX70" fmla="*/ 2065814 w 2743200"/>
              <a:gd name="connsiteY70" fmla="*/ 4823828 h 5143500"/>
              <a:gd name="connsiteX71" fmla="*/ 2061712 w 2743200"/>
              <a:gd name="connsiteY71" fmla="*/ 4852050 h 5143500"/>
              <a:gd name="connsiteX72" fmla="*/ 2078195 w 2743200"/>
              <a:gd name="connsiteY72" fmla="*/ 4878849 h 5143500"/>
              <a:gd name="connsiteX73" fmla="*/ 2106338 w 2743200"/>
              <a:gd name="connsiteY73" fmla="*/ 4885477 h 5143500"/>
              <a:gd name="connsiteX74" fmla="*/ 2130700 w 2743200"/>
              <a:gd name="connsiteY74" fmla="*/ 4870561 h 5143500"/>
              <a:gd name="connsiteX75" fmla="*/ 2133946 w 2743200"/>
              <a:gd name="connsiteY75" fmla="*/ 4865772 h 5143500"/>
              <a:gd name="connsiteX76" fmla="*/ 2118891 w 2743200"/>
              <a:gd name="connsiteY76" fmla="*/ 4858646 h 5143500"/>
              <a:gd name="connsiteX77" fmla="*/ 2093505 w 2743200"/>
              <a:gd name="connsiteY77" fmla="*/ 4867491 h 5143500"/>
              <a:gd name="connsiteX78" fmla="*/ 2078536 w 2743200"/>
              <a:gd name="connsiteY78" fmla="*/ 4850499 h 5143500"/>
              <a:gd name="connsiteX79" fmla="*/ 2138186 w 2743200"/>
              <a:gd name="connsiteY79" fmla="*/ 4850499 h 5143500"/>
              <a:gd name="connsiteX80" fmla="*/ 2138514 w 2743200"/>
              <a:gd name="connsiteY80" fmla="*/ 4848919 h 5143500"/>
              <a:gd name="connsiteX81" fmla="*/ 2138315 w 2743200"/>
              <a:gd name="connsiteY81" fmla="*/ 4837564 h 5143500"/>
              <a:gd name="connsiteX82" fmla="*/ 2123994 w 2743200"/>
              <a:gd name="connsiteY82" fmla="*/ 4811136 h 5143500"/>
              <a:gd name="connsiteX83" fmla="*/ 2100828 w 2743200"/>
              <a:gd name="connsiteY83" fmla="*/ 4802122 h 5143500"/>
              <a:gd name="connsiteX84" fmla="*/ 2247707 w 2743200"/>
              <a:gd name="connsiteY84" fmla="*/ 4802110 h 5143500"/>
              <a:gd name="connsiteX85" fmla="*/ 2231941 w 2743200"/>
              <a:gd name="connsiteY85" fmla="*/ 4804724 h 5143500"/>
              <a:gd name="connsiteX86" fmla="*/ 2219072 w 2743200"/>
              <a:gd name="connsiteY86" fmla="*/ 4816693 h 5143500"/>
              <a:gd name="connsiteX87" fmla="*/ 2216795 w 2743200"/>
              <a:gd name="connsiteY87" fmla="*/ 4828622 h 5143500"/>
              <a:gd name="connsiteX88" fmla="*/ 2225857 w 2743200"/>
              <a:gd name="connsiteY88" fmla="*/ 4845697 h 5143500"/>
              <a:gd name="connsiteX89" fmla="*/ 2238642 w 2743200"/>
              <a:gd name="connsiteY89" fmla="*/ 4851565 h 5143500"/>
              <a:gd name="connsiteX90" fmla="*/ 2249199 w 2743200"/>
              <a:gd name="connsiteY90" fmla="*/ 4854933 h 5143500"/>
              <a:gd name="connsiteX91" fmla="*/ 2255337 w 2743200"/>
              <a:gd name="connsiteY91" fmla="*/ 4857977 h 5143500"/>
              <a:gd name="connsiteX92" fmla="*/ 2253801 w 2743200"/>
              <a:gd name="connsiteY92" fmla="*/ 4869688 h 5143500"/>
              <a:gd name="connsiteX93" fmla="*/ 2246217 w 2743200"/>
              <a:gd name="connsiteY93" fmla="*/ 4870793 h 5143500"/>
              <a:gd name="connsiteX94" fmla="*/ 2230948 w 2743200"/>
              <a:gd name="connsiteY94" fmla="*/ 4866590 h 5143500"/>
              <a:gd name="connsiteX95" fmla="*/ 2221609 w 2743200"/>
              <a:gd name="connsiteY95" fmla="*/ 4861430 h 5143500"/>
              <a:gd name="connsiteX96" fmla="*/ 2220267 w 2743200"/>
              <a:gd name="connsiteY96" fmla="*/ 4863497 h 5143500"/>
              <a:gd name="connsiteX97" fmla="*/ 2213019 w 2743200"/>
              <a:gd name="connsiteY97" fmla="*/ 4874969 h 5143500"/>
              <a:gd name="connsiteX98" fmla="*/ 2222168 w 2743200"/>
              <a:gd name="connsiteY98" fmla="*/ 4880832 h 5143500"/>
              <a:gd name="connsiteX99" fmla="*/ 2249054 w 2743200"/>
              <a:gd name="connsiteY99" fmla="*/ 4886694 h 5143500"/>
              <a:gd name="connsiteX100" fmla="*/ 2260890 w 2743200"/>
              <a:gd name="connsiteY100" fmla="*/ 4884517 h 5143500"/>
              <a:gd name="connsiteX101" fmla="*/ 2270514 w 2743200"/>
              <a:gd name="connsiteY101" fmla="*/ 4878539 h 5143500"/>
              <a:gd name="connsiteX102" fmla="*/ 2276582 w 2743200"/>
              <a:gd name="connsiteY102" fmla="*/ 4856780 h 5143500"/>
              <a:gd name="connsiteX103" fmla="*/ 2268712 w 2743200"/>
              <a:gd name="connsiteY103" fmla="*/ 4844156 h 5143500"/>
              <a:gd name="connsiteX104" fmla="*/ 2256967 w 2743200"/>
              <a:gd name="connsiteY104" fmla="*/ 4838055 h 5143500"/>
              <a:gd name="connsiteX105" fmla="*/ 2244796 w 2743200"/>
              <a:gd name="connsiteY105" fmla="*/ 4833683 h 5143500"/>
              <a:gd name="connsiteX106" fmla="*/ 2237158 w 2743200"/>
              <a:gd name="connsiteY106" fmla="*/ 4829256 h 5143500"/>
              <a:gd name="connsiteX107" fmla="*/ 2236738 w 2743200"/>
              <a:gd name="connsiteY107" fmla="*/ 4821313 h 5143500"/>
              <a:gd name="connsiteX108" fmla="*/ 2241237 w 2743200"/>
              <a:gd name="connsiteY108" fmla="*/ 4818553 h 5143500"/>
              <a:gd name="connsiteX109" fmla="*/ 2250231 w 2743200"/>
              <a:gd name="connsiteY109" fmla="*/ 4818661 h 5143500"/>
              <a:gd name="connsiteX110" fmla="*/ 2265340 w 2743200"/>
              <a:gd name="connsiteY110" fmla="*/ 4824618 h 5143500"/>
              <a:gd name="connsiteX111" fmla="*/ 2266956 w 2743200"/>
              <a:gd name="connsiteY111" fmla="*/ 4825453 h 5143500"/>
              <a:gd name="connsiteX112" fmla="*/ 2274639 w 2743200"/>
              <a:gd name="connsiteY112" fmla="*/ 4811175 h 5143500"/>
              <a:gd name="connsiteX113" fmla="*/ 2274374 w 2743200"/>
              <a:gd name="connsiteY113" fmla="*/ 4810825 h 5143500"/>
              <a:gd name="connsiteX114" fmla="*/ 2273821 w 2743200"/>
              <a:gd name="connsiteY114" fmla="*/ 4810442 h 5143500"/>
              <a:gd name="connsiteX115" fmla="*/ 2247707 w 2743200"/>
              <a:gd name="connsiteY115" fmla="*/ 4802110 h 5143500"/>
              <a:gd name="connsiteX116" fmla="*/ 1961036 w 2743200"/>
              <a:gd name="connsiteY116" fmla="*/ 4782283 h 5143500"/>
              <a:gd name="connsiteX117" fmla="*/ 1961036 w 2743200"/>
              <a:gd name="connsiteY117" fmla="*/ 4835384 h 5143500"/>
              <a:gd name="connsiteX118" fmla="*/ 1961036 w 2743200"/>
              <a:gd name="connsiteY118" fmla="*/ 4885208 h 5143500"/>
              <a:gd name="connsiteX119" fmla="*/ 1980809 w 2743200"/>
              <a:gd name="connsiteY119" fmla="*/ 4885208 h 5143500"/>
              <a:gd name="connsiteX120" fmla="*/ 1980809 w 2743200"/>
              <a:gd name="connsiteY120" fmla="*/ 4870986 h 5143500"/>
              <a:gd name="connsiteX121" fmla="*/ 1980813 w 2743200"/>
              <a:gd name="connsiteY121" fmla="*/ 4857004 h 5143500"/>
              <a:gd name="connsiteX122" fmla="*/ 1980879 w 2743200"/>
              <a:gd name="connsiteY122" fmla="*/ 4842811 h 5143500"/>
              <a:gd name="connsiteX123" fmla="*/ 2017462 w 2743200"/>
              <a:gd name="connsiteY123" fmla="*/ 4842811 h 5143500"/>
              <a:gd name="connsiteX124" fmla="*/ 2017462 w 2743200"/>
              <a:gd name="connsiteY124" fmla="*/ 4825218 h 5143500"/>
              <a:gd name="connsiteX125" fmla="*/ 1980920 w 2743200"/>
              <a:gd name="connsiteY125" fmla="*/ 4825218 h 5143500"/>
              <a:gd name="connsiteX126" fmla="*/ 1980920 w 2743200"/>
              <a:gd name="connsiteY126" fmla="*/ 4800086 h 5143500"/>
              <a:gd name="connsiteX127" fmla="*/ 1981179 w 2743200"/>
              <a:gd name="connsiteY127" fmla="*/ 4799981 h 5143500"/>
              <a:gd name="connsiteX128" fmla="*/ 2026154 w 2743200"/>
              <a:gd name="connsiteY128" fmla="*/ 4799940 h 5143500"/>
              <a:gd name="connsiteX129" fmla="*/ 2026654 w 2743200"/>
              <a:gd name="connsiteY129" fmla="*/ 4799881 h 5143500"/>
              <a:gd name="connsiteX130" fmla="*/ 2026784 w 2743200"/>
              <a:gd name="connsiteY130" fmla="*/ 4799785 h 5143500"/>
              <a:gd name="connsiteX131" fmla="*/ 2026890 w 2743200"/>
              <a:gd name="connsiteY131" fmla="*/ 4799680 h 5143500"/>
              <a:gd name="connsiteX132" fmla="*/ 2026890 w 2743200"/>
              <a:gd name="connsiteY132" fmla="*/ 4782283 h 5143500"/>
              <a:gd name="connsiteX133" fmla="*/ 1961036 w 2743200"/>
              <a:gd name="connsiteY133" fmla="*/ 4782283 h 5143500"/>
              <a:gd name="connsiteX134" fmla="*/ 2034288 w 2743200"/>
              <a:gd name="connsiteY134" fmla="*/ 4782195 h 5143500"/>
              <a:gd name="connsiteX135" fmla="*/ 2033239 w 2743200"/>
              <a:gd name="connsiteY135" fmla="*/ 4782269 h 5143500"/>
              <a:gd name="connsiteX136" fmla="*/ 2033239 w 2743200"/>
              <a:gd name="connsiteY136" fmla="*/ 4885112 h 5143500"/>
              <a:gd name="connsiteX137" fmla="*/ 2052925 w 2743200"/>
              <a:gd name="connsiteY137" fmla="*/ 4885112 h 5143500"/>
              <a:gd name="connsiteX138" fmla="*/ 2052925 w 2743200"/>
              <a:gd name="connsiteY138" fmla="*/ 4883046 h 5143500"/>
              <a:gd name="connsiteX139" fmla="*/ 2052922 w 2743200"/>
              <a:gd name="connsiteY139" fmla="*/ 4784332 h 5143500"/>
              <a:gd name="connsiteX140" fmla="*/ 2052752 w 2743200"/>
              <a:gd name="connsiteY140" fmla="*/ 4782373 h 5143500"/>
              <a:gd name="connsiteX141" fmla="*/ 2051976 w 2743200"/>
              <a:gd name="connsiteY141" fmla="*/ 4782196 h 5143500"/>
              <a:gd name="connsiteX142" fmla="*/ 2034288 w 2743200"/>
              <a:gd name="connsiteY142" fmla="*/ 4782195 h 5143500"/>
              <a:gd name="connsiteX143" fmla="*/ 1885543 w 2743200"/>
              <a:gd name="connsiteY143" fmla="*/ 4719565 h 5143500"/>
              <a:gd name="connsiteX144" fmla="*/ 1902460 w 2743200"/>
              <a:gd name="connsiteY144" fmla="*/ 4727397 h 5143500"/>
              <a:gd name="connsiteX145" fmla="*/ 1912331 w 2743200"/>
              <a:gd name="connsiteY145" fmla="*/ 4747247 h 5143500"/>
              <a:gd name="connsiteX146" fmla="*/ 1905221 w 2743200"/>
              <a:gd name="connsiteY146" fmla="*/ 4770390 h 5143500"/>
              <a:gd name="connsiteX147" fmla="*/ 1888640 w 2743200"/>
              <a:gd name="connsiteY147" fmla="*/ 4780571 h 5143500"/>
              <a:gd name="connsiteX148" fmla="*/ 1881831 w 2743200"/>
              <a:gd name="connsiteY148" fmla="*/ 4781372 h 5143500"/>
              <a:gd name="connsiteX149" fmla="*/ 1853363 w 2743200"/>
              <a:gd name="connsiteY149" fmla="*/ 4781406 h 5143500"/>
              <a:gd name="connsiteX150" fmla="*/ 1852286 w 2743200"/>
              <a:gd name="connsiteY150" fmla="*/ 4781337 h 5143500"/>
              <a:gd name="connsiteX151" fmla="*/ 1852193 w 2743200"/>
              <a:gd name="connsiteY151" fmla="*/ 4779972 h 5143500"/>
              <a:gd name="connsiteX152" fmla="*/ 1852230 w 2743200"/>
              <a:gd name="connsiteY152" fmla="*/ 4748808 h 5143500"/>
              <a:gd name="connsiteX153" fmla="*/ 1853089 w 2743200"/>
              <a:gd name="connsiteY153" fmla="*/ 4742854 h 5143500"/>
              <a:gd name="connsiteX154" fmla="*/ 1859541 w 2743200"/>
              <a:gd name="connsiteY154" fmla="*/ 4730138 h 5143500"/>
              <a:gd name="connsiteX155" fmla="*/ 1885543 w 2743200"/>
              <a:gd name="connsiteY155" fmla="*/ 4719565 h 5143500"/>
              <a:gd name="connsiteX156" fmla="*/ 1877071 w 2743200"/>
              <a:gd name="connsiteY156" fmla="*/ 4700588 h 5143500"/>
              <a:gd name="connsiteX157" fmla="*/ 1874579 w 2743200"/>
              <a:gd name="connsiteY157" fmla="*/ 4701208 h 5143500"/>
              <a:gd name="connsiteX158" fmla="*/ 1849300 w 2743200"/>
              <a:gd name="connsiteY158" fmla="*/ 4713939 h 5143500"/>
              <a:gd name="connsiteX159" fmla="*/ 1839537 w 2743200"/>
              <a:gd name="connsiteY159" fmla="*/ 4726920 h 5143500"/>
              <a:gd name="connsiteX160" fmla="*/ 1834624 w 2743200"/>
              <a:gd name="connsiteY160" fmla="*/ 4741503 h 5143500"/>
              <a:gd name="connsiteX161" fmla="*/ 1833870 w 2743200"/>
              <a:gd name="connsiteY161" fmla="*/ 4751705 h 5143500"/>
              <a:gd name="connsiteX162" fmla="*/ 1833881 w 2743200"/>
              <a:gd name="connsiteY162" fmla="*/ 4779337 h 5143500"/>
              <a:gd name="connsiteX163" fmla="*/ 1833881 w 2743200"/>
              <a:gd name="connsiteY163" fmla="*/ 4781343 h 5143500"/>
              <a:gd name="connsiteX164" fmla="*/ 1805455 w 2743200"/>
              <a:gd name="connsiteY164" fmla="*/ 4781343 h 5143500"/>
              <a:gd name="connsiteX165" fmla="*/ 1805455 w 2743200"/>
              <a:gd name="connsiteY165" fmla="*/ 4800050 h 5143500"/>
              <a:gd name="connsiteX166" fmla="*/ 1833760 w 2743200"/>
              <a:gd name="connsiteY166" fmla="*/ 4800060 h 5143500"/>
              <a:gd name="connsiteX167" fmla="*/ 1833760 w 2743200"/>
              <a:gd name="connsiteY167" fmla="*/ 4824991 h 5143500"/>
              <a:gd name="connsiteX168" fmla="*/ 1831923 w 2743200"/>
              <a:gd name="connsiteY168" fmla="*/ 4824991 h 5143500"/>
              <a:gd name="connsiteX169" fmla="*/ 1803448 w 2743200"/>
              <a:gd name="connsiteY169" fmla="*/ 4824984 h 5143500"/>
              <a:gd name="connsiteX170" fmla="*/ 1787027 w 2743200"/>
              <a:gd name="connsiteY170" fmla="*/ 4827984 h 5143500"/>
              <a:gd name="connsiteX171" fmla="*/ 1771653 w 2743200"/>
              <a:gd name="connsiteY171" fmla="*/ 4837423 h 5143500"/>
              <a:gd name="connsiteX172" fmla="*/ 1755698 w 2743200"/>
              <a:gd name="connsiteY172" fmla="*/ 4867880 h 5143500"/>
              <a:gd name="connsiteX173" fmla="*/ 1755218 w 2743200"/>
              <a:gd name="connsiteY173" fmla="*/ 4868899 h 5143500"/>
              <a:gd name="connsiteX174" fmla="*/ 1755082 w 2743200"/>
              <a:gd name="connsiteY174" fmla="*/ 4880540 h 5143500"/>
              <a:gd name="connsiteX175" fmla="*/ 1755668 w 2743200"/>
              <a:gd name="connsiteY175" fmla="*/ 4881134 h 5143500"/>
              <a:gd name="connsiteX176" fmla="*/ 1760269 w 2743200"/>
              <a:gd name="connsiteY176" fmla="*/ 4896837 h 5143500"/>
              <a:gd name="connsiteX177" fmla="*/ 1767897 w 2743200"/>
              <a:gd name="connsiteY177" fmla="*/ 4908260 h 5143500"/>
              <a:gd name="connsiteX178" fmla="*/ 1783062 w 2743200"/>
              <a:gd name="connsiteY178" fmla="*/ 4919760 h 5143500"/>
              <a:gd name="connsiteX179" fmla="*/ 1797316 w 2743200"/>
              <a:gd name="connsiteY179" fmla="*/ 4924223 h 5143500"/>
              <a:gd name="connsiteX180" fmla="*/ 1809074 w 2743200"/>
              <a:gd name="connsiteY180" fmla="*/ 4924233 h 5143500"/>
              <a:gd name="connsiteX181" fmla="*/ 1813132 w 2743200"/>
              <a:gd name="connsiteY181" fmla="*/ 4923551 h 5143500"/>
              <a:gd name="connsiteX182" fmla="*/ 1839198 w 2743200"/>
              <a:gd name="connsiteY182" fmla="*/ 4908568 h 5143500"/>
              <a:gd name="connsiteX183" fmla="*/ 1849455 w 2743200"/>
              <a:gd name="connsiteY183" fmla="*/ 4891174 h 5143500"/>
              <a:gd name="connsiteX184" fmla="*/ 1852187 w 2743200"/>
              <a:gd name="connsiteY184" fmla="*/ 4874354 h 5143500"/>
              <a:gd name="connsiteX185" fmla="*/ 1852190 w 2743200"/>
              <a:gd name="connsiteY185" fmla="*/ 4845715 h 5143500"/>
              <a:gd name="connsiteX186" fmla="*/ 1852190 w 2743200"/>
              <a:gd name="connsiteY186" fmla="*/ 4843736 h 5143500"/>
              <a:gd name="connsiteX187" fmla="*/ 1880618 w 2743200"/>
              <a:gd name="connsiteY187" fmla="*/ 4843736 h 5143500"/>
              <a:gd name="connsiteX188" fmla="*/ 1880618 w 2743200"/>
              <a:gd name="connsiteY188" fmla="*/ 4824955 h 5143500"/>
              <a:gd name="connsiteX189" fmla="*/ 1852340 w 2743200"/>
              <a:gd name="connsiteY189" fmla="*/ 4824955 h 5143500"/>
              <a:gd name="connsiteX190" fmla="*/ 1852485 w 2743200"/>
              <a:gd name="connsiteY190" fmla="*/ 4800056 h 5143500"/>
              <a:gd name="connsiteX191" fmla="*/ 1854304 w 2743200"/>
              <a:gd name="connsiteY191" fmla="*/ 4800056 h 5143500"/>
              <a:gd name="connsiteX192" fmla="*/ 1883616 w 2743200"/>
              <a:gd name="connsiteY192" fmla="*/ 4800034 h 5143500"/>
              <a:gd name="connsiteX193" fmla="*/ 1889632 w 2743200"/>
              <a:gd name="connsiteY193" fmla="*/ 4799557 h 5143500"/>
              <a:gd name="connsiteX194" fmla="*/ 1918497 w 2743200"/>
              <a:gd name="connsiteY194" fmla="*/ 4783396 h 5143500"/>
              <a:gd name="connsiteX195" fmla="*/ 1930356 w 2743200"/>
              <a:gd name="connsiteY195" fmla="*/ 4744231 h 5143500"/>
              <a:gd name="connsiteX196" fmla="*/ 1914646 w 2743200"/>
              <a:gd name="connsiteY196" fmla="*/ 4713321 h 5143500"/>
              <a:gd name="connsiteX197" fmla="*/ 1889817 w 2743200"/>
              <a:gd name="connsiteY197" fmla="*/ 4701190 h 5143500"/>
              <a:gd name="connsiteX198" fmla="*/ 1887697 w 2743200"/>
              <a:gd name="connsiteY198" fmla="*/ 4700588 h 5143500"/>
              <a:gd name="connsiteX199" fmla="*/ 1877071 w 2743200"/>
              <a:gd name="connsiteY199" fmla="*/ 4700588 h 5143500"/>
              <a:gd name="connsiteX200" fmla="*/ 0 w 2743200"/>
              <a:gd name="connsiteY200" fmla="*/ 0 h 5143500"/>
              <a:gd name="connsiteX201" fmla="*/ 2743200 w 2743200"/>
              <a:gd name="connsiteY201" fmla="*/ 0 h 5143500"/>
              <a:gd name="connsiteX202" fmla="*/ 2743200 w 2743200"/>
              <a:gd name="connsiteY202" fmla="*/ 5143500 h 5143500"/>
              <a:gd name="connsiteX203" fmla="*/ 0 w 2743200"/>
              <a:gd name="connsiteY20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2743200" h="5143500">
                <a:moveTo>
                  <a:pt x="1831861" y="4843753"/>
                </a:moveTo>
                <a:cubicBezTo>
                  <a:pt x="1832469" y="4843753"/>
                  <a:pt x="1833077" y="4843753"/>
                  <a:pt x="1833881" y="4843753"/>
                </a:cubicBezTo>
                <a:cubicBezTo>
                  <a:pt x="1833881" y="4852563"/>
                  <a:pt x="1833881" y="4861244"/>
                  <a:pt x="1833881" y="4869925"/>
                </a:cubicBezTo>
                <a:cubicBezTo>
                  <a:pt x="1833867" y="4873673"/>
                  <a:pt x="1833978" y="4877083"/>
                  <a:pt x="1833327" y="4880470"/>
                </a:cubicBezTo>
                <a:cubicBezTo>
                  <a:pt x="1832300" y="4885813"/>
                  <a:pt x="1830103" y="4890591"/>
                  <a:pt x="1826612" y="4894751"/>
                </a:cubicBezTo>
                <a:cubicBezTo>
                  <a:pt x="1821539" y="4900794"/>
                  <a:pt x="1815107" y="4904460"/>
                  <a:pt x="1807249" y="4905435"/>
                </a:cubicBezTo>
                <a:cubicBezTo>
                  <a:pt x="1799058" y="4906451"/>
                  <a:pt x="1791700" y="4904264"/>
                  <a:pt x="1785291" y="4899142"/>
                </a:cubicBezTo>
                <a:cubicBezTo>
                  <a:pt x="1778897" y="4894032"/>
                  <a:pt x="1775037" y="4887349"/>
                  <a:pt x="1773913" y="4879213"/>
                </a:cubicBezTo>
                <a:cubicBezTo>
                  <a:pt x="1772581" y="4869566"/>
                  <a:pt x="1775124" y="4861018"/>
                  <a:pt x="1781642" y="4853747"/>
                </a:cubicBezTo>
                <a:cubicBezTo>
                  <a:pt x="1787524" y="4847185"/>
                  <a:pt x="1794922" y="4843823"/>
                  <a:pt x="1803742" y="4843767"/>
                </a:cubicBezTo>
                <a:cubicBezTo>
                  <a:pt x="1813115" y="4843707"/>
                  <a:pt x="1822488" y="4843753"/>
                  <a:pt x="1831861" y="4843753"/>
                </a:cubicBezTo>
                <a:close/>
                <a:moveTo>
                  <a:pt x="2090305" y="4822055"/>
                </a:moveTo>
                <a:cubicBezTo>
                  <a:pt x="2096775" y="4818599"/>
                  <a:pt x="2103331" y="4818638"/>
                  <a:pt x="2109746" y="4822073"/>
                </a:cubicBezTo>
                <a:cubicBezTo>
                  <a:pt x="2114517" y="4824628"/>
                  <a:pt x="2117709" y="4828712"/>
                  <a:pt x="2119767" y="4833690"/>
                </a:cubicBezTo>
                <a:cubicBezTo>
                  <a:pt x="2119869" y="4833937"/>
                  <a:pt x="2119934" y="4834199"/>
                  <a:pt x="2120053" y="4834569"/>
                </a:cubicBezTo>
                <a:cubicBezTo>
                  <a:pt x="2106660" y="4834569"/>
                  <a:pt x="2093392" y="4834569"/>
                  <a:pt x="2079930" y="4834569"/>
                </a:cubicBezTo>
                <a:cubicBezTo>
                  <a:pt x="2080302" y="4833726"/>
                  <a:pt x="2080633" y="4832975"/>
                  <a:pt x="2080965" y="4832224"/>
                </a:cubicBezTo>
                <a:cubicBezTo>
                  <a:pt x="2083175" y="4827775"/>
                  <a:pt x="2086100" y="4824302"/>
                  <a:pt x="2090305" y="4822055"/>
                </a:cubicBezTo>
                <a:close/>
                <a:moveTo>
                  <a:pt x="2316788" y="4820110"/>
                </a:moveTo>
                <a:cubicBezTo>
                  <a:pt x="2325437" y="4818543"/>
                  <a:pt x="2332812" y="4821239"/>
                  <a:pt x="2338602" y="4827673"/>
                </a:cubicBezTo>
                <a:cubicBezTo>
                  <a:pt x="2346923" y="4836918"/>
                  <a:pt x="2347042" y="4850479"/>
                  <a:pt x="2339176" y="4860034"/>
                </a:cubicBezTo>
                <a:cubicBezTo>
                  <a:pt x="2336256" y="4863582"/>
                  <a:pt x="2332585" y="4866078"/>
                  <a:pt x="2328232" y="4867563"/>
                </a:cubicBezTo>
                <a:cubicBezTo>
                  <a:pt x="2325756" y="4868242"/>
                  <a:pt x="2323521" y="4868707"/>
                  <a:pt x="2321201" y="4868695"/>
                </a:cubicBezTo>
                <a:cubicBezTo>
                  <a:pt x="2315550" y="4868667"/>
                  <a:pt x="2310518" y="4866881"/>
                  <a:pt x="2306187" y="4863280"/>
                </a:cubicBezTo>
                <a:cubicBezTo>
                  <a:pt x="2300942" y="4858920"/>
                  <a:pt x="2297964" y="4853285"/>
                  <a:pt x="2297319" y="4846493"/>
                </a:cubicBezTo>
                <a:cubicBezTo>
                  <a:pt x="2296095" y="4833607"/>
                  <a:pt x="2304913" y="4822263"/>
                  <a:pt x="2316788" y="4820110"/>
                </a:cubicBezTo>
                <a:close/>
                <a:moveTo>
                  <a:pt x="2157047" y="4803275"/>
                </a:moveTo>
                <a:cubicBezTo>
                  <a:pt x="2150591" y="4803355"/>
                  <a:pt x="2144134" y="4803311"/>
                  <a:pt x="2137678" y="4803315"/>
                </a:cubicBezTo>
                <a:cubicBezTo>
                  <a:pt x="2137196" y="4803316"/>
                  <a:pt x="2136714" y="4803357"/>
                  <a:pt x="2135922" y="4803393"/>
                </a:cubicBezTo>
                <a:cubicBezTo>
                  <a:pt x="2144936" y="4816922"/>
                  <a:pt x="2153807" y="4830236"/>
                  <a:pt x="2162682" y="4843556"/>
                </a:cubicBezTo>
                <a:cubicBezTo>
                  <a:pt x="2160760" y="4846442"/>
                  <a:pt x="2158930" y="4849195"/>
                  <a:pt x="2157096" y="4851945"/>
                </a:cubicBezTo>
                <a:cubicBezTo>
                  <a:pt x="2155260" y="4854698"/>
                  <a:pt x="2153421" y="4857449"/>
                  <a:pt x="2151580" y="4860198"/>
                </a:cubicBezTo>
                <a:cubicBezTo>
                  <a:pt x="2149707" y="4862994"/>
                  <a:pt x="2147826" y="4865784"/>
                  <a:pt x="2145956" y="4868581"/>
                </a:cubicBezTo>
                <a:cubicBezTo>
                  <a:pt x="2144116" y="4871332"/>
                  <a:pt x="2142261" y="4874073"/>
                  <a:pt x="2140457" y="4876847"/>
                </a:cubicBezTo>
                <a:cubicBezTo>
                  <a:pt x="2138684" y="4879575"/>
                  <a:pt x="2136637" y="4882135"/>
                  <a:pt x="2135025" y="4885114"/>
                </a:cubicBezTo>
                <a:cubicBezTo>
                  <a:pt x="2135451" y="4885163"/>
                  <a:pt x="2135614" y="4885199"/>
                  <a:pt x="2135777" y="4885199"/>
                </a:cubicBezTo>
                <a:cubicBezTo>
                  <a:pt x="2142402" y="4885203"/>
                  <a:pt x="2149027" y="4885176"/>
                  <a:pt x="2155652" y="4885234"/>
                </a:cubicBezTo>
                <a:cubicBezTo>
                  <a:pt x="2156620" y="4885243"/>
                  <a:pt x="2157032" y="4884809"/>
                  <a:pt x="2157474" y="4884102"/>
                </a:cubicBezTo>
                <a:cubicBezTo>
                  <a:pt x="2161876" y="4877072"/>
                  <a:pt x="2166297" y="4870054"/>
                  <a:pt x="2170718" y="4863037"/>
                </a:cubicBezTo>
                <a:cubicBezTo>
                  <a:pt x="2171748" y="4861401"/>
                  <a:pt x="2172798" y="4859778"/>
                  <a:pt x="2173967" y="4857950"/>
                </a:cubicBezTo>
                <a:cubicBezTo>
                  <a:pt x="2176743" y="4862342"/>
                  <a:pt x="2179369" y="4866497"/>
                  <a:pt x="2182054" y="4870759"/>
                </a:cubicBezTo>
                <a:cubicBezTo>
                  <a:pt x="2184891" y="4875276"/>
                  <a:pt x="2187697" y="4879669"/>
                  <a:pt x="2190425" y="4884110"/>
                </a:cubicBezTo>
                <a:cubicBezTo>
                  <a:pt x="2190936" y="4884942"/>
                  <a:pt x="2191472" y="4885231"/>
                  <a:pt x="2192429" y="4885225"/>
                </a:cubicBezTo>
                <a:cubicBezTo>
                  <a:pt x="2199110" y="4885186"/>
                  <a:pt x="2205791" y="4885206"/>
                  <a:pt x="2212472" y="4885200"/>
                </a:cubicBezTo>
                <a:cubicBezTo>
                  <a:pt x="2212834" y="4885200"/>
                  <a:pt x="2213195" y="4885136"/>
                  <a:pt x="2213767" y="4885083"/>
                </a:cubicBezTo>
                <a:cubicBezTo>
                  <a:pt x="2204308" y="4870934"/>
                  <a:pt x="2194975" y="4856976"/>
                  <a:pt x="2185683" y="4843077"/>
                </a:cubicBezTo>
                <a:cubicBezTo>
                  <a:pt x="2194629" y="4829774"/>
                  <a:pt x="2203537" y="4816682"/>
                  <a:pt x="2212411" y="4803452"/>
                </a:cubicBezTo>
                <a:cubicBezTo>
                  <a:pt x="2212048" y="4803371"/>
                  <a:pt x="2211941" y="4803326"/>
                  <a:pt x="2211833" y="4803326"/>
                </a:cubicBezTo>
                <a:cubicBezTo>
                  <a:pt x="2205039" y="4803319"/>
                  <a:pt x="2198246" y="4803336"/>
                  <a:pt x="2191453" y="4803289"/>
                </a:cubicBezTo>
                <a:cubicBezTo>
                  <a:pt x="2190547" y="4803283"/>
                  <a:pt x="2190166" y="4803746"/>
                  <a:pt x="2189764" y="4804389"/>
                </a:cubicBezTo>
                <a:cubicBezTo>
                  <a:pt x="2187982" y="4807240"/>
                  <a:pt x="2186181" y="4810080"/>
                  <a:pt x="2184387" y="4812924"/>
                </a:cubicBezTo>
                <a:cubicBezTo>
                  <a:pt x="2181098" y="4818137"/>
                  <a:pt x="2177810" y="4823351"/>
                  <a:pt x="2174460" y="4828662"/>
                </a:cubicBezTo>
                <a:cubicBezTo>
                  <a:pt x="2174114" y="4828175"/>
                  <a:pt x="2173806" y="4827784"/>
                  <a:pt x="2173544" y="4827364"/>
                </a:cubicBezTo>
                <a:cubicBezTo>
                  <a:pt x="2168829" y="4819803"/>
                  <a:pt x="2164113" y="4812243"/>
                  <a:pt x="2159420" y="4804669"/>
                </a:cubicBezTo>
                <a:cubicBezTo>
                  <a:pt x="2158853" y="4803752"/>
                  <a:pt x="2158262" y="4803259"/>
                  <a:pt x="2157047" y="4803275"/>
                </a:cubicBezTo>
                <a:close/>
                <a:moveTo>
                  <a:pt x="2314944" y="4802138"/>
                </a:moveTo>
                <a:cubicBezTo>
                  <a:pt x="2305020" y="4803537"/>
                  <a:pt x="2296621" y="4808188"/>
                  <a:pt x="2290219" y="4815850"/>
                </a:cubicBezTo>
                <a:cubicBezTo>
                  <a:pt x="2279100" y="4829160"/>
                  <a:pt x="2276709" y="4844220"/>
                  <a:pt x="2282823" y="4860377"/>
                </a:cubicBezTo>
                <a:cubicBezTo>
                  <a:pt x="2286639" y="4870464"/>
                  <a:pt x="2293679" y="4877910"/>
                  <a:pt x="2303460" y="4882640"/>
                </a:cubicBezTo>
                <a:cubicBezTo>
                  <a:pt x="2312503" y="4887013"/>
                  <a:pt x="2321900" y="4887840"/>
                  <a:pt x="2331577" y="4885287"/>
                </a:cubicBezTo>
                <a:cubicBezTo>
                  <a:pt x="2339660" y="4883154"/>
                  <a:pt x="2346433" y="4878843"/>
                  <a:pt x="2351895" y="4872522"/>
                </a:cubicBezTo>
                <a:cubicBezTo>
                  <a:pt x="2357573" y="4865951"/>
                  <a:pt x="2361093" y="4858403"/>
                  <a:pt x="2362017" y="4849709"/>
                </a:cubicBezTo>
                <a:cubicBezTo>
                  <a:pt x="2362036" y="4849530"/>
                  <a:pt x="2362224" y="4849369"/>
                  <a:pt x="2362333" y="4849042"/>
                </a:cubicBezTo>
                <a:cubicBezTo>
                  <a:pt x="2362333" y="4845731"/>
                  <a:pt x="2362333" y="4842579"/>
                  <a:pt x="2362207" y="4839363"/>
                </a:cubicBezTo>
                <a:cubicBezTo>
                  <a:pt x="2362012" y="4838463"/>
                  <a:pt x="2362014" y="4837613"/>
                  <a:pt x="2361863" y="4836791"/>
                </a:cubicBezTo>
                <a:cubicBezTo>
                  <a:pt x="2360108" y="4827300"/>
                  <a:pt x="2355884" y="4819133"/>
                  <a:pt x="2348719" y="4812587"/>
                </a:cubicBezTo>
                <a:cubicBezTo>
                  <a:pt x="2339109" y="4803806"/>
                  <a:pt x="2327773" y="4800330"/>
                  <a:pt x="2314944" y="4802138"/>
                </a:cubicBezTo>
                <a:close/>
                <a:moveTo>
                  <a:pt x="2100828" y="4802122"/>
                </a:moveTo>
                <a:cubicBezTo>
                  <a:pt x="2098335" y="4802037"/>
                  <a:pt x="2095824" y="4802510"/>
                  <a:pt x="2093177" y="4802743"/>
                </a:cubicBezTo>
                <a:cubicBezTo>
                  <a:pt x="2090728" y="4803441"/>
                  <a:pt x="2088342" y="4803929"/>
                  <a:pt x="2086133" y="4804843"/>
                </a:cubicBezTo>
                <a:cubicBezTo>
                  <a:pt x="2077005" y="4808618"/>
                  <a:pt x="2070292" y="4815088"/>
                  <a:pt x="2065814" y="4823828"/>
                </a:cubicBezTo>
                <a:cubicBezTo>
                  <a:pt x="2061246" y="4832741"/>
                  <a:pt x="2059928" y="4842208"/>
                  <a:pt x="2061712" y="4852050"/>
                </a:cubicBezTo>
                <a:cubicBezTo>
                  <a:pt x="2063714" y="4863103"/>
                  <a:pt x="2069092" y="4872175"/>
                  <a:pt x="2078195" y="4878849"/>
                </a:cubicBezTo>
                <a:cubicBezTo>
                  <a:pt x="2086606" y="4885016"/>
                  <a:pt x="2096080" y="4887226"/>
                  <a:pt x="2106338" y="4885477"/>
                </a:cubicBezTo>
                <a:cubicBezTo>
                  <a:pt x="2116391" y="4883762"/>
                  <a:pt x="2124425" y="4878530"/>
                  <a:pt x="2130700" y="4870561"/>
                </a:cubicBezTo>
                <a:cubicBezTo>
                  <a:pt x="2131855" y="4869094"/>
                  <a:pt x="2132806" y="4867466"/>
                  <a:pt x="2133946" y="4865772"/>
                </a:cubicBezTo>
                <a:cubicBezTo>
                  <a:pt x="2128770" y="4863322"/>
                  <a:pt x="2123827" y="4860982"/>
                  <a:pt x="2118891" y="4858646"/>
                </a:cubicBezTo>
                <a:cubicBezTo>
                  <a:pt x="2112190" y="4866885"/>
                  <a:pt x="2103910" y="4870747"/>
                  <a:pt x="2093505" y="4867491"/>
                </a:cubicBezTo>
                <a:cubicBezTo>
                  <a:pt x="2085344" y="4864938"/>
                  <a:pt x="2080883" y="4858686"/>
                  <a:pt x="2078536" y="4850499"/>
                </a:cubicBezTo>
                <a:cubicBezTo>
                  <a:pt x="2098541" y="4850499"/>
                  <a:pt x="2118344" y="4850499"/>
                  <a:pt x="2138186" y="4850499"/>
                </a:cubicBezTo>
                <a:cubicBezTo>
                  <a:pt x="2138313" y="4849895"/>
                  <a:pt x="2138445" y="4849412"/>
                  <a:pt x="2138514" y="4848919"/>
                </a:cubicBezTo>
                <a:cubicBezTo>
                  <a:pt x="2139048" y="4845124"/>
                  <a:pt x="2138877" y="4841347"/>
                  <a:pt x="2138315" y="4837564"/>
                </a:cubicBezTo>
                <a:cubicBezTo>
                  <a:pt x="2136749" y="4827008"/>
                  <a:pt x="2132098" y="4818123"/>
                  <a:pt x="2123994" y="4811136"/>
                </a:cubicBezTo>
                <a:cubicBezTo>
                  <a:pt x="2117349" y="4805408"/>
                  <a:pt x="2109571" y="4802422"/>
                  <a:pt x="2100828" y="4802122"/>
                </a:cubicBezTo>
                <a:close/>
                <a:moveTo>
                  <a:pt x="2247707" y="4802110"/>
                </a:moveTo>
                <a:cubicBezTo>
                  <a:pt x="2242288" y="4801771"/>
                  <a:pt x="2236983" y="4802574"/>
                  <a:pt x="2231941" y="4804724"/>
                </a:cubicBezTo>
                <a:cubicBezTo>
                  <a:pt x="2226215" y="4807167"/>
                  <a:pt x="2221743" y="4810968"/>
                  <a:pt x="2219072" y="4816693"/>
                </a:cubicBezTo>
                <a:cubicBezTo>
                  <a:pt x="2217307" y="4820475"/>
                  <a:pt x="2216724" y="4824473"/>
                  <a:pt x="2216795" y="4828622"/>
                </a:cubicBezTo>
                <a:cubicBezTo>
                  <a:pt x="2216919" y="4835872"/>
                  <a:pt x="2219892" y="4841572"/>
                  <a:pt x="2225857" y="4845697"/>
                </a:cubicBezTo>
                <a:cubicBezTo>
                  <a:pt x="2229772" y="4848405"/>
                  <a:pt x="2234149" y="4850119"/>
                  <a:pt x="2238642" y="4851565"/>
                </a:cubicBezTo>
                <a:cubicBezTo>
                  <a:pt x="2242159" y="4852696"/>
                  <a:pt x="2245732" y="4853667"/>
                  <a:pt x="2249199" y="4854933"/>
                </a:cubicBezTo>
                <a:cubicBezTo>
                  <a:pt x="2251336" y="4855713"/>
                  <a:pt x="2253506" y="4856657"/>
                  <a:pt x="2255337" y="4857977"/>
                </a:cubicBezTo>
                <a:cubicBezTo>
                  <a:pt x="2259896" y="4861266"/>
                  <a:pt x="2259004" y="4867549"/>
                  <a:pt x="2253801" y="4869688"/>
                </a:cubicBezTo>
                <a:cubicBezTo>
                  <a:pt x="2251373" y="4870687"/>
                  <a:pt x="2248811" y="4870943"/>
                  <a:pt x="2246217" y="4870793"/>
                </a:cubicBezTo>
                <a:cubicBezTo>
                  <a:pt x="2240833" y="4870483"/>
                  <a:pt x="2235740" y="4869008"/>
                  <a:pt x="2230948" y="4866590"/>
                </a:cubicBezTo>
                <a:cubicBezTo>
                  <a:pt x="2227809" y="4865007"/>
                  <a:pt x="2224785" y="4863195"/>
                  <a:pt x="2221609" y="4861430"/>
                </a:cubicBezTo>
                <a:cubicBezTo>
                  <a:pt x="2221235" y="4862010"/>
                  <a:pt x="2220787" y="4862705"/>
                  <a:pt x="2220267" y="4863497"/>
                </a:cubicBezTo>
                <a:cubicBezTo>
                  <a:pt x="2217812" y="4867371"/>
                  <a:pt x="2215430" y="4871147"/>
                  <a:pt x="2213019" y="4874969"/>
                </a:cubicBezTo>
                <a:cubicBezTo>
                  <a:pt x="2215904" y="4877354"/>
                  <a:pt x="2218958" y="4879237"/>
                  <a:pt x="2222168" y="4880832"/>
                </a:cubicBezTo>
                <a:cubicBezTo>
                  <a:pt x="2230628" y="4885036"/>
                  <a:pt x="2239537" y="4887189"/>
                  <a:pt x="2249054" y="4886694"/>
                </a:cubicBezTo>
                <a:cubicBezTo>
                  <a:pt x="2253115" y="4886483"/>
                  <a:pt x="2257059" y="4885850"/>
                  <a:pt x="2260890" y="4884517"/>
                </a:cubicBezTo>
                <a:cubicBezTo>
                  <a:pt x="2264543" y="4883245"/>
                  <a:pt x="2267861" y="4881351"/>
                  <a:pt x="2270514" y="4878539"/>
                </a:cubicBezTo>
                <a:cubicBezTo>
                  <a:pt x="2276324" y="4872380"/>
                  <a:pt x="2277534" y="4864789"/>
                  <a:pt x="2276582" y="4856780"/>
                </a:cubicBezTo>
                <a:cubicBezTo>
                  <a:pt x="2275950" y="4851468"/>
                  <a:pt x="2272976" y="4847352"/>
                  <a:pt x="2268712" y="4844156"/>
                </a:cubicBezTo>
                <a:cubicBezTo>
                  <a:pt x="2265130" y="4841471"/>
                  <a:pt x="2261123" y="4839610"/>
                  <a:pt x="2256967" y="4838055"/>
                </a:cubicBezTo>
                <a:cubicBezTo>
                  <a:pt x="2252930" y="4836545"/>
                  <a:pt x="2248836" y="4835187"/>
                  <a:pt x="2244796" y="4833683"/>
                </a:cubicBezTo>
                <a:cubicBezTo>
                  <a:pt x="2242010" y="4832646"/>
                  <a:pt x="2239265" y="4831491"/>
                  <a:pt x="2237158" y="4829256"/>
                </a:cubicBezTo>
                <a:cubicBezTo>
                  <a:pt x="2234937" y="4826899"/>
                  <a:pt x="2234794" y="4823938"/>
                  <a:pt x="2236738" y="4821313"/>
                </a:cubicBezTo>
                <a:cubicBezTo>
                  <a:pt x="2237851" y="4819810"/>
                  <a:pt x="2239456" y="4818994"/>
                  <a:pt x="2241237" y="4818553"/>
                </a:cubicBezTo>
                <a:cubicBezTo>
                  <a:pt x="2244238" y="4817809"/>
                  <a:pt x="2247245" y="4818031"/>
                  <a:pt x="2250231" y="4818661"/>
                </a:cubicBezTo>
                <a:cubicBezTo>
                  <a:pt x="2255601" y="4819793"/>
                  <a:pt x="2260530" y="4822058"/>
                  <a:pt x="2265340" y="4824618"/>
                </a:cubicBezTo>
                <a:cubicBezTo>
                  <a:pt x="2265859" y="4824894"/>
                  <a:pt x="2266384" y="4825158"/>
                  <a:pt x="2266956" y="4825453"/>
                </a:cubicBezTo>
                <a:cubicBezTo>
                  <a:pt x="2269579" y="4820578"/>
                  <a:pt x="2272120" y="4815856"/>
                  <a:pt x="2274639" y="4811175"/>
                </a:cubicBezTo>
                <a:cubicBezTo>
                  <a:pt x="2274506" y="4810996"/>
                  <a:pt x="2274456" y="4810890"/>
                  <a:pt x="2274374" y="4810825"/>
                </a:cubicBezTo>
                <a:cubicBezTo>
                  <a:pt x="2274199" y="4810685"/>
                  <a:pt x="2274011" y="4810561"/>
                  <a:pt x="2273821" y="4810442"/>
                </a:cubicBezTo>
                <a:cubicBezTo>
                  <a:pt x="2265829" y="4805432"/>
                  <a:pt x="2257086" y="4802695"/>
                  <a:pt x="2247707" y="4802110"/>
                </a:cubicBezTo>
                <a:close/>
                <a:moveTo>
                  <a:pt x="1961036" y="4782283"/>
                </a:moveTo>
                <a:cubicBezTo>
                  <a:pt x="1961036" y="4799985"/>
                  <a:pt x="1961036" y="4817600"/>
                  <a:pt x="1961036" y="4835384"/>
                </a:cubicBezTo>
                <a:cubicBezTo>
                  <a:pt x="1961036" y="4852097"/>
                  <a:pt x="1961036" y="4868643"/>
                  <a:pt x="1961036" y="4885208"/>
                </a:cubicBezTo>
                <a:cubicBezTo>
                  <a:pt x="1967717" y="4885208"/>
                  <a:pt x="1974197" y="4885208"/>
                  <a:pt x="1980809" y="4885208"/>
                </a:cubicBezTo>
                <a:cubicBezTo>
                  <a:pt x="1980809" y="4880397"/>
                  <a:pt x="1980809" y="4875691"/>
                  <a:pt x="1980809" y="4870986"/>
                </a:cubicBezTo>
                <a:cubicBezTo>
                  <a:pt x="1980809" y="4866325"/>
                  <a:pt x="1980794" y="4861665"/>
                  <a:pt x="1980813" y="4857004"/>
                </a:cubicBezTo>
                <a:cubicBezTo>
                  <a:pt x="1980831" y="4852318"/>
                  <a:pt x="1980731" y="4847629"/>
                  <a:pt x="1980879" y="4842811"/>
                </a:cubicBezTo>
                <a:cubicBezTo>
                  <a:pt x="1993176" y="4842811"/>
                  <a:pt x="2005280" y="4842811"/>
                  <a:pt x="2017462" y="4842811"/>
                </a:cubicBezTo>
                <a:cubicBezTo>
                  <a:pt x="2017462" y="4836919"/>
                  <a:pt x="2017462" y="4831164"/>
                  <a:pt x="2017462" y="4825218"/>
                </a:cubicBezTo>
                <a:cubicBezTo>
                  <a:pt x="2005245" y="4825218"/>
                  <a:pt x="1993097" y="4825218"/>
                  <a:pt x="1980920" y="4825218"/>
                </a:cubicBezTo>
                <a:cubicBezTo>
                  <a:pt x="1980920" y="4816698"/>
                  <a:pt x="1980920" y="4808369"/>
                  <a:pt x="1980920" y="4800086"/>
                </a:cubicBezTo>
                <a:cubicBezTo>
                  <a:pt x="1981081" y="4800019"/>
                  <a:pt x="1981130" y="4799981"/>
                  <a:pt x="1981179" y="4799981"/>
                </a:cubicBezTo>
                <a:cubicBezTo>
                  <a:pt x="1996171" y="4799966"/>
                  <a:pt x="2011162" y="4799955"/>
                  <a:pt x="2026154" y="4799940"/>
                </a:cubicBezTo>
                <a:cubicBezTo>
                  <a:pt x="2026321" y="4799940"/>
                  <a:pt x="2026489" y="4799910"/>
                  <a:pt x="2026654" y="4799881"/>
                </a:cubicBezTo>
                <a:cubicBezTo>
                  <a:pt x="2026701" y="4799872"/>
                  <a:pt x="2026743" y="4799821"/>
                  <a:pt x="2026784" y="4799785"/>
                </a:cubicBezTo>
                <a:cubicBezTo>
                  <a:pt x="2026826" y="4799748"/>
                  <a:pt x="2026864" y="4799706"/>
                  <a:pt x="2026890" y="4799680"/>
                </a:cubicBezTo>
                <a:cubicBezTo>
                  <a:pt x="2026890" y="4793901"/>
                  <a:pt x="2026890" y="4788136"/>
                  <a:pt x="2026890" y="4782283"/>
                </a:cubicBezTo>
                <a:cubicBezTo>
                  <a:pt x="2004939" y="4782283"/>
                  <a:pt x="1983075" y="4782283"/>
                  <a:pt x="1961036" y="4782283"/>
                </a:cubicBezTo>
                <a:close/>
                <a:moveTo>
                  <a:pt x="2034288" y="4782195"/>
                </a:moveTo>
                <a:cubicBezTo>
                  <a:pt x="2033965" y="4782196"/>
                  <a:pt x="2033642" y="4782240"/>
                  <a:pt x="2033239" y="4782269"/>
                </a:cubicBezTo>
                <a:cubicBezTo>
                  <a:pt x="2033239" y="4816587"/>
                  <a:pt x="2033239" y="4850805"/>
                  <a:pt x="2033239" y="4885112"/>
                </a:cubicBezTo>
                <a:cubicBezTo>
                  <a:pt x="2039801" y="4885112"/>
                  <a:pt x="2046279" y="4885112"/>
                  <a:pt x="2052925" y="4885112"/>
                </a:cubicBezTo>
                <a:cubicBezTo>
                  <a:pt x="2052925" y="4884366"/>
                  <a:pt x="2052925" y="4883706"/>
                  <a:pt x="2052925" y="4883046"/>
                </a:cubicBezTo>
                <a:cubicBezTo>
                  <a:pt x="2052925" y="4850141"/>
                  <a:pt x="2052925" y="4817237"/>
                  <a:pt x="2052922" y="4784332"/>
                </a:cubicBezTo>
                <a:cubicBezTo>
                  <a:pt x="2052922" y="4783717"/>
                  <a:pt x="2052882" y="4783101"/>
                  <a:pt x="2052752" y="4782373"/>
                </a:cubicBezTo>
                <a:cubicBezTo>
                  <a:pt x="2052421" y="4782238"/>
                  <a:pt x="2052199" y="4782196"/>
                  <a:pt x="2051976" y="4782196"/>
                </a:cubicBezTo>
                <a:cubicBezTo>
                  <a:pt x="2046080" y="4782192"/>
                  <a:pt x="2040184" y="4782191"/>
                  <a:pt x="2034288" y="4782195"/>
                </a:cubicBezTo>
                <a:close/>
                <a:moveTo>
                  <a:pt x="1885543" y="4719565"/>
                </a:moveTo>
                <a:cubicBezTo>
                  <a:pt x="1892022" y="4720198"/>
                  <a:pt x="1897666" y="4722922"/>
                  <a:pt x="1902460" y="4727397"/>
                </a:cubicBezTo>
                <a:cubicBezTo>
                  <a:pt x="1908240" y="4732793"/>
                  <a:pt x="1911567" y="4739456"/>
                  <a:pt x="1912331" y="4747247"/>
                </a:cubicBezTo>
                <a:cubicBezTo>
                  <a:pt x="1913177" y="4755874"/>
                  <a:pt x="1910769" y="4763673"/>
                  <a:pt x="1905221" y="4770390"/>
                </a:cubicBezTo>
                <a:cubicBezTo>
                  <a:pt x="1900869" y="4775658"/>
                  <a:pt x="1895338" y="4779130"/>
                  <a:pt x="1888640" y="4780571"/>
                </a:cubicBezTo>
                <a:cubicBezTo>
                  <a:pt x="1886413" y="4781050"/>
                  <a:pt x="1884105" y="4781351"/>
                  <a:pt x="1881831" y="4781372"/>
                </a:cubicBezTo>
                <a:cubicBezTo>
                  <a:pt x="1872342" y="4781459"/>
                  <a:pt x="1862852" y="4781409"/>
                  <a:pt x="1853363" y="4781406"/>
                </a:cubicBezTo>
                <a:cubicBezTo>
                  <a:pt x="1853037" y="4781406"/>
                  <a:pt x="1852711" y="4781365"/>
                  <a:pt x="1852286" y="4781337"/>
                </a:cubicBezTo>
                <a:cubicBezTo>
                  <a:pt x="1852251" y="4780836"/>
                  <a:pt x="1852193" y="4780404"/>
                  <a:pt x="1852193" y="4779972"/>
                </a:cubicBezTo>
                <a:cubicBezTo>
                  <a:pt x="1852188" y="4769584"/>
                  <a:pt x="1852143" y="4759196"/>
                  <a:pt x="1852230" y="4748808"/>
                </a:cubicBezTo>
                <a:cubicBezTo>
                  <a:pt x="1852247" y="4746821"/>
                  <a:pt x="1852789" y="4744838"/>
                  <a:pt x="1853089" y="4742854"/>
                </a:cubicBezTo>
                <a:cubicBezTo>
                  <a:pt x="1854342" y="4737956"/>
                  <a:pt x="1856401" y="4733751"/>
                  <a:pt x="1859541" y="4730138"/>
                </a:cubicBezTo>
                <a:cubicBezTo>
                  <a:pt x="1866412" y="4722232"/>
                  <a:pt x="1875096" y="4718545"/>
                  <a:pt x="1885543" y="4719565"/>
                </a:cubicBezTo>
                <a:close/>
                <a:moveTo>
                  <a:pt x="1877071" y="4700588"/>
                </a:moveTo>
                <a:cubicBezTo>
                  <a:pt x="1876241" y="4700797"/>
                  <a:pt x="1875420" y="4701063"/>
                  <a:pt x="1874579" y="4701208"/>
                </a:cubicBezTo>
                <a:cubicBezTo>
                  <a:pt x="1864858" y="4702885"/>
                  <a:pt x="1856441" y="4707119"/>
                  <a:pt x="1849300" y="4713939"/>
                </a:cubicBezTo>
                <a:cubicBezTo>
                  <a:pt x="1845325" y="4717736"/>
                  <a:pt x="1842073" y="4722065"/>
                  <a:pt x="1839537" y="4726920"/>
                </a:cubicBezTo>
                <a:cubicBezTo>
                  <a:pt x="1837138" y="4731513"/>
                  <a:pt x="1835495" y="4736380"/>
                  <a:pt x="1834624" y="4741503"/>
                </a:cubicBezTo>
                <a:cubicBezTo>
                  <a:pt x="1834049" y="4744883"/>
                  <a:pt x="1833857" y="4748280"/>
                  <a:pt x="1833870" y="4751705"/>
                </a:cubicBezTo>
                <a:cubicBezTo>
                  <a:pt x="1833903" y="4760915"/>
                  <a:pt x="1833881" y="4770126"/>
                  <a:pt x="1833881" y="4779337"/>
                </a:cubicBezTo>
                <a:cubicBezTo>
                  <a:pt x="1833881" y="4779947"/>
                  <a:pt x="1833881" y="4780557"/>
                  <a:pt x="1833881" y="4781343"/>
                </a:cubicBezTo>
                <a:cubicBezTo>
                  <a:pt x="1824369" y="4781343"/>
                  <a:pt x="1814964" y="4781343"/>
                  <a:pt x="1805455" y="4781343"/>
                </a:cubicBezTo>
                <a:cubicBezTo>
                  <a:pt x="1805455" y="4787611"/>
                  <a:pt x="1805455" y="4793704"/>
                  <a:pt x="1805455" y="4800050"/>
                </a:cubicBezTo>
                <a:cubicBezTo>
                  <a:pt x="1814841" y="4800065"/>
                  <a:pt x="1824241" y="4800048"/>
                  <a:pt x="1833760" y="4800060"/>
                </a:cubicBezTo>
                <a:cubicBezTo>
                  <a:pt x="1833760" y="4808380"/>
                  <a:pt x="1833760" y="4816596"/>
                  <a:pt x="1833760" y="4824991"/>
                </a:cubicBezTo>
                <a:cubicBezTo>
                  <a:pt x="1833124" y="4824991"/>
                  <a:pt x="1832524" y="4824991"/>
                  <a:pt x="1831923" y="4824991"/>
                </a:cubicBezTo>
                <a:cubicBezTo>
                  <a:pt x="1822431" y="4824991"/>
                  <a:pt x="1812940" y="4825011"/>
                  <a:pt x="1803448" y="4824984"/>
                </a:cubicBezTo>
                <a:cubicBezTo>
                  <a:pt x="1797782" y="4824968"/>
                  <a:pt x="1792316" y="4826004"/>
                  <a:pt x="1787027" y="4827984"/>
                </a:cubicBezTo>
                <a:cubicBezTo>
                  <a:pt x="1781294" y="4830129"/>
                  <a:pt x="1776176" y="4833283"/>
                  <a:pt x="1771653" y="4837423"/>
                </a:cubicBezTo>
                <a:cubicBezTo>
                  <a:pt x="1762658" y="4845656"/>
                  <a:pt x="1757397" y="4855829"/>
                  <a:pt x="1755698" y="4867880"/>
                </a:cubicBezTo>
                <a:cubicBezTo>
                  <a:pt x="1755657" y="4868176"/>
                  <a:pt x="1755472" y="4868451"/>
                  <a:pt x="1755218" y="4868899"/>
                </a:cubicBezTo>
                <a:cubicBezTo>
                  <a:pt x="1755082" y="4872887"/>
                  <a:pt x="1755082" y="4876714"/>
                  <a:pt x="1755082" y="4880540"/>
                </a:cubicBezTo>
                <a:cubicBezTo>
                  <a:pt x="1755285" y="4880737"/>
                  <a:pt x="1755646" y="4880918"/>
                  <a:pt x="1755668" y="4881134"/>
                </a:cubicBezTo>
                <a:cubicBezTo>
                  <a:pt x="1756244" y="4886651"/>
                  <a:pt x="1757889" y="4891861"/>
                  <a:pt x="1760269" y="4896837"/>
                </a:cubicBezTo>
                <a:cubicBezTo>
                  <a:pt x="1762260" y="4900999"/>
                  <a:pt x="1764824" y="4904812"/>
                  <a:pt x="1767897" y="4908260"/>
                </a:cubicBezTo>
                <a:cubicBezTo>
                  <a:pt x="1772196" y="4913083"/>
                  <a:pt x="1777261" y="4916911"/>
                  <a:pt x="1783062" y="4919760"/>
                </a:cubicBezTo>
                <a:cubicBezTo>
                  <a:pt x="1787517" y="4921947"/>
                  <a:pt x="1792246" y="4923240"/>
                  <a:pt x="1797316" y="4924223"/>
                </a:cubicBezTo>
                <a:cubicBezTo>
                  <a:pt x="1801347" y="4924348"/>
                  <a:pt x="1805173" y="4924348"/>
                  <a:pt x="1809074" y="4924233"/>
                </a:cubicBezTo>
                <a:cubicBezTo>
                  <a:pt x="1810477" y="4923933"/>
                  <a:pt x="1811823" y="4923831"/>
                  <a:pt x="1813132" y="4923551"/>
                </a:cubicBezTo>
                <a:cubicBezTo>
                  <a:pt x="1823419" y="4921346"/>
                  <a:pt x="1832114" y="4916374"/>
                  <a:pt x="1839198" y="4908568"/>
                </a:cubicBezTo>
                <a:cubicBezTo>
                  <a:pt x="1843824" y="4903470"/>
                  <a:pt x="1847219" y="4897664"/>
                  <a:pt x="1849455" y="4891174"/>
                </a:cubicBezTo>
                <a:cubicBezTo>
                  <a:pt x="1851332" y="4885728"/>
                  <a:pt x="1852180" y="4880105"/>
                  <a:pt x="1852187" y="4874354"/>
                </a:cubicBezTo>
                <a:cubicBezTo>
                  <a:pt x="1852198" y="4864807"/>
                  <a:pt x="1852190" y="4855261"/>
                  <a:pt x="1852190" y="4845715"/>
                </a:cubicBezTo>
                <a:cubicBezTo>
                  <a:pt x="1852190" y="4845113"/>
                  <a:pt x="1852190" y="4844512"/>
                  <a:pt x="1852190" y="4843736"/>
                </a:cubicBezTo>
                <a:cubicBezTo>
                  <a:pt x="1861765" y="4843736"/>
                  <a:pt x="1871166" y="4843736"/>
                  <a:pt x="1880618" y="4843736"/>
                </a:cubicBezTo>
                <a:cubicBezTo>
                  <a:pt x="1880618" y="4837417"/>
                  <a:pt x="1880618" y="4831276"/>
                  <a:pt x="1880618" y="4824955"/>
                </a:cubicBezTo>
                <a:cubicBezTo>
                  <a:pt x="1871116" y="4824955"/>
                  <a:pt x="1861717" y="4824955"/>
                  <a:pt x="1852340" y="4824955"/>
                </a:cubicBezTo>
                <a:cubicBezTo>
                  <a:pt x="1852000" y="4821953"/>
                  <a:pt x="1852119" y="4801312"/>
                  <a:pt x="1852485" y="4800056"/>
                </a:cubicBezTo>
                <a:cubicBezTo>
                  <a:pt x="1853076" y="4800056"/>
                  <a:pt x="1853690" y="4800056"/>
                  <a:pt x="1854304" y="4800056"/>
                </a:cubicBezTo>
                <a:cubicBezTo>
                  <a:pt x="1864075" y="4800056"/>
                  <a:pt x="1873846" y="4800082"/>
                  <a:pt x="1883616" y="4800034"/>
                </a:cubicBezTo>
                <a:cubicBezTo>
                  <a:pt x="1885624" y="4800025"/>
                  <a:pt x="1887655" y="4799892"/>
                  <a:pt x="1889632" y="4799557"/>
                </a:cubicBezTo>
                <a:cubicBezTo>
                  <a:pt x="1901162" y="4797601"/>
                  <a:pt x="1910873" y="4792289"/>
                  <a:pt x="1918497" y="4783396"/>
                </a:cubicBezTo>
                <a:cubicBezTo>
                  <a:pt x="1928177" y="4772104"/>
                  <a:pt x="1932017" y="4758958"/>
                  <a:pt x="1930356" y="4744231"/>
                </a:cubicBezTo>
                <a:cubicBezTo>
                  <a:pt x="1928976" y="4732000"/>
                  <a:pt x="1923661" y="4721697"/>
                  <a:pt x="1914646" y="4713321"/>
                </a:cubicBezTo>
                <a:cubicBezTo>
                  <a:pt x="1907601" y="4706775"/>
                  <a:pt x="1899331" y="4702708"/>
                  <a:pt x="1889817" y="4701190"/>
                </a:cubicBezTo>
                <a:cubicBezTo>
                  <a:pt x="1889148" y="4701084"/>
                  <a:pt x="1888508" y="4700793"/>
                  <a:pt x="1887697" y="4700588"/>
                </a:cubicBezTo>
                <a:cubicBezTo>
                  <a:pt x="1884050" y="4700588"/>
                  <a:pt x="1880560" y="4700588"/>
                  <a:pt x="1877071" y="4700588"/>
                </a:cubicBezTo>
                <a:close/>
                <a:moveTo>
                  <a:pt x="0" y="0"/>
                </a:moveTo>
                <a:lnTo>
                  <a:pt x="2743200" y="0"/>
                </a:lnTo>
                <a:lnTo>
                  <a:pt x="27432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53E60-B6ED-91F4-7EAE-3409D87F69B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6237" y="1209628"/>
            <a:ext cx="5644975" cy="33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F6B856-CF8F-5684-4D50-490DAD5EB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74638"/>
            <a:ext cx="5642765" cy="460375"/>
          </a:xfrm>
        </p:spPr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612C0624-A7A1-A899-726A-BE9502BBED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5642765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63751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70 - Image 30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0ED0B3-E629-D36A-8D8D-8C0596D44865}"/>
              </a:ext>
            </a:extLst>
          </p:cNvPr>
          <p:cNvSpPr/>
          <p:nvPr userDrawn="1"/>
        </p:nvSpPr>
        <p:spPr>
          <a:xfrm>
            <a:off x="-1" y="0"/>
            <a:ext cx="64008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err="1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3F46615-FB24-A770-29BF-7B326F7BA0B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6237" y="1209627"/>
            <a:ext cx="5645152" cy="336237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3AD0A-3616-5904-F20E-281E6DEBF0E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00800" y="0"/>
            <a:ext cx="2743200" cy="5143500"/>
          </a:xfrm>
          <a:custGeom>
            <a:avLst/>
            <a:gdLst>
              <a:gd name="connsiteX0" fmla="*/ 1831861 w 2743200"/>
              <a:gd name="connsiteY0" fmla="*/ 4843753 h 5143500"/>
              <a:gd name="connsiteX1" fmla="*/ 1833881 w 2743200"/>
              <a:gd name="connsiteY1" fmla="*/ 4843753 h 5143500"/>
              <a:gd name="connsiteX2" fmla="*/ 1833881 w 2743200"/>
              <a:gd name="connsiteY2" fmla="*/ 4869925 h 5143500"/>
              <a:gd name="connsiteX3" fmla="*/ 1833327 w 2743200"/>
              <a:gd name="connsiteY3" fmla="*/ 4880470 h 5143500"/>
              <a:gd name="connsiteX4" fmla="*/ 1826612 w 2743200"/>
              <a:gd name="connsiteY4" fmla="*/ 4894751 h 5143500"/>
              <a:gd name="connsiteX5" fmla="*/ 1807249 w 2743200"/>
              <a:gd name="connsiteY5" fmla="*/ 4905435 h 5143500"/>
              <a:gd name="connsiteX6" fmla="*/ 1785291 w 2743200"/>
              <a:gd name="connsiteY6" fmla="*/ 4899142 h 5143500"/>
              <a:gd name="connsiteX7" fmla="*/ 1773913 w 2743200"/>
              <a:gd name="connsiteY7" fmla="*/ 4879213 h 5143500"/>
              <a:gd name="connsiteX8" fmla="*/ 1781642 w 2743200"/>
              <a:gd name="connsiteY8" fmla="*/ 4853747 h 5143500"/>
              <a:gd name="connsiteX9" fmla="*/ 1803742 w 2743200"/>
              <a:gd name="connsiteY9" fmla="*/ 4843767 h 5143500"/>
              <a:gd name="connsiteX10" fmla="*/ 1831861 w 2743200"/>
              <a:gd name="connsiteY10" fmla="*/ 4843753 h 5143500"/>
              <a:gd name="connsiteX11" fmla="*/ 2090305 w 2743200"/>
              <a:gd name="connsiteY11" fmla="*/ 4822055 h 5143500"/>
              <a:gd name="connsiteX12" fmla="*/ 2109746 w 2743200"/>
              <a:gd name="connsiteY12" fmla="*/ 4822073 h 5143500"/>
              <a:gd name="connsiteX13" fmla="*/ 2119767 w 2743200"/>
              <a:gd name="connsiteY13" fmla="*/ 4833690 h 5143500"/>
              <a:gd name="connsiteX14" fmla="*/ 2120053 w 2743200"/>
              <a:gd name="connsiteY14" fmla="*/ 4834569 h 5143500"/>
              <a:gd name="connsiteX15" fmla="*/ 2079930 w 2743200"/>
              <a:gd name="connsiteY15" fmla="*/ 4834569 h 5143500"/>
              <a:gd name="connsiteX16" fmla="*/ 2080965 w 2743200"/>
              <a:gd name="connsiteY16" fmla="*/ 4832224 h 5143500"/>
              <a:gd name="connsiteX17" fmla="*/ 2090305 w 2743200"/>
              <a:gd name="connsiteY17" fmla="*/ 4822055 h 5143500"/>
              <a:gd name="connsiteX18" fmla="*/ 2316788 w 2743200"/>
              <a:gd name="connsiteY18" fmla="*/ 4820110 h 5143500"/>
              <a:gd name="connsiteX19" fmla="*/ 2338602 w 2743200"/>
              <a:gd name="connsiteY19" fmla="*/ 4827673 h 5143500"/>
              <a:gd name="connsiteX20" fmla="*/ 2339176 w 2743200"/>
              <a:gd name="connsiteY20" fmla="*/ 4860034 h 5143500"/>
              <a:gd name="connsiteX21" fmla="*/ 2328232 w 2743200"/>
              <a:gd name="connsiteY21" fmla="*/ 4867563 h 5143500"/>
              <a:gd name="connsiteX22" fmla="*/ 2321201 w 2743200"/>
              <a:gd name="connsiteY22" fmla="*/ 4868695 h 5143500"/>
              <a:gd name="connsiteX23" fmla="*/ 2306187 w 2743200"/>
              <a:gd name="connsiteY23" fmla="*/ 4863280 h 5143500"/>
              <a:gd name="connsiteX24" fmla="*/ 2297319 w 2743200"/>
              <a:gd name="connsiteY24" fmla="*/ 4846493 h 5143500"/>
              <a:gd name="connsiteX25" fmla="*/ 2316788 w 2743200"/>
              <a:gd name="connsiteY25" fmla="*/ 4820110 h 5143500"/>
              <a:gd name="connsiteX26" fmla="*/ 2157047 w 2743200"/>
              <a:gd name="connsiteY26" fmla="*/ 4803275 h 5143500"/>
              <a:gd name="connsiteX27" fmla="*/ 2137678 w 2743200"/>
              <a:gd name="connsiteY27" fmla="*/ 4803315 h 5143500"/>
              <a:gd name="connsiteX28" fmla="*/ 2135922 w 2743200"/>
              <a:gd name="connsiteY28" fmla="*/ 4803393 h 5143500"/>
              <a:gd name="connsiteX29" fmla="*/ 2162682 w 2743200"/>
              <a:gd name="connsiteY29" fmla="*/ 4843556 h 5143500"/>
              <a:gd name="connsiteX30" fmla="*/ 2157096 w 2743200"/>
              <a:gd name="connsiteY30" fmla="*/ 4851945 h 5143500"/>
              <a:gd name="connsiteX31" fmla="*/ 2151580 w 2743200"/>
              <a:gd name="connsiteY31" fmla="*/ 4860198 h 5143500"/>
              <a:gd name="connsiteX32" fmla="*/ 2145956 w 2743200"/>
              <a:gd name="connsiteY32" fmla="*/ 4868581 h 5143500"/>
              <a:gd name="connsiteX33" fmla="*/ 2140457 w 2743200"/>
              <a:gd name="connsiteY33" fmla="*/ 4876847 h 5143500"/>
              <a:gd name="connsiteX34" fmla="*/ 2135025 w 2743200"/>
              <a:gd name="connsiteY34" fmla="*/ 4885114 h 5143500"/>
              <a:gd name="connsiteX35" fmla="*/ 2135777 w 2743200"/>
              <a:gd name="connsiteY35" fmla="*/ 4885199 h 5143500"/>
              <a:gd name="connsiteX36" fmla="*/ 2155652 w 2743200"/>
              <a:gd name="connsiteY36" fmla="*/ 4885234 h 5143500"/>
              <a:gd name="connsiteX37" fmla="*/ 2157474 w 2743200"/>
              <a:gd name="connsiteY37" fmla="*/ 4884102 h 5143500"/>
              <a:gd name="connsiteX38" fmla="*/ 2170718 w 2743200"/>
              <a:gd name="connsiteY38" fmla="*/ 4863037 h 5143500"/>
              <a:gd name="connsiteX39" fmla="*/ 2173967 w 2743200"/>
              <a:gd name="connsiteY39" fmla="*/ 4857950 h 5143500"/>
              <a:gd name="connsiteX40" fmla="*/ 2182054 w 2743200"/>
              <a:gd name="connsiteY40" fmla="*/ 4870759 h 5143500"/>
              <a:gd name="connsiteX41" fmla="*/ 2190425 w 2743200"/>
              <a:gd name="connsiteY41" fmla="*/ 4884110 h 5143500"/>
              <a:gd name="connsiteX42" fmla="*/ 2192429 w 2743200"/>
              <a:gd name="connsiteY42" fmla="*/ 4885225 h 5143500"/>
              <a:gd name="connsiteX43" fmla="*/ 2212472 w 2743200"/>
              <a:gd name="connsiteY43" fmla="*/ 4885200 h 5143500"/>
              <a:gd name="connsiteX44" fmla="*/ 2213767 w 2743200"/>
              <a:gd name="connsiteY44" fmla="*/ 4885083 h 5143500"/>
              <a:gd name="connsiteX45" fmla="*/ 2185683 w 2743200"/>
              <a:gd name="connsiteY45" fmla="*/ 4843077 h 5143500"/>
              <a:gd name="connsiteX46" fmla="*/ 2212411 w 2743200"/>
              <a:gd name="connsiteY46" fmla="*/ 4803452 h 5143500"/>
              <a:gd name="connsiteX47" fmla="*/ 2211833 w 2743200"/>
              <a:gd name="connsiteY47" fmla="*/ 4803326 h 5143500"/>
              <a:gd name="connsiteX48" fmla="*/ 2191453 w 2743200"/>
              <a:gd name="connsiteY48" fmla="*/ 4803289 h 5143500"/>
              <a:gd name="connsiteX49" fmla="*/ 2189764 w 2743200"/>
              <a:gd name="connsiteY49" fmla="*/ 4804389 h 5143500"/>
              <a:gd name="connsiteX50" fmla="*/ 2184387 w 2743200"/>
              <a:gd name="connsiteY50" fmla="*/ 4812924 h 5143500"/>
              <a:gd name="connsiteX51" fmla="*/ 2174460 w 2743200"/>
              <a:gd name="connsiteY51" fmla="*/ 4828662 h 5143500"/>
              <a:gd name="connsiteX52" fmla="*/ 2173544 w 2743200"/>
              <a:gd name="connsiteY52" fmla="*/ 4827364 h 5143500"/>
              <a:gd name="connsiteX53" fmla="*/ 2159420 w 2743200"/>
              <a:gd name="connsiteY53" fmla="*/ 4804669 h 5143500"/>
              <a:gd name="connsiteX54" fmla="*/ 2157047 w 2743200"/>
              <a:gd name="connsiteY54" fmla="*/ 4803275 h 5143500"/>
              <a:gd name="connsiteX55" fmla="*/ 2314944 w 2743200"/>
              <a:gd name="connsiteY55" fmla="*/ 4802138 h 5143500"/>
              <a:gd name="connsiteX56" fmla="*/ 2290219 w 2743200"/>
              <a:gd name="connsiteY56" fmla="*/ 4815850 h 5143500"/>
              <a:gd name="connsiteX57" fmla="*/ 2282823 w 2743200"/>
              <a:gd name="connsiteY57" fmla="*/ 4860377 h 5143500"/>
              <a:gd name="connsiteX58" fmla="*/ 2303460 w 2743200"/>
              <a:gd name="connsiteY58" fmla="*/ 4882640 h 5143500"/>
              <a:gd name="connsiteX59" fmla="*/ 2331577 w 2743200"/>
              <a:gd name="connsiteY59" fmla="*/ 4885287 h 5143500"/>
              <a:gd name="connsiteX60" fmla="*/ 2351895 w 2743200"/>
              <a:gd name="connsiteY60" fmla="*/ 4872522 h 5143500"/>
              <a:gd name="connsiteX61" fmla="*/ 2362017 w 2743200"/>
              <a:gd name="connsiteY61" fmla="*/ 4849709 h 5143500"/>
              <a:gd name="connsiteX62" fmla="*/ 2362333 w 2743200"/>
              <a:gd name="connsiteY62" fmla="*/ 4849042 h 5143500"/>
              <a:gd name="connsiteX63" fmla="*/ 2362207 w 2743200"/>
              <a:gd name="connsiteY63" fmla="*/ 4839363 h 5143500"/>
              <a:gd name="connsiteX64" fmla="*/ 2361863 w 2743200"/>
              <a:gd name="connsiteY64" fmla="*/ 4836791 h 5143500"/>
              <a:gd name="connsiteX65" fmla="*/ 2348719 w 2743200"/>
              <a:gd name="connsiteY65" fmla="*/ 4812587 h 5143500"/>
              <a:gd name="connsiteX66" fmla="*/ 2314944 w 2743200"/>
              <a:gd name="connsiteY66" fmla="*/ 4802138 h 5143500"/>
              <a:gd name="connsiteX67" fmla="*/ 2100828 w 2743200"/>
              <a:gd name="connsiteY67" fmla="*/ 4802122 h 5143500"/>
              <a:gd name="connsiteX68" fmla="*/ 2093177 w 2743200"/>
              <a:gd name="connsiteY68" fmla="*/ 4802743 h 5143500"/>
              <a:gd name="connsiteX69" fmla="*/ 2086133 w 2743200"/>
              <a:gd name="connsiteY69" fmla="*/ 4804843 h 5143500"/>
              <a:gd name="connsiteX70" fmla="*/ 2065814 w 2743200"/>
              <a:gd name="connsiteY70" fmla="*/ 4823828 h 5143500"/>
              <a:gd name="connsiteX71" fmla="*/ 2061712 w 2743200"/>
              <a:gd name="connsiteY71" fmla="*/ 4852050 h 5143500"/>
              <a:gd name="connsiteX72" fmla="*/ 2078195 w 2743200"/>
              <a:gd name="connsiteY72" fmla="*/ 4878849 h 5143500"/>
              <a:gd name="connsiteX73" fmla="*/ 2106338 w 2743200"/>
              <a:gd name="connsiteY73" fmla="*/ 4885477 h 5143500"/>
              <a:gd name="connsiteX74" fmla="*/ 2130700 w 2743200"/>
              <a:gd name="connsiteY74" fmla="*/ 4870561 h 5143500"/>
              <a:gd name="connsiteX75" fmla="*/ 2133946 w 2743200"/>
              <a:gd name="connsiteY75" fmla="*/ 4865772 h 5143500"/>
              <a:gd name="connsiteX76" fmla="*/ 2118891 w 2743200"/>
              <a:gd name="connsiteY76" fmla="*/ 4858646 h 5143500"/>
              <a:gd name="connsiteX77" fmla="*/ 2093505 w 2743200"/>
              <a:gd name="connsiteY77" fmla="*/ 4867491 h 5143500"/>
              <a:gd name="connsiteX78" fmla="*/ 2078536 w 2743200"/>
              <a:gd name="connsiteY78" fmla="*/ 4850499 h 5143500"/>
              <a:gd name="connsiteX79" fmla="*/ 2138186 w 2743200"/>
              <a:gd name="connsiteY79" fmla="*/ 4850499 h 5143500"/>
              <a:gd name="connsiteX80" fmla="*/ 2138514 w 2743200"/>
              <a:gd name="connsiteY80" fmla="*/ 4848919 h 5143500"/>
              <a:gd name="connsiteX81" fmla="*/ 2138315 w 2743200"/>
              <a:gd name="connsiteY81" fmla="*/ 4837564 h 5143500"/>
              <a:gd name="connsiteX82" fmla="*/ 2123994 w 2743200"/>
              <a:gd name="connsiteY82" fmla="*/ 4811136 h 5143500"/>
              <a:gd name="connsiteX83" fmla="*/ 2100828 w 2743200"/>
              <a:gd name="connsiteY83" fmla="*/ 4802122 h 5143500"/>
              <a:gd name="connsiteX84" fmla="*/ 2247707 w 2743200"/>
              <a:gd name="connsiteY84" fmla="*/ 4802110 h 5143500"/>
              <a:gd name="connsiteX85" fmla="*/ 2231941 w 2743200"/>
              <a:gd name="connsiteY85" fmla="*/ 4804724 h 5143500"/>
              <a:gd name="connsiteX86" fmla="*/ 2219072 w 2743200"/>
              <a:gd name="connsiteY86" fmla="*/ 4816693 h 5143500"/>
              <a:gd name="connsiteX87" fmla="*/ 2216795 w 2743200"/>
              <a:gd name="connsiteY87" fmla="*/ 4828622 h 5143500"/>
              <a:gd name="connsiteX88" fmla="*/ 2225857 w 2743200"/>
              <a:gd name="connsiteY88" fmla="*/ 4845697 h 5143500"/>
              <a:gd name="connsiteX89" fmla="*/ 2238642 w 2743200"/>
              <a:gd name="connsiteY89" fmla="*/ 4851565 h 5143500"/>
              <a:gd name="connsiteX90" fmla="*/ 2249199 w 2743200"/>
              <a:gd name="connsiteY90" fmla="*/ 4854933 h 5143500"/>
              <a:gd name="connsiteX91" fmla="*/ 2255337 w 2743200"/>
              <a:gd name="connsiteY91" fmla="*/ 4857977 h 5143500"/>
              <a:gd name="connsiteX92" fmla="*/ 2253801 w 2743200"/>
              <a:gd name="connsiteY92" fmla="*/ 4869688 h 5143500"/>
              <a:gd name="connsiteX93" fmla="*/ 2246217 w 2743200"/>
              <a:gd name="connsiteY93" fmla="*/ 4870793 h 5143500"/>
              <a:gd name="connsiteX94" fmla="*/ 2230948 w 2743200"/>
              <a:gd name="connsiteY94" fmla="*/ 4866590 h 5143500"/>
              <a:gd name="connsiteX95" fmla="*/ 2221609 w 2743200"/>
              <a:gd name="connsiteY95" fmla="*/ 4861430 h 5143500"/>
              <a:gd name="connsiteX96" fmla="*/ 2220267 w 2743200"/>
              <a:gd name="connsiteY96" fmla="*/ 4863497 h 5143500"/>
              <a:gd name="connsiteX97" fmla="*/ 2213019 w 2743200"/>
              <a:gd name="connsiteY97" fmla="*/ 4874969 h 5143500"/>
              <a:gd name="connsiteX98" fmla="*/ 2222168 w 2743200"/>
              <a:gd name="connsiteY98" fmla="*/ 4880832 h 5143500"/>
              <a:gd name="connsiteX99" fmla="*/ 2249054 w 2743200"/>
              <a:gd name="connsiteY99" fmla="*/ 4886694 h 5143500"/>
              <a:gd name="connsiteX100" fmla="*/ 2260890 w 2743200"/>
              <a:gd name="connsiteY100" fmla="*/ 4884517 h 5143500"/>
              <a:gd name="connsiteX101" fmla="*/ 2270514 w 2743200"/>
              <a:gd name="connsiteY101" fmla="*/ 4878539 h 5143500"/>
              <a:gd name="connsiteX102" fmla="*/ 2276582 w 2743200"/>
              <a:gd name="connsiteY102" fmla="*/ 4856780 h 5143500"/>
              <a:gd name="connsiteX103" fmla="*/ 2268712 w 2743200"/>
              <a:gd name="connsiteY103" fmla="*/ 4844156 h 5143500"/>
              <a:gd name="connsiteX104" fmla="*/ 2256967 w 2743200"/>
              <a:gd name="connsiteY104" fmla="*/ 4838055 h 5143500"/>
              <a:gd name="connsiteX105" fmla="*/ 2244796 w 2743200"/>
              <a:gd name="connsiteY105" fmla="*/ 4833683 h 5143500"/>
              <a:gd name="connsiteX106" fmla="*/ 2237158 w 2743200"/>
              <a:gd name="connsiteY106" fmla="*/ 4829256 h 5143500"/>
              <a:gd name="connsiteX107" fmla="*/ 2236738 w 2743200"/>
              <a:gd name="connsiteY107" fmla="*/ 4821313 h 5143500"/>
              <a:gd name="connsiteX108" fmla="*/ 2241237 w 2743200"/>
              <a:gd name="connsiteY108" fmla="*/ 4818553 h 5143500"/>
              <a:gd name="connsiteX109" fmla="*/ 2250231 w 2743200"/>
              <a:gd name="connsiteY109" fmla="*/ 4818661 h 5143500"/>
              <a:gd name="connsiteX110" fmla="*/ 2265340 w 2743200"/>
              <a:gd name="connsiteY110" fmla="*/ 4824618 h 5143500"/>
              <a:gd name="connsiteX111" fmla="*/ 2266956 w 2743200"/>
              <a:gd name="connsiteY111" fmla="*/ 4825453 h 5143500"/>
              <a:gd name="connsiteX112" fmla="*/ 2274639 w 2743200"/>
              <a:gd name="connsiteY112" fmla="*/ 4811175 h 5143500"/>
              <a:gd name="connsiteX113" fmla="*/ 2274374 w 2743200"/>
              <a:gd name="connsiteY113" fmla="*/ 4810825 h 5143500"/>
              <a:gd name="connsiteX114" fmla="*/ 2273821 w 2743200"/>
              <a:gd name="connsiteY114" fmla="*/ 4810442 h 5143500"/>
              <a:gd name="connsiteX115" fmla="*/ 2247707 w 2743200"/>
              <a:gd name="connsiteY115" fmla="*/ 4802110 h 5143500"/>
              <a:gd name="connsiteX116" fmla="*/ 1961036 w 2743200"/>
              <a:gd name="connsiteY116" fmla="*/ 4782283 h 5143500"/>
              <a:gd name="connsiteX117" fmla="*/ 1961036 w 2743200"/>
              <a:gd name="connsiteY117" fmla="*/ 4835384 h 5143500"/>
              <a:gd name="connsiteX118" fmla="*/ 1961036 w 2743200"/>
              <a:gd name="connsiteY118" fmla="*/ 4885208 h 5143500"/>
              <a:gd name="connsiteX119" fmla="*/ 1980809 w 2743200"/>
              <a:gd name="connsiteY119" fmla="*/ 4885208 h 5143500"/>
              <a:gd name="connsiteX120" fmla="*/ 1980809 w 2743200"/>
              <a:gd name="connsiteY120" fmla="*/ 4870986 h 5143500"/>
              <a:gd name="connsiteX121" fmla="*/ 1980813 w 2743200"/>
              <a:gd name="connsiteY121" fmla="*/ 4857004 h 5143500"/>
              <a:gd name="connsiteX122" fmla="*/ 1980879 w 2743200"/>
              <a:gd name="connsiteY122" fmla="*/ 4842811 h 5143500"/>
              <a:gd name="connsiteX123" fmla="*/ 2017462 w 2743200"/>
              <a:gd name="connsiteY123" fmla="*/ 4842811 h 5143500"/>
              <a:gd name="connsiteX124" fmla="*/ 2017462 w 2743200"/>
              <a:gd name="connsiteY124" fmla="*/ 4825218 h 5143500"/>
              <a:gd name="connsiteX125" fmla="*/ 1980920 w 2743200"/>
              <a:gd name="connsiteY125" fmla="*/ 4825218 h 5143500"/>
              <a:gd name="connsiteX126" fmla="*/ 1980920 w 2743200"/>
              <a:gd name="connsiteY126" fmla="*/ 4800086 h 5143500"/>
              <a:gd name="connsiteX127" fmla="*/ 1981179 w 2743200"/>
              <a:gd name="connsiteY127" fmla="*/ 4799981 h 5143500"/>
              <a:gd name="connsiteX128" fmla="*/ 2026154 w 2743200"/>
              <a:gd name="connsiteY128" fmla="*/ 4799940 h 5143500"/>
              <a:gd name="connsiteX129" fmla="*/ 2026654 w 2743200"/>
              <a:gd name="connsiteY129" fmla="*/ 4799881 h 5143500"/>
              <a:gd name="connsiteX130" fmla="*/ 2026784 w 2743200"/>
              <a:gd name="connsiteY130" fmla="*/ 4799785 h 5143500"/>
              <a:gd name="connsiteX131" fmla="*/ 2026890 w 2743200"/>
              <a:gd name="connsiteY131" fmla="*/ 4799680 h 5143500"/>
              <a:gd name="connsiteX132" fmla="*/ 2026890 w 2743200"/>
              <a:gd name="connsiteY132" fmla="*/ 4782283 h 5143500"/>
              <a:gd name="connsiteX133" fmla="*/ 1961036 w 2743200"/>
              <a:gd name="connsiteY133" fmla="*/ 4782283 h 5143500"/>
              <a:gd name="connsiteX134" fmla="*/ 2034288 w 2743200"/>
              <a:gd name="connsiteY134" fmla="*/ 4782195 h 5143500"/>
              <a:gd name="connsiteX135" fmla="*/ 2033239 w 2743200"/>
              <a:gd name="connsiteY135" fmla="*/ 4782269 h 5143500"/>
              <a:gd name="connsiteX136" fmla="*/ 2033239 w 2743200"/>
              <a:gd name="connsiteY136" fmla="*/ 4885112 h 5143500"/>
              <a:gd name="connsiteX137" fmla="*/ 2052925 w 2743200"/>
              <a:gd name="connsiteY137" fmla="*/ 4885112 h 5143500"/>
              <a:gd name="connsiteX138" fmla="*/ 2052925 w 2743200"/>
              <a:gd name="connsiteY138" fmla="*/ 4883046 h 5143500"/>
              <a:gd name="connsiteX139" fmla="*/ 2052922 w 2743200"/>
              <a:gd name="connsiteY139" fmla="*/ 4784332 h 5143500"/>
              <a:gd name="connsiteX140" fmla="*/ 2052752 w 2743200"/>
              <a:gd name="connsiteY140" fmla="*/ 4782373 h 5143500"/>
              <a:gd name="connsiteX141" fmla="*/ 2051976 w 2743200"/>
              <a:gd name="connsiteY141" fmla="*/ 4782196 h 5143500"/>
              <a:gd name="connsiteX142" fmla="*/ 2034288 w 2743200"/>
              <a:gd name="connsiteY142" fmla="*/ 4782195 h 5143500"/>
              <a:gd name="connsiteX143" fmla="*/ 1885543 w 2743200"/>
              <a:gd name="connsiteY143" fmla="*/ 4719565 h 5143500"/>
              <a:gd name="connsiteX144" fmla="*/ 1902460 w 2743200"/>
              <a:gd name="connsiteY144" fmla="*/ 4727397 h 5143500"/>
              <a:gd name="connsiteX145" fmla="*/ 1912331 w 2743200"/>
              <a:gd name="connsiteY145" fmla="*/ 4747247 h 5143500"/>
              <a:gd name="connsiteX146" fmla="*/ 1905221 w 2743200"/>
              <a:gd name="connsiteY146" fmla="*/ 4770390 h 5143500"/>
              <a:gd name="connsiteX147" fmla="*/ 1888640 w 2743200"/>
              <a:gd name="connsiteY147" fmla="*/ 4780571 h 5143500"/>
              <a:gd name="connsiteX148" fmla="*/ 1881831 w 2743200"/>
              <a:gd name="connsiteY148" fmla="*/ 4781372 h 5143500"/>
              <a:gd name="connsiteX149" fmla="*/ 1853363 w 2743200"/>
              <a:gd name="connsiteY149" fmla="*/ 4781406 h 5143500"/>
              <a:gd name="connsiteX150" fmla="*/ 1852286 w 2743200"/>
              <a:gd name="connsiteY150" fmla="*/ 4781337 h 5143500"/>
              <a:gd name="connsiteX151" fmla="*/ 1852193 w 2743200"/>
              <a:gd name="connsiteY151" fmla="*/ 4779972 h 5143500"/>
              <a:gd name="connsiteX152" fmla="*/ 1852230 w 2743200"/>
              <a:gd name="connsiteY152" fmla="*/ 4748808 h 5143500"/>
              <a:gd name="connsiteX153" fmla="*/ 1853089 w 2743200"/>
              <a:gd name="connsiteY153" fmla="*/ 4742854 h 5143500"/>
              <a:gd name="connsiteX154" fmla="*/ 1859541 w 2743200"/>
              <a:gd name="connsiteY154" fmla="*/ 4730138 h 5143500"/>
              <a:gd name="connsiteX155" fmla="*/ 1885543 w 2743200"/>
              <a:gd name="connsiteY155" fmla="*/ 4719565 h 5143500"/>
              <a:gd name="connsiteX156" fmla="*/ 1877071 w 2743200"/>
              <a:gd name="connsiteY156" fmla="*/ 4700588 h 5143500"/>
              <a:gd name="connsiteX157" fmla="*/ 1874579 w 2743200"/>
              <a:gd name="connsiteY157" fmla="*/ 4701208 h 5143500"/>
              <a:gd name="connsiteX158" fmla="*/ 1849300 w 2743200"/>
              <a:gd name="connsiteY158" fmla="*/ 4713939 h 5143500"/>
              <a:gd name="connsiteX159" fmla="*/ 1839537 w 2743200"/>
              <a:gd name="connsiteY159" fmla="*/ 4726920 h 5143500"/>
              <a:gd name="connsiteX160" fmla="*/ 1834624 w 2743200"/>
              <a:gd name="connsiteY160" fmla="*/ 4741503 h 5143500"/>
              <a:gd name="connsiteX161" fmla="*/ 1833870 w 2743200"/>
              <a:gd name="connsiteY161" fmla="*/ 4751705 h 5143500"/>
              <a:gd name="connsiteX162" fmla="*/ 1833881 w 2743200"/>
              <a:gd name="connsiteY162" fmla="*/ 4779337 h 5143500"/>
              <a:gd name="connsiteX163" fmla="*/ 1833881 w 2743200"/>
              <a:gd name="connsiteY163" fmla="*/ 4781343 h 5143500"/>
              <a:gd name="connsiteX164" fmla="*/ 1805455 w 2743200"/>
              <a:gd name="connsiteY164" fmla="*/ 4781343 h 5143500"/>
              <a:gd name="connsiteX165" fmla="*/ 1805455 w 2743200"/>
              <a:gd name="connsiteY165" fmla="*/ 4800050 h 5143500"/>
              <a:gd name="connsiteX166" fmla="*/ 1833760 w 2743200"/>
              <a:gd name="connsiteY166" fmla="*/ 4800060 h 5143500"/>
              <a:gd name="connsiteX167" fmla="*/ 1833760 w 2743200"/>
              <a:gd name="connsiteY167" fmla="*/ 4824991 h 5143500"/>
              <a:gd name="connsiteX168" fmla="*/ 1831923 w 2743200"/>
              <a:gd name="connsiteY168" fmla="*/ 4824991 h 5143500"/>
              <a:gd name="connsiteX169" fmla="*/ 1803448 w 2743200"/>
              <a:gd name="connsiteY169" fmla="*/ 4824984 h 5143500"/>
              <a:gd name="connsiteX170" fmla="*/ 1787027 w 2743200"/>
              <a:gd name="connsiteY170" fmla="*/ 4827984 h 5143500"/>
              <a:gd name="connsiteX171" fmla="*/ 1771653 w 2743200"/>
              <a:gd name="connsiteY171" fmla="*/ 4837423 h 5143500"/>
              <a:gd name="connsiteX172" fmla="*/ 1755698 w 2743200"/>
              <a:gd name="connsiteY172" fmla="*/ 4867880 h 5143500"/>
              <a:gd name="connsiteX173" fmla="*/ 1755218 w 2743200"/>
              <a:gd name="connsiteY173" fmla="*/ 4868899 h 5143500"/>
              <a:gd name="connsiteX174" fmla="*/ 1755082 w 2743200"/>
              <a:gd name="connsiteY174" fmla="*/ 4880540 h 5143500"/>
              <a:gd name="connsiteX175" fmla="*/ 1755668 w 2743200"/>
              <a:gd name="connsiteY175" fmla="*/ 4881134 h 5143500"/>
              <a:gd name="connsiteX176" fmla="*/ 1760269 w 2743200"/>
              <a:gd name="connsiteY176" fmla="*/ 4896837 h 5143500"/>
              <a:gd name="connsiteX177" fmla="*/ 1767897 w 2743200"/>
              <a:gd name="connsiteY177" fmla="*/ 4908260 h 5143500"/>
              <a:gd name="connsiteX178" fmla="*/ 1783062 w 2743200"/>
              <a:gd name="connsiteY178" fmla="*/ 4919760 h 5143500"/>
              <a:gd name="connsiteX179" fmla="*/ 1797316 w 2743200"/>
              <a:gd name="connsiteY179" fmla="*/ 4924223 h 5143500"/>
              <a:gd name="connsiteX180" fmla="*/ 1809074 w 2743200"/>
              <a:gd name="connsiteY180" fmla="*/ 4924233 h 5143500"/>
              <a:gd name="connsiteX181" fmla="*/ 1813132 w 2743200"/>
              <a:gd name="connsiteY181" fmla="*/ 4923551 h 5143500"/>
              <a:gd name="connsiteX182" fmla="*/ 1839198 w 2743200"/>
              <a:gd name="connsiteY182" fmla="*/ 4908568 h 5143500"/>
              <a:gd name="connsiteX183" fmla="*/ 1849455 w 2743200"/>
              <a:gd name="connsiteY183" fmla="*/ 4891174 h 5143500"/>
              <a:gd name="connsiteX184" fmla="*/ 1852187 w 2743200"/>
              <a:gd name="connsiteY184" fmla="*/ 4874354 h 5143500"/>
              <a:gd name="connsiteX185" fmla="*/ 1852190 w 2743200"/>
              <a:gd name="connsiteY185" fmla="*/ 4845715 h 5143500"/>
              <a:gd name="connsiteX186" fmla="*/ 1852190 w 2743200"/>
              <a:gd name="connsiteY186" fmla="*/ 4843736 h 5143500"/>
              <a:gd name="connsiteX187" fmla="*/ 1880618 w 2743200"/>
              <a:gd name="connsiteY187" fmla="*/ 4843736 h 5143500"/>
              <a:gd name="connsiteX188" fmla="*/ 1880618 w 2743200"/>
              <a:gd name="connsiteY188" fmla="*/ 4824955 h 5143500"/>
              <a:gd name="connsiteX189" fmla="*/ 1852340 w 2743200"/>
              <a:gd name="connsiteY189" fmla="*/ 4824955 h 5143500"/>
              <a:gd name="connsiteX190" fmla="*/ 1852485 w 2743200"/>
              <a:gd name="connsiteY190" fmla="*/ 4800056 h 5143500"/>
              <a:gd name="connsiteX191" fmla="*/ 1854304 w 2743200"/>
              <a:gd name="connsiteY191" fmla="*/ 4800056 h 5143500"/>
              <a:gd name="connsiteX192" fmla="*/ 1883616 w 2743200"/>
              <a:gd name="connsiteY192" fmla="*/ 4800034 h 5143500"/>
              <a:gd name="connsiteX193" fmla="*/ 1889632 w 2743200"/>
              <a:gd name="connsiteY193" fmla="*/ 4799557 h 5143500"/>
              <a:gd name="connsiteX194" fmla="*/ 1918497 w 2743200"/>
              <a:gd name="connsiteY194" fmla="*/ 4783396 h 5143500"/>
              <a:gd name="connsiteX195" fmla="*/ 1930356 w 2743200"/>
              <a:gd name="connsiteY195" fmla="*/ 4744231 h 5143500"/>
              <a:gd name="connsiteX196" fmla="*/ 1914646 w 2743200"/>
              <a:gd name="connsiteY196" fmla="*/ 4713321 h 5143500"/>
              <a:gd name="connsiteX197" fmla="*/ 1889817 w 2743200"/>
              <a:gd name="connsiteY197" fmla="*/ 4701190 h 5143500"/>
              <a:gd name="connsiteX198" fmla="*/ 1887697 w 2743200"/>
              <a:gd name="connsiteY198" fmla="*/ 4700588 h 5143500"/>
              <a:gd name="connsiteX199" fmla="*/ 1877071 w 2743200"/>
              <a:gd name="connsiteY199" fmla="*/ 4700588 h 5143500"/>
              <a:gd name="connsiteX200" fmla="*/ 0 w 2743200"/>
              <a:gd name="connsiteY200" fmla="*/ 0 h 5143500"/>
              <a:gd name="connsiteX201" fmla="*/ 2743200 w 2743200"/>
              <a:gd name="connsiteY201" fmla="*/ 0 h 5143500"/>
              <a:gd name="connsiteX202" fmla="*/ 2743200 w 2743200"/>
              <a:gd name="connsiteY202" fmla="*/ 5143500 h 5143500"/>
              <a:gd name="connsiteX203" fmla="*/ 0 w 2743200"/>
              <a:gd name="connsiteY20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2743200" h="5143500">
                <a:moveTo>
                  <a:pt x="1831861" y="4843753"/>
                </a:moveTo>
                <a:cubicBezTo>
                  <a:pt x="1832469" y="4843753"/>
                  <a:pt x="1833077" y="4843753"/>
                  <a:pt x="1833881" y="4843753"/>
                </a:cubicBezTo>
                <a:cubicBezTo>
                  <a:pt x="1833881" y="4852563"/>
                  <a:pt x="1833881" y="4861244"/>
                  <a:pt x="1833881" y="4869925"/>
                </a:cubicBezTo>
                <a:cubicBezTo>
                  <a:pt x="1833867" y="4873673"/>
                  <a:pt x="1833978" y="4877083"/>
                  <a:pt x="1833327" y="4880470"/>
                </a:cubicBezTo>
                <a:cubicBezTo>
                  <a:pt x="1832300" y="4885813"/>
                  <a:pt x="1830103" y="4890591"/>
                  <a:pt x="1826612" y="4894751"/>
                </a:cubicBezTo>
                <a:cubicBezTo>
                  <a:pt x="1821539" y="4900794"/>
                  <a:pt x="1815107" y="4904460"/>
                  <a:pt x="1807249" y="4905435"/>
                </a:cubicBezTo>
                <a:cubicBezTo>
                  <a:pt x="1799058" y="4906451"/>
                  <a:pt x="1791700" y="4904264"/>
                  <a:pt x="1785291" y="4899142"/>
                </a:cubicBezTo>
                <a:cubicBezTo>
                  <a:pt x="1778897" y="4894032"/>
                  <a:pt x="1775037" y="4887349"/>
                  <a:pt x="1773913" y="4879213"/>
                </a:cubicBezTo>
                <a:cubicBezTo>
                  <a:pt x="1772581" y="4869566"/>
                  <a:pt x="1775124" y="4861018"/>
                  <a:pt x="1781642" y="4853747"/>
                </a:cubicBezTo>
                <a:cubicBezTo>
                  <a:pt x="1787524" y="4847185"/>
                  <a:pt x="1794922" y="4843823"/>
                  <a:pt x="1803742" y="4843767"/>
                </a:cubicBezTo>
                <a:cubicBezTo>
                  <a:pt x="1813115" y="4843707"/>
                  <a:pt x="1822488" y="4843753"/>
                  <a:pt x="1831861" y="4843753"/>
                </a:cubicBezTo>
                <a:close/>
                <a:moveTo>
                  <a:pt x="2090305" y="4822055"/>
                </a:moveTo>
                <a:cubicBezTo>
                  <a:pt x="2096775" y="4818599"/>
                  <a:pt x="2103331" y="4818638"/>
                  <a:pt x="2109746" y="4822073"/>
                </a:cubicBezTo>
                <a:cubicBezTo>
                  <a:pt x="2114517" y="4824628"/>
                  <a:pt x="2117709" y="4828712"/>
                  <a:pt x="2119767" y="4833690"/>
                </a:cubicBezTo>
                <a:cubicBezTo>
                  <a:pt x="2119869" y="4833937"/>
                  <a:pt x="2119934" y="4834199"/>
                  <a:pt x="2120053" y="4834569"/>
                </a:cubicBezTo>
                <a:cubicBezTo>
                  <a:pt x="2106660" y="4834569"/>
                  <a:pt x="2093392" y="4834569"/>
                  <a:pt x="2079930" y="4834569"/>
                </a:cubicBezTo>
                <a:cubicBezTo>
                  <a:pt x="2080302" y="4833726"/>
                  <a:pt x="2080633" y="4832975"/>
                  <a:pt x="2080965" y="4832224"/>
                </a:cubicBezTo>
                <a:cubicBezTo>
                  <a:pt x="2083175" y="4827775"/>
                  <a:pt x="2086100" y="4824302"/>
                  <a:pt x="2090305" y="4822055"/>
                </a:cubicBezTo>
                <a:close/>
                <a:moveTo>
                  <a:pt x="2316788" y="4820110"/>
                </a:moveTo>
                <a:cubicBezTo>
                  <a:pt x="2325437" y="4818543"/>
                  <a:pt x="2332812" y="4821239"/>
                  <a:pt x="2338602" y="4827673"/>
                </a:cubicBezTo>
                <a:cubicBezTo>
                  <a:pt x="2346923" y="4836918"/>
                  <a:pt x="2347042" y="4850479"/>
                  <a:pt x="2339176" y="4860034"/>
                </a:cubicBezTo>
                <a:cubicBezTo>
                  <a:pt x="2336256" y="4863582"/>
                  <a:pt x="2332585" y="4866078"/>
                  <a:pt x="2328232" y="4867563"/>
                </a:cubicBezTo>
                <a:cubicBezTo>
                  <a:pt x="2325756" y="4868242"/>
                  <a:pt x="2323521" y="4868707"/>
                  <a:pt x="2321201" y="4868695"/>
                </a:cubicBezTo>
                <a:cubicBezTo>
                  <a:pt x="2315550" y="4868667"/>
                  <a:pt x="2310518" y="4866881"/>
                  <a:pt x="2306187" y="4863280"/>
                </a:cubicBezTo>
                <a:cubicBezTo>
                  <a:pt x="2300942" y="4858920"/>
                  <a:pt x="2297964" y="4853285"/>
                  <a:pt x="2297319" y="4846493"/>
                </a:cubicBezTo>
                <a:cubicBezTo>
                  <a:pt x="2296095" y="4833607"/>
                  <a:pt x="2304913" y="4822263"/>
                  <a:pt x="2316788" y="4820110"/>
                </a:cubicBezTo>
                <a:close/>
                <a:moveTo>
                  <a:pt x="2157047" y="4803275"/>
                </a:moveTo>
                <a:cubicBezTo>
                  <a:pt x="2150591" y="4803355"/>
                  <a:pt x="2144134" y="4803311"/>
                  <a:pt x="2137678" y="4803315"/>
                </a:cubicBezTo>
                <a:cubicBezTo>
                  <a:pt x="2137196" y="4803316"/>
                  <a:pt x="2136714" y="4803357"/>
                  <a:pt x="2135922" y="4803393"/>
                </a:cubicBezTo>
                <a:cubicBezTo>
                  <a:pt x="2144936" y="4816922"/>
                  <a:pt x="2153807" y="4830236"/>
                  <a:pt x="2162682" y="4843556"/>
                </a:cubicBezTo>
                <a:cubicBezTo>
                  <a:pt x="2160760" y="4846442"/>
                  <a:pt x="2158930" y="4849195"/>
                  <a:pt x="2157096" y="4851945"/>
                </a:cubicBezTo>
                <a:cubicBezTo>
                  <a:pt x="2155260" y="4854698"/>
                  <a:pt x="2153421" y="4857449"/>
                  <a:pt x="2151580" y="4860198"/>
                </a:cubicBezTo>
                <a:cubicBezTo>
                  <a:pt x="2149707" y="4862994"/>
                  <a:pt x="2147826" y="4865784"/>
                  <a:pt x="2145956" y="4868581"/>
                </a:cubicBezTo>
                <a:cubicBezTo>
                  <a:pt x="2144116" y="4871332"/>
                  <a:pt x="2142261" y="4874073"/>
                  <a:pt x="2140457" y="4876847"/>
                </a:cubicBezTo>
                <a:cubicBezTo>
                  <a:pt x="2138684" y="4879575"/>
                  <a:pt x="2136637" y="4882135"/>
                  <a:pt x="2135025" y="4885114"/>
                </a:cubicBezTo>
                <a:cubicBezTo>
                  <a:pt x="2135451" y="4885163"/>
                  <a:pt x="2135614" y="4885199"/>
                  <a:pt x="2135777" y="4885199"/>
                </a:cubicBezTo>
                <a:cubicBezTo>
                  <a:pt x="2142402" y="4885203"/>
                  <a:pt x="2149027" y="4885176"/>
                  <a:pt x="2155652" y="4885234"/>
                </a:cubicBezTo>
                <a:cubicBezTo>
                  <a:pt x="2156620" y="4885243"/>
                  <a:pt x="2157032" y="4884809"/>
                  <a:pt x="2157474" y="4884102"/>
                </a:cubicBezTo>
                <a:cubicBezTo>
                  <a:pt x="2161876" y="4877072"/>
                  <a:pt x="2166297" y="4870054"/>
                  <a:pt x="2170718" y="4863037"/>
                </a:cubicBezTo>
                <a:cubicBezTo>
                  <a:pt x="2171748" y="4861401"/>
                  <a:pt x="2172798" y="4859778"/>
                  <a:pt x="2173967" y="4857950"/>
                </a:cubicBezTo>
                <a:cubicBezTo>
                  <a:pt x="2176743" y="4862342"/>
                  <a:pt x="2179369" y="4866497"/>
                  <a:pt x="2182054" y="4870759"/>
                </a:cubicBezTo>
                <a:cubicBezTo>
                  <a:pt x="2184891" y="4875276"/>
                  <a:pt x="2187697" y="4879669"/>
                  <a:pt x="2190425" y="4884110"/>
                </a:cubicBezTo>
                <a:cubicBezTo>
                  <a:pt x="2190936" y="4884942"/>
                  <a:pt x="2191472" y="4885231"/>
                  <a:pt x="2192429" y="4885225"/>
                </a:cubicBezTo>
                <a:cubicBezTo>
                  <a:pt x="2199110" y="4885186"/>
                  <a:pt x="2205791" y="4885206"/>
                  <a:pt x="2212472" y="4885200"/>
                </a:cubicBezTo>
                <a:cubicBezTo>
                  <a:pt x="2212834" y="4885200"/>
                  <a:pt x="2213195" y="4885136"/>
                  <a:pt x="2213767" y="4885083"/>
                </a:cubicBezTo>
                <a:cubicBezTo>
                  <a:pt x="2204308" y="4870934"/>
                  <a:pt x="2194975" y="4856976"/>
                  <a:pt x="2185683" y="4843077"/>
                </a:cubicBezTo>
                <a:cubicBezTo>
                  <a:pt x="2194629" y="4829774"/>
                  <a:pt x="2203537" y="4816682"/>
                  <a:pt x="2212411" y="4803452"/>
                </a:cubicBezTo>
                <a:cubicBezTo>
                  <a:pt x="2212048" y="4803371"/>
                  <a:pt x="2211941" y="4803326"/>
                  <a:pt x="2211833" y="4803326"/>
                </a:cubicBezTo>
                <a:cubicBezTo>
                  <a:pt x="2205039" y="4803319"/>
                  <a:pt x="2198246" y="4803336"/>
                  <a:pt x="2191453" y="4803289"/>
                </a:cubicBezTo>
                <a:cubicBezTo>
                  <a:pt x="2190547" y="4803283"/>
                  <a:pt x="2190166" y="4803746"/>
                  <a:pt x="2189764" y="4804389"/>
                </a:cubicBezTo>
                <a:cubicBezTo>
                  <a:pt x="2187982" y="4807240"/>
                  <a:pt x="2186181" y="4810080"/>
                  <a:pt x="2184387" y="4812924"/>
                </a:cubicBezTo>
                <a:cubicBezTo>
                  <a:pt x="2181098" y="4818137"/>
                  <a:pt x="2177810" y="4823351"/>
                  <a:pt x="2174460" y="4828662"/>
                </a:cubicBezTo>
                <a:cubicBezTo>
                  <a:pt x="2174114" y="4828175"/>
                  <a:pt x="2173806" y="4827784"/>
                  <a:pt x="2173544" y="4827364"/>
                </a:cubicBezTo>
                <a:cubicBezTo>
                  <a:pt x="2168829" y="4819803"/>
                  <a:pt x="2164113" y="4812243"/>
                  <a:pt x="2159420" y="4804669"/>
                </a:cubicBezTo>
                <a:cubicBezTo>
                  <a:pt x="2158853" y="4803752"/>
                  <a:pt x="2158262" y="4803259"/>
                  <a:pt x="2157047" y="4803275"/>
                </a:cubicBezTo>
                <a:close/>
                <a:moveTo>
                  <a:pt x="2314944" y="4802138"/>
                </a:moveTo>
                <a:cubicBezTo>
                  <a:pt x="2305020" y="4803537"/>
                  <a:pt x="2296621" y="4808188"/>
                  <a:pt x="2290219" y="4815850"/>
                </a:cubicBezTo>
                <a:cubicBezTo>
                  <a:pt x="2279100" y="4829160"/>
                  <a:pt x="2276709" y="4844220"/>
                  <a:pt x="2282823" y="4860377"/>
                </a:cubicBezTo>
                <a:cubicBezTo>
                  <a:pt x="2286639" y="4870464"/>
                  <a:pt x="2293679" y="4877910"/>
                  <a:pt x="2303460" y="4882640"/>
                </a:cubicBezTo>
                <a:cubicBezTo>
                  <a:pt x="2312503" y="4887013"/>
                  <a:pt x="2321900" y="4887840"/>
                  <a:pt x="2331577" y="4885287"/>
                </a:cubicBezTo>
                <a:cubicBezTo>
                  <a:pt x="2339660" y="4883154"/>
                  <a:pt x="2346433" y="4878843"/>
                  <a:pt x="2351895" y="4872522"/>
                </a:cubicBezTo>
                <a:cubicBezTo>
                  <a:pt x="2357573" y="4865951"/>
                  <a:pt x="2361093" y="4858403"/>
                  <a:pt x="2362017" y="4849709"/>
                </a:cubicBezTo>
                <a:cubicBezTo>
                  <a:pt x="2362036" y="4849530"/>
                  <a:pt x="2362224" y="4849369"/>
                  <a:pt x="2362333" y="4849042"/>
                </a:cubicBezTo>
                <a:cubicBezTo>
                  <a:pt x="2362333" y="4845731"/>
                  <a:pt x="2362333" y="4842579"/>
                  <a:pt x="2362207" y="4839363"/>
                </a:cubicBezTo>
                <a:cubicBezTo>
                  <a:pt x="2362012" y="4838463"/>
                  <a:pt x="2362014" y="4837613"/>
                  <a:pt x="2361863" y="4836791"/>
                </a:cubicBezTo>
                <a:cubicBezTo>
                  <a:pt x="2360108" y="4827300"/>
                  <a:pt x="2355884" y="4819133"/>
                  <a:pt x="2348719" y="4812587"/>
                </a:cubicBezTo>
                <a:cubicBezTo>
                  <a:pt x="2339109" y="4803806"/>
                  <a:pt x="2327773" y="4800330"/>
                  <a:pt x="2314944" y="4802138"/>
                </a:cubicBezTo>
                <a:close/>
                <a:moveTo>
                  <a:pt x="2100828" y="4802122"/>
                </a:moveTo>
                <a:cubicBezTo>
                  <a:pt x="2098335" y="4802037"/>
                  <a:pt x="2095824" y="4802510"/>
                  <a:pt x="2093177" y="4802743"/>
                </a:cubicBezTo>
                <a:cubicBezTo>
                  <a:pt x="2090728" y="4803441"/>
                  <a:pt x="2088342" y="4803929"/>
                  <a:pt x="2086133" y="4804843"/>
                </a:cubicBezTo>
                <a:cubicBezTo>
                  <a:pt x="2077005" y="4808618"/>
                  <a:pt x="2070292" y="4815088"/>
                  <a:pt x="2065814" y="4823828"/>
                </a:cubicBezTo>
                <a:cubicBezTo>
                  <a:pt x="2061246" y="4832741"/>
                  <a:pt x="2059928" y="4842208"/>
                  <a:pt x="2061712" y="4852050"/>
                </a:cubicBezTo>
                <a:cubicBezTo>
                  <a:pt x="2063714" y="4863103"/>
                  <a:pt x="2069092" y="4872175"/>
                  <a:pt x="2078195" y="4878849"/>
                </a:cubicBezTo>
                <a:cubicBezTo>
                  <a:pt x="2086606" y="4885016"/>
                  <a:pt x="2096080" y="4887226"/>
                  <a:pt x="2106338" y="4885477"/>
                </a:cubicBezTo>
                <a:cubicBezTo>
                  <a:pt x="2116391" y="4883762"/>
                  <a:pt x="2124425" y="4878530"/>
                  <a:pt x="2130700" y="4870561"/>
                </a:cubicBezTo>
                <a:cubicBezTo>
                  <a:pt x="2131855" y="4869094"/>
                  <a:pt x="2132806" y="4867466"/>
                  <a:pt x="2133946" y="4865772"/>
                </a:cubicBezTo>
                <a:cubicBezTo>
                  <a:pt x="2128770" y="4863322"/>
                  <a:pt x="2123827" y="4860982"/>
                  <a:pt x="2118891" y="4858646"/>
                </a:cubicBezTo>
                <a:cubicBezTo>
                  <a:pt x="2112190" y="4866885"/>
                  <a:pt x="2103910" y="4870747"/>
                  <a:pt x="2093505" y="4867491"/>
                </a:cubicBezTo>
                <a:cubicBezTo>
                  <a:pt x="2085344" y="4864938"/>
                  <a:pt x="2080883" y="4858686"/>
                  <a:pt x="2078536" y="4850499"/>
                </a:cubicBezTo>
                <a:cubicBezTo>
                  <a:pt x="2098541" y="4850499"/>
                  <a:pt x="2118344" y="4850499"/>
                  <a:pt x="2138186" y="4850499"/>
                </a:cubicBezTo>
                <a:cubicBezTo>
                  <a:pt x="2138313" y="4849895"/>
                  <a:pt x="2138445" y="4849412"/>
                  <a:pt x="2138514" y="4848919"/>
                </a:cubicBezTo>
                <a:cubicBezTo>
                  <a:pt x="2139048" y="4845124"/>
                  <a:pt x="2138877" y="4841347"/>
                  <a:pt x="2138315" y="4837564"/>
                </a:cubicBezTo>
                <a:cubicBezTo>
                  <a:pt x="2136749" y="4827008"/>
                  <a:pt x="2132098" y="4818123"/>
                  <a:pt x="2123994" y="4811136"/>
                </a:cubicBezTo>
                <a:cubicBezTo>
                  <a:pt x="2117349" y="4805408"/>
                  <a:pt x="2109571" y="4802422"/>
                  <a:pt x="2100828" y="4802122"/>
                </a:cubicBezTo>
                <a:close/>
                <a:moveTo>
                  <a:pt x="2247707" y="4802110"/>
                </a:moveTo>
                <a:cubicBezTo>
                  <a:pt x="2242288" y="4801771"/>
                  <a:pt x="2236983" y="4802574"/>
                  <a:pt x="2231941" y="4804724"/>
                </a:cubicBezTo>
                <a:cubicBezTo>
                  <a:pt x="2226215" y="4807167"/>
                  <a:pt x="2221743" y="4810968"/>
                  <a:pt x="2219072" y="4816693"/>
                </a:cubicBezTo>
                <a:cubicBezTo>
                  <a:pt x="2217307" y="4820475"/>
                  <a:pt x="2216724" y="4824473"/>
                  <a:pt x="2216795" y="4828622"/>
                </a:cubicBezTo>
                <a:cubicBezTo>
                  <a:pt x="2216919" y="4835872"/>
                  <a:pt x="2219892" y="4841572"/>
                  <a:pt x="2225857" y="4845697"/>
                </a:cubicBezTo>
                <a:cubicBezTo>
                  <a:pt x="2229772" y="4848405"/>
                  <a:pt x="2234149" y="4850119"/>
                  <a:pt x="2238642" y="4851565"/>
                </a:cubicBezTo>
                <a:cubicBezTo>
                  <a:pt x="2242159" y="4852696"/>
                  <a:pt x="2245732" y="4853667"/>
                  <a:pt x="2249199" y="4854933"/>
                </a:cubicBezTo>
                <a:cubicBezTo>
                  <a:pt x="2251336" y="4855713"/>
                  <a:pt x="2253506" y="4856657"/>
                  <a:pt x="2255337" y="4857977"/>
                </a:cubicBezTo>
                <a:cubicBezTo>
                  <a:pt x="2259896" y="4861266"/>
                  <a:pt x="2259004" y="4867549"/>
                  <a:pt x="2253801" y="4869688"/>
                </a:cubicBezTo>
                <a:cubicBezTo>
                  <a:pt x="2251373" y="4870687"/>
                  <a:pt x="2248811" y="4870943"/>
                  <a:pt x="2246217" y="4870793"/>
                </a:cubicBezTo>
                <a:cubicBezTo>
                  <a:pt x="2240833" y="4870483"/>
                  <a:pt x="2235740" y="4869008"/>
                  <a:pt x="2230948" y="4866590"/>
                </a:cubicBezTo>
                <a:cubicBezTo>
                  <a:pt x="2227809" y="4865007"/>
                  <a:pt x="2224785" y="4863195"/>
                  <a:pt x="2221609" y="4861430"/>
                </a:cubicBezTo>
                <a:cubicBezTo>
                  <a:pt x="2221235" y="4862010"/>
                  <a:pt x="2220787" y="4862705"/>
                  <a:pt x="2220267" y="4863497"/>
                </a:cubicBezTo>
                <a:cubicBezTo>
                  <a:pt x="2217812" y="4867371"/>
                  <a:pt x="2215430" y="4871147"/>
                  <a:pt x="2213019" y="4874969"/>
                </a:cubicBezTo>
                <a:cubicBezTo>
                  <a:pt x="2215904" y="4877354"/>
                  <a:pt x="2218958" y="4879237"/>
                  <a:pt x="2222168" y="4880832"/>
                </a:cubicBezTo>
                <a:cubicBezTo>
                  <a:pt x="2230628" y="4885036"/>
                  <a:pt x="2239537" y="4887189"/>
                  <a:pt x="2249054" y="4886694"/>
                </a:cubicBezTo>
                <a:cubicBezTo>
                  <a:pt x="2253115" y="4886483"/>
                  <a:pt x="2257059" y="4885850"/>
                  <a:pt x="2260890" y="4884517"/>
                </a:cubicBezTo>
                <a:cubicBezTo>
                  <a:pt x="2264543" y="4883245"/>
                  <a:pt x="2267861" y="4881351"/>
                  <a:pt x="2270514" y="4878539"/>
                </a:cubicBezTo>
                <a:cubicBezTo>
                  <a:pt x="2276324" y="4872380"/>
                  <a:pt x="2277534" y="4864789"/>
                  <a:pt x="2276582" y="4856780"/>
                </a:cubicBezTo>
                <a:cubicBezTo>
                  <a:pt x="2275950" y="4851468"/>
                  <a:pt x="2272976" y="4847352"/>
                  <a:pt x="2268712" y="4844156"/>
                </a:cubicBezTo>
                <a:cubicBezTo>
                  <a:pt x="2265130" y="4841471"/>
                  <a:pt x="2261123" y="4839610"/>
                  <a:pt x="2256967" y="4838055"/>
                </a:cubicBezTo>
                <a:cubicBezTo>
                  <a:pt x="2252930" y="4836545"/>
                  <a:pt x="2248836" y="4835187"/>
                  <a:pt x="2244796" y="4833683"/>
                </a:cubicBezTo>
                <a:cubicBezTo>
                  <a:pt x="2242010" y="4832646"/>
                  <a:pt x="2239265" y="4831491"/>
                  <a:pt x="2237158" y="4829256"/>
                </a:cubicBezTo>
                <a:cubicBezTo>
                  <a:pt x="2234937" y="4826899"/>
                  <a:pt x="2234794" y="4823938"/>
                  <a:pt x="2236738" y="4821313"/>
                </a:cubicBezTo>
                <a:cubicBezTo>
                  <a:pt x="2237851" y="4819810"/>
                  <a:pt x="2239456" y="4818994"/>
                  <a:pt x="2241237" y="4818553"/>
                </a:cubicBezTo>
                <a:cubicBezTo>
                  <a:pt x="2244238" y="4817809"/>
                  <a:pt x="2247245" y="4818031"/>
                  <a:pt x="2250231" y="4818661"/>
                </a:cubicBezTo>
                <a:cubicBezTo>
                  <a:pt x="2255601" y="4819793"/>
                  <a:pt x="2260530" y="4822058"/>
                  <a:pt x="2265340" y="4824618"/>
                </a:cubicBezTo>
                <a:cubicBezTo>
                  <a:pt x="2265859" y="4824894"/>
                  <a:pt x="2266384" y="4825158"/>
                  <a:pt x="2266956" y="4825453"/>
                </a:cubicBezTo>
                <a:cubicBezTo>
                  <a:pt x="2269579" y="4820578"/>
                  <a:pt x="2272120" y="4815856"/>
                  <a:pt x="2274639" y="4811175"/>
                </a:cubicBezTo>
                <a:cubicBezTo>
                  <a:pt x="2274506" y="4810996"/>
                  <a:pt x="2274456" y="4810890"/>
                  <a:pt x="2274374" y="4810825"/>
                </a:cubicBezTo>
                <a:cubicBezTo>
                  <a:pt x="2274199" y="4810685"/>
                  <a:pt x="2274011" y="4810561"/>
                  <a:pt x="2273821" y="4810442"/>
                </a:cubicBezTo>
                <a:cubicBezTo>
                  <a:pt x="2265829" y="4805432"/>
                  <a:pt x="2257086" y="4802695"/>
                  <a:pt x="2247707" y="4802110"/>
                </a:cubicBezTo>
                <a:close/>
                <a:moveTo>
                  <a:pt x="1961036" y="4782283"/>
                </a:moveTo>
                <a:cubicBezTo>
                  <a:pt x="1961036" y="4799985"/>
                  <a:pt x="1961036" y="4817600"/>
                  <a:pt x="1961036" y="4835384"/>
                </a:cubicBezTo>
                <a:cubicBezTo>
                  <a:pt x="1961036" y="4852097"/>
                  <a:pt x="1961036" y="4868643"/>
                  <a:pt x="1961036" y="4885208"/>
                </a:cubicBezTo>
                <a:cubicBezTo>
                  <a:pt x="1967717" y="4885208"/>
                  <a:pt x="1974197" y="4885208"/>
                  <a:pt x="1980809" y="4885208"/>
                </a:cubicBezTo>
                <a:cubicBezTo>
                  <a:pt x="1980809" y="4880397"/>
                  <a:pt x="1980809" y="4875691"/>
                  <a:pt x="1980809" y="4870986"/>
                </a:cubicBezTo>
                <a:cubicBezTo>
                  <a:pt x="1980809" y="4866325"/>
                  <a:pt x="1980794" y="4861665"/>
                  <a:pt x="1980813" y="4857004"/>
                </a:cubicBezTo>
                <a:cubicBezTo>
                  <a:pt x="1980831" y="4852318"/>
                  <a:pt x="1980731" y="4847629"/>
                  <a:pt x="1980879" y="4842811"/>
                </a:cubicBezTo>
                <a:cubicBezTo>
                  <a:pt x="1993176" y="4842811"/>
                  <a:pt x="2005280" y="4842811"/>
                  <a:pt x="2017462" y="4842811"/>
                </a:cubicBezTo>
                <a:cubicBezTo>
                  <a:pt x="2017462" y="4836919"/>
                  <a:pt x="2017462" y="4831164"/>
                  <a:pt x="2017462" y="4825218"/>
                </a:cubicBezTo>
                <a:cubicBezTo>
                  <a:pt x="2005245" y="4825218"/>
                  <a:pt x="1993097" y="4825218"/>
                  <a:pt x="1980920" y="4825218"/>
                </a:cubicBezTo>
                <a:cubicBezTo>
                  <a:pt x="1980920" y="4816698"/>
                  <a:pt x="1980920" y="4808369"/>
                  <a:pt x="1980920" y="4800086"/>
                </a:cubicBezTo>
                <a:cubicBezTo>
                  <a:pt x="1981081" y="4800019"/>
                  <a:pt x="1981130" y="4799981"/>
                  <a:pt x="1981179" y="4799981"/>
                </a:cubicBezTo>
                <a:cubicBezTo>
                  <a:pt x="1996171" y="4799966"/>
                  <a:pt x="2011162" y="4799955"/>
                  <a:pt x="2026154" y="4799940"/>
                </a:cubicBezTo>
                <a:cubicBezTo>
                  <a:pt x="2026321" y="4799940"/>
                  <a:pt x="2026489" y="4799910"/>
                  <a:pt x="2026654" y="4799881"/>
                </a:cubicBezTo>
                <a:cubicBezTo>
                  <a:pt x="2026701" y="4799872"/>
                  <a:pt x="2026743" y="4799821"/>
                  <a:pt x="2026784" y="4799785"/>
                </a:cubicBezTo>
                <a:cubicBezTo>
                  <a:pt x="2026826" y="4799748"/>
                  <a:pt x="2026864" y="4799706"/>
                  <a:pt x="2026890" y="4799680"/>
                </a:cubicBezTo>
                <a:cubicBezTo>
                  <a:pt x="2026890" y="4793901"/>
                  <a:pt x="2026890" y="4788136"/>
                  <a:pt x="2026890" y="4782283"/>
                </a:cubicBezTo>
                <a:cubicBezTo>
                  <a:pt x="2004939" y="4782283"/>
                  <a:pt x="1983075" y="4782283"/>
                  <a:pt x="1961036" y="4782283"/>
                </a:cubicBezTo>
                <a:close/>
                <a:moveTo>
                  <a:pt x="2034288" y="4782195"/>
                </a:moveTo>
                <a:cubicBezTo>
                  <a:pt x="2033965" y="4782196"/>
                  <a:pt x="2033642" y="4782240"/>
                  <a:pt x="2033239" y="4782269"/>
                </a:cubicBezTo>
                <a:cubicBezTo>
                  <a:pt x="2033239" y="4816587"/>
                  <a:pt x="2033239" y="4850805"/>
                  <a:pt x="2033239" y="4885112"/>
                </a:cubicBezTo>
                <a:cubicBezTo>
                  <a:pt x="2039801" y="4885112"/>
                  <a:pt x="2046279" y="4885112"/>
                  <a:pt x="2052925" y="4885112"/>
                </a:cubicBezTo>
                <a:cubicBezTo>
                  <a:pt x="2052925" y="4884366"/>
                  <a:pt x="2052925" y="4883706"/>
                  <a:pt x="2052925" y="4883046"/>
                </a:cubicBezTo>
                <a:cubicBezTo>
                  <a:pt x="2052925" y="4850141"/>
                  <a:pt x="2052925" y="4817237"/>
                  <a:pt x="2052922" y="4784332"/>
                </a:cubicBezTo>
                <a:cubicBezTo>
                  <a:pt x="2052922" y="4783717"/>
                  <a:pt x="2052882" y="4783101"/>
                  <a:pt x="2052752" y="4782373"/>
                </a:cubicBezTo>
                <a:cubicBezTo>
                  <a:pt x="2052421" y="4782238"/>
                  <a:pt x="2052199" y="4782196"/>
                  <a:pt x="2051976" y="4782196"/>
                </a:cubicBezTo>
                <a:cubicBezTo>
                  <a:pt x="2046080" y="4782192"/>
                  <a:pt x="2040184" y="4782191"/>
                  <a:pt x="2034288" y="4782195"/>
                </a:cubicBezTo>
                <a:close/>
                <a:moveTo>
                  <a:pt x="1885543" y="4719565"/>
                </a:moveTo>
                <a:cubicBezTo>
                  <a:pt x="1892022" y="4720198"/>
                  <a:pt x="1897666" y="4722922"/>
                  <a:pt x="1902460" y="4727397"/>
                </a:cubicBezTo>
                <a:cubicBezTo>
                  <a:pt x="1908240" y="4732793"/>
                  <a:pt x="1911567" y="4739456"/>
                  <a:pt x="1912331" y="4747247"/>
                </a:cubicBezTo>
                <a:cubicBezTo>
                  <a:pt x="1913177" y="4755874"/>
                  <a:pt x="1910769" y="4763673"/>
                  <a:pt x="1905221" y="4770390"/>
                </a:cubicBezTo>
                <a:cubicBezTo>
                  <a:pt x="1900869" y="4775658"/>
                  <a:pt x="1895338" y="4779130"/>
                  <a:pt x="1888640" y="4780571"/>
                </a:cubicBezTo>
                <a:cubicBezTo>
                  <a:pt x="1886413" y="4781050"/>
                  <a:pt x="1884105" y="4781351"/>
                  <a:pt x="1881831" y="4781372"/>
                </a:cubicBezTo>
                <a:cubicBezTo>
                  <a:pt x="1872342" y="4781459"/>
                  <a:pt x="1862852" y="4781409"/>
                  <a:pt x="1853363" y="4781406"/>
                </a:cubicBezTo>
                <a:cubicBezTo>
                  <a:pt x="1853037" y="4781406"/>
                  <a:pt x="1852711" y="4781365"/>
                  <a:pt x="1852286" y="4781337"/>
                </a:cubicBezTo>
                <a:cubicBezTo>
                  <a:pt x="1852251" y="4780836"/>
                  <a:pt x="1852193" y="4780404"/>
                  <a:pt x="1852193" y="4779972"/>
                </a:cubicBezTo>
                <a:cubicBezTo>
                  <a:pt x="1852188" y="4769584"/>
                  <a:pt x="1852143" y="4759196"/>
                  <a:pt x="1852230" y="4748808"/>
                </a:cubicBezTo>
                <a:cubicBezTo>
                  <a:pt x="1852247" y="4746821"/>
                  <a:pt x="1852789" y="4744838"/>
                  <a:pt x="1853089" y="4742854"/>
                </a:cubicBezTo>
                <a:cubicBezTo>
                  <a:pt x="1854342" y="4737956"/>
                  <a:pt x="1856401" y="4733751"/>
                  <a:pt x="1859541" y="4730138"/>
                </a:cubicBezTo>
                <a:cubicBezTo>
                  <a:pt x="1866412" y="4722232"/>
                  <a:pt x="1875096" y="4718545"/>
                  <a:pt x="1885543" y="4719565"/>
                </a:cubicBezTo>
                <a:close/>
                <a:moveTo>
                  <a:pt x="1877071" y="4700588"/>
                </a:moveTo>
                <a:cubicBezTo>
                  <a:pt x="1876241" y="4700797"/>
                  <a:pt x="1875420" y="4701063"/>
                  <a:pt x="1874579" y="4701208"/>
                </a:cubicBezTo>
                <a:cubicBezTo>
                  <a:pt x="1864858" y="4702885"/>
                  <a:pt x="1856441" y="4707119"/>
                  <a:pt x="1849300" y="4713939"/>
                </a:cubicBezTo>
                <a:cubicBezTo>
                  <a:pt x="1845325" y="4717736"/>
                  <a:pt x="1842073" y="4722065"/>
                  <a:pt x="1839537" y="4726920"/>
                </a:cubicBezTo>
                <a:cubicBezTo>
                  <a:pt x="1837138" y="4731513"/>
                  <a:pt x="1835495" y="4736380"/>
                  <a:pt x="1834624" y="4741503"/>
                </a:cubicBezTo>
                <a:cubicBezTo>
                  <a:pt x="1834049" y="4744883"/>
                  <a:pt x="1833857" y="4748280"/>
                  <a:pt x="1833870" y="4751705"/>
                </a:cubicBezTo>
                <a:cubicBezTo>
                  <a:pt x="1833903" y="4760915"/>
                  <a:pt x="1833881" y="4770126"/>
                  <a:pt x="1833881" y="4779337"/>
                </a:cubicBezTo>
                <a:cubicBezTo>
                  <a:pt x="1833881" y="4779947"/>
                  <a:pt x="1833881" y="4780557"/>
                  <a:pt x="1833881" y="4781343"/>
                </a:cubicBezTo>
                <a:cubicBezTo>
                  <a:pt x="1824369" y="4781343"/>
                  <a:pt x="1814964" y="4781343"/>
                  <a:pt x="1805455" y="4781343"/>
                </a:cubicBezTo>
                <a:cubicBezTo>
                  <a:pt x="1805455" y="4787611"/>
                  <a:pt x="1805455" y="4793704"/>
                  <a:pt x="1805455" y="4800050"/>
                </a:cubicBezTo>
                <a:cubicBezTo>
                  <a:pt x="1814841" y="4800065"/>
                  <a:pt x="1824241" y="4800048"/>
                  <a:pt x="1833760" y="4800060"/>
                </a:cubicBezTo>
                <a:cubicBezTo>
                  <a:pt x="1833760" y="4808380"/>
                  <a:pt x="1833760" y="4816596"/>
                  <a:pt x="1833760" y="4824991"/>
                </a:cubicBezTo>
                <a:cubicBezTo>
                  <a:pt x="1833124" y="4824991"/>
                  <a:pt x="1832524" y="4824991"/>
                  <a:pt x="1831923" y="4824991"/>
                </a:cubicBezTo>
                <a:cubicBezTo>
                  <a:pt x="1822431" y="4824991"/>
                  <a:pt x="1812940" y="4825011"/>
                  <a:pt x="1803448" y="4824984"/>
                </a:cubicBezTo>
                <a:cubicBezTo>
                  <a:pt x="1797782" y="4824968"/>
                  <a:pt x="1792316" y="4826004"/>
                  <a:pt x="1787027" y="4827984"/>
                </a:cubicBezTo>
                <a:cubicBezTo>
                  <a:pt x="1781294" y="4830129"/>
                  <a:pt x="1776176" y="4833283"/>
                  <a:pt x="1771653" y="4837423"/>
                </a:cubicBezTo>
                <a:cubicBezTo>
                  <a:pt x="1762658" y="4845656"/>
                  <a:pt x="1757397" y="4855829"/>
                  <a:pt x="1755698" y="4867880"/>
                </a:cubicBezTo>
                <a:cubicBezTo>
                  <a:pt x="1755657" y="4868176"/>
                  <a:pt x="1755472" y="4868451"/>
                  <a:pt x="1755218" y="4868899"/>
                </a:cubicBezTo>
                <a:cubicBezTo>
                  <a:pt x="1755082" y="4872887"/>
                  <a:pt x="1755082" y="4876714"/>
                  <a:pt x="1755082" y="4880540"/>
                </a:cubicBezTo>
                <a:cubicBezTo>
                  <a:pt x="1755285" y="4880737"/>
                  <a:pt x="1755646" y="4880918"/>
                  <a:pt x="1755668" y="4881134"/>
                </a:cubicBezTo>
                <a:cubicBezTo>
                  <a:pt x="1756244" y="4886651"/>
                  <a:pt x="1757889" y="4891861"/>
                  <a:pt x="1760269" y="4896837"/>
                </a:cubicBezTo>
                <a:cubicBezTo>
                  <a:pt x="1762260" y="4900999"/>
                  <a:pt x="1764824" y="4904812"/>
                  <a:pt x="1767897" y="4908260"/>
                </a:cubicBezTo>
                <a:cubicBezTo>
                  <a:pt x="1772196" y="4913083"/>
                  <a:pt x="1777261" y="4916911"/>
                  <a:pt x="1783062" y="4919760"/>
                </a:cubicBezTo>
                <a:cubicBezTo>
                  <a:pt x="1787517" y="4921947"/>
                  <a:pt x="1792246" y="4923240"/>
                  <a:pt x="1797316" y="4924223"/>
                </a:cubicBezTo>
                <a:cubicBezTo>
                  <a:pt x="1801347" y="4924348"/>
                  <a:pt x="1805173" y="4924348"/>
                  <a:pt x="1809074" y="4924233"/>
                </a:cubicBezTo>
                <a:cubicBezTo>
                  <a:pt x="1810477" y="4923933"/>
                  <a:pt x="1811823" y="4923831"/>
                  <a:pt x="1813132" y="4923551"/>
                </a:cubicBezTo>
                <a:cubicBezTo>
                  <a:pt x="1823419" y="4921346"/>
                  <a:pt x="1832114" y="4916374"/>
                  <a:pt x="1839198" y="4908568"/>
                </a:cubicBezTo>
                <a:cubicBezTo>
                  <a:pt x="1843824" y="4903470"/>
                  <a:pt x="1847219" y="4897664"/>
                  <a:pt x="1849455" y="4891174"/>
                </a:cubicBezTo>
                <a:cubicBezTo>
                  <a:pt x="1851332" y="4885728"/>
                  <a:pt x="1852180" y="4880105"/>
                  <a:pt x="1852187" y="4874354"/>
                </a:cubicBezTo>
                <a:cubicBezTo>
                  <a:pt x="1852198" y="4864807"/>
                  <a:pt x="1852190" y="4855261"/>
                  <a:pt x="1852190" y="4845715"/>
                </a:cubicBezTo>
                <a:cubicBezTo>
                  <a:pt x="1852190" y="4845113"/>
                  <a:pt x="1852190" y="4844512"/>
                  <a:pt x="1852190" y="4843736"/>
                </a:cubicBezTo>
                <a:cubicBezTo>
                  <a:pt x="1861765" y="4843736"/>
                  <a:pt x="1871166" y="4843736"/>
                  <a:pt x="1880618" y="4843736"/>
                </a:cubicBezTo>
                <a:cubicBezTo>
                  <a:pt x="1880618" y="4837417"/>
                  <a:pt x="1880618" y="4831276"/>
                  <a:pt x="1880618" y="4824955"/>
                </a:cubicBezTo>
                <a:cubicBezTo>
                  <a:pt x="1871116" y="4824955"/>
                  <a:pt x="1861717" y="4824955"/>
                  <a:pt x="1852340" y="4824955"/>
                </a:cubicBezTo>
                <a:cubicBezTo>
                  <a:pt x="1852000" y="4821953"/>
                  <a:pt x="1852119" y="4801312"/>
                  <a:pt x="1852485" y="4800056"/>
                </a:cubicBezTo>
                <a:cubicBezTo>
                  <a:pt x="1853076" y="4800056"/>
                  <a:pt x="1853690" y="4800056"/>
                  <a:pt x="1854304" y="4800056"/>
                </a:cubicBezTo>
                <a:cubicBezTo>
                  <a:pt x="1864075" y="4800056"/>
                  <a:pt x="1873846" y="4800082"/>
                  <a:pt x="1883616" y="4800034"/>
                </a:cubicBezTo>
                <a:cubicBezTo>
                  <a:pt x="1885624" y="4800025"/>
                  <a:pt x="1887655" y="4799892"/>
                  <a:pt x="1889632" y="4799557"/>
                </a:cubicBezTo>
                <a:cubicBezTo>
                  <a:pt x="1901162" y="4797601"/>
                  <a:pt x="1910873" y="4792289"/>
                  <a:pt x="1918497" y="4783396"/>
                </a:cubicBezTo>
                <a:cubicBezTo>
                  <a:pt x="1928177" y="4772104"/>
                  <a:pt x="1932017" y="4758958"/>
                  <a:pt x="1930356" y="4744231"/>
                </a:cubicBezTo>
                <a:cubicBezTo>
                  <a:pt x="1928976" y="4732000"/>
                  <a:pt x="1923661" y="4721697"/>
                  <a:pt x="1914646" y="4713321"/>
                </a:cubicBezTo>
                <a:cubicBezTo>
                  <a:pt x="1907601" y="4706775"/>
                  <a:pt x="1899331" y="4702708"/>
                  <a:pt x="1889817" y="4701190"/>
                </a:cubicBezTo>
                <a:cubicBezTo>
                  <a:pt x="1889148" y="4701084"/>
                  <a:pt x="1888508" y="4700793"/>
                  <a:pt x="1887697" y="4700588"/>
                </a:cubicBezTo>
                <a:cubicBezTo>
                  <a:pt x="1884050" y="4700588"/>
                  <a:pt x="1880560" y="4700588"/>
                  <a:pt x="1877071" y="4700588"/>
                </a:cubicBezTo>
                <a:close/>
                <a:moveTo>
                  <a:pt x="0" y="0"/>
                </a:moveTo>
                <a:lnTo>
                  <a:pt x="2743200" y="0"/>
                </a:lnTo>
                <a:lnTo>
                  <a:pt x="27432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D80030-6E71-CD60-A30F-01A5EF107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74638"/>
            <a:ext cx="5642765" cy="460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DFE8639-5EA0-C238-86C1-F10648C98D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5642765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20168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ckup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5F6B36-D286-8A74-37EE-B00BAE0232EE}"/>
              </a:ext>
            </a:extLst>
          </p:cNvPr>
          <p:cNvSpPr/>
          <p:nvPr userDrawn="1"/>
        </p:nvSpPr>
        <p:spPr>
          <a:xfrm>
            <a:off x="7636042" y="0"/>
            <a:ext cx="1507957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Graphic 3" descr="Graphic 3">
            <a:extLst>
              <a:ext uri="{FF2B5EF4-FFF2-40B4-BE49-F238E27FC236}">
                <a16:creationId xmlns:a16="http://schemas.microsoft.com/office/drawing/2014/main" id="{B3E209F2-1853-66E8-898D-EF4ECF52D2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01390" y="870403"/>
            <a:ext cx="6058779" cy="3472109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BC0EE97-DA88-399B-5CE0-9A49F1B95E0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287095" y="1080070"/>
            <a:ext cx="4697655" cy="2948983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144000" indent="0" algn="ctr">
              <a:buNone/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7AB19-5B2E-F0CF-3660-09527C6BCAE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6238" y="1223998"/>
            <a:ext cx="4007842" cy="334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2ECDA-1352-7125-632E-B0E1B5C252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88000"/>
            <a:ext cx="6639870" cy="432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E853102-40A9-CD99-A6CA-5461DB38A6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4005633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812C42-B5A1-7991-9EC6-AF02C62079FC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171503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AE43BA1-6123-9DE4-F3F7-EA359AD47EF7}"/>
              </a:ext>
            </a:extLst>
          </p:cNvPr>
          <p:cNvSpPr/>
          <p:nvPr userDrawn="1"/>
        </p:nvSpPr>
        <p:spPr>
          <a:xfrm>
            <a:off x="6759074" y="0"/>
            <a:ext cx="2384925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" name="Group">
            <a:extLst>
              <a:ext uri="{FF2B5EF4-FFF2-40B4-BE49-F238E27FC236}">
                <a16:creationId xmlns:a16="http://schemas.microsoft.com/office/drawing/2014/main" id="{47F0D8BA-9BC9-B852-9AD2-309A6FBB5D02}"/>
              </a:ext>
            </a:extLst>
          </p:cNvPr>
          <p:cNvGrpSpPr/>
          <p:nvPr userDrawn="1"/>
        </p:nvGrpSpPr>
        <p:grpSpPr>
          <a:xfrm>
            <a:off x="4483747" y="1209628"/>
            <a:ext cx="4569527" cy="2618661"/>
            <a:chOff x="0" y="0"/>
            <a:chExt cx="6092700" cy="3491547"/>
          </a:xfrm>
        </p:grpSpPr>
        <p:pic>
          <p:nvPicPr>
            <p:cNvPr id="3" name="Graphic 3" descr="Graphic 3">
              <a:extLst>
                <a:ext uri="{FF2B5EF4-FFF2-40B4-BE49-F238E27FC236}">
                  <a16:creationId xmlns:a16="http://schemas.microsoft.com/office/drawing/2014/main" id="{81D33436-099B-06B0-7C57-D251C824F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092701" cy="34915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85444E8-2A22-5F9F-4424-D9FD546105F1}"/>
                </a:ext>
              </a:extLst>
            </p:cNvPr>
            <p:cNvSpPr/>
            <p:nvPr/>
          </p:nvSpPr>
          <p:spPr>
            <a:xfrm>
              <a:off x="679501" y="210841"/>
              <a:ext cx="4733999" cy="2965494"/>
            </a:xfrm>
            <a:prstGeom prst="rect">
              <a:avLst/>
            </a:prstGeom>
            <a:gradFill flip="none" rotWithShape="1">
              <a:gsLst>
                <a:gs pos="0">
                  <a:srgbClr val="F2F3F4"/>
                </a:gs>
                <a:gs pos="36000">
                  <a:srgbClr val="EDEEEE"/>
                </a:gs>
                <a:gs pos="78000">
                  <a:srgbClr val="DEDFE0"/>
                </a:gs>
                <a:gs pos="100000">
                  <a:srgbClr val="D5D6D6"/>
                </a:gs>
              </a:gsLst>
              <a:lin ang="2700033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350"/>
            </a:p>
          </p:txBody>
        </p:sp>
      </p:grp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A16F708-7307-E586-9A0B-CDEEE0DD112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000827" y="1372707"/>
            <a:ext cx="3543047" cy="2224121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144000" indent="0" algn="ctr">
              <a:buNone/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9DF145E-D36B-1B9E-3A71-81B08B9507E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6238" y="1223998"/>
            <a:ext cx="4007842" cy="334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51E2AB-D95A-CE83-BED0-0460C462F3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74638"/>
            <a:ext cx="5571091" cy="460375"/>
          </a:xfrm>
        </p:spPr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2F1CDD6-21A7-527F-F658-584566799B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5571091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07300C4-4736-D136-7B24-C55796CCE272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941492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">
            <a:extLst>
              <a:ext uri="{FF2B5EF4-FFF2-40B4-BE49-F238E27FC236}">
                <a16:creationId xmlns:a16="http://schemas.microsoft.com/office/drawing/2014/main" id="{47F0D8BA-9BC9-B852-9AD2-309A6FBB5D02}"/>
              </a:ext>
            </a:extLst>
          </p:cNvPr>
          <p:cNvGrpSpPr/>
          <p:nvPr userDrawn="1"/>
        </p:nvGrpSpPr>
        <p:grpSpPr>
          <a:xfrm>
            <a:off x="2287236" y="1626723"/>
            <a:ext cx="4569527" cy="2618661"/>
            <a:chOff x="0" y="0"/>
            <a:chExt cx="6092700" cy="3491547"/>
          </a:xfrm>
        </p:grpSpPr>
        <p:pic>
          <p:nvPicPr>
            <p:cNvPr id="3" name="Graphic 3" descr="Graphic 3">
              <a:extLst>
                <a:ext uri="{FF2B5EF4-FFF2-40B4-BE49-F238E27FC236}">
                  <a16:creationId xmlns:a16="http://schemas.microsoft.com/office/drawing/2014/main" id="{81D33436-099B-06B0-7C57-D251C824F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092701" cy="34915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85444E8-2A22-5F9F-4424-D9FD546105F1}"/>
                </a:ext>
              </a:extLst>
            </p:cNvPr>
            <p:cNvSpPr/>
            <p:nvPr/>
          </p:nvSpPr>
          <p:spPr>
            <a:xfrm>
              <a:off x="679501" y="210841"/>
              <a:ext cx="4733999" cy="2965494"/>
            </a:xfrm>
            <a:prstGeom prst="rect">
              <a:avLst/>
            </a:prstGeom>
            <a:gradFill flip="none" rotWithShape="1">
              <a:gsLst>
                <a:gs pos="0">
                  <a:srgbClr val="F2F3F4"/>
                </a:gs>
                <a:gs pos="36000">
                  <a:srgbClr val="EDEEEE"/>
                </a:gs>
                <a:gs pos="78000">
                  <a:srgbClr val="DEDFE0"/>
                </a:gs>
                <a:gs pos="100000">
                  <a:srgbClr val="D5D6D6"/>
                </a:gs>
              </a:gsLst>
              <a:lin ang="2700033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350"/>
            </a:p>
          </p:txBody>
        </p:sp>
      </p:grp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A16F708-7307-E586-9A0B-CDEEE0DD112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804316" y="1789802"/>
            <a:ext cx="3543047" cy="2224121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144000" indent="0" algn="ctr">
              <a:buNone/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F27774-43B4-7DFD-FF97-62EA2B89E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858377-F725-2074-93F5-3FD05E9BAE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8388000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7597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11" descr="Graphic 11">
            <a:extLst>
              <a:ext uri="{FF2B5EF4-FFF2-40B4-BE49-F238E27FC236}">
                <a16:creationId xmlns:a16="http://schemas.microsoft.com/office/drawing/2014/main" id="{734C2AA8-9B31-B88E-C0F5-C5FDF3E3AE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4485" y="886053"/>
            <a:ext cx="1758962" cy="3533855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Freeform 8">
            <a:extLst>
              <a:ext uri="{FF2B5EF4-FFF2-40B4-BE49-F238E27FC236}">
                <a16:creationId xmlns:a16="http://schemas.microsoft.com/office/drawing/2014/main" id="{2731D163-944B-7B3E-E54E-87BACEB75814}"/>
              </a:ext>
            </a:extLst>
          </p:cNvPr>
          <p:cNvSpPr/>
          <p:nvPr userDrawn="1"/>
        </p:nvSpPr>
        <p:spPr>
          <a:xfrm>
            <a:off x="6694044" y="886053"/>
            <a:ext cx="1738648" cy="3514741"/>
          </a:xfrm>
          <a:prstGeom prst="rect">
            <a:avLst/>
          </a:prstGeom>
          <a:solidFill>
            <a:srgbClr val="000000">
              <a:alpha val="1000"/>
            </a:srgbClr>
          </a:solidFill>
          <a:ln w="12700">
            <a:miter lim="400000"/>
          </a:ln>
        </p:spPr>
        <p:txBody>
          <a:bodyPr lIns="34289" rIns="34289" anchor="ctr"/>
          <a:lstStyle/>
          <a:p>
            <a:endParaRPr sz="135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E8B4B1CD-334A-5344-91DC-64264E141EC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789740" y="971797"/>
            <a:ext cx="1547255" cy="3344007"/>
          </a:xfrm>
          <a:custGeom>
            <a:avLst/>
            <a:gdLst>
              <a:gd name="connsiteX0" fmla="*/ 1633000 w 2063006"/>
              <a:gd name="connsiteY0" fmla="*/ 196 h 4458676"/>
              <a:gd name="connsiteX1" fmla="*/ 1801621 w 2063006"/>
              <a:gd name="connsiteY1" fmla="*/ 1847 h 4458676"/>
              <a:gd name="connsiteX2" fmla="*/ 1930785 w 2063006"/>
              <a:gd name="connsiteY2" fmla="*/ 31577 h 4458676"/>
              <a:gd name="connsiteX3" fmla="*/ 2051637 w 2063006"/>
              <a:gd name="connsiteY3" fmla="*/ 190138 h 4458676"/>
              <a:gd name="connsiteX4" fmla="*/ 2062433 w 2063006"/>
              <a:gd name="connsiteY4" fmla="*/ 299148 h 4458676"/>
              <a:gd name="connsiteX5" fmla="*/ 2062911 w 2063006"/>
              <a:gd name="connsiteY5" fmla="*/ 367693 h 4458676"/>
              <a:gd name="connsiteX6" fmla="*/ 2063006 w 2063006"/>
              <a:gd name="connsiteY6" fmla="*/ 4103980 h 4458676"/>
              <a:gd name="connsiteX7" fmla="*/ 2057751 w 2063006"/>
              <a:gd name="connsiteY7" fmla="*/ 4234049 h 4458676"/>
              <a:gd name="connsiteX8" fmla="*/ 1987628 w 2063006"/>
              <a:gd name="connsiteY8" fmla="*/ 4387035 h 4458676"/>
              <a:gd name="connsiteX9" fmla="*/ 1864483 w 2063006"/>
              <a:gd name="connsiteY9" fmla="*/ 4448973 h 4458676"/>
              <a:gd name="connsiteX10" fmla="*/ 1742675 w 2063006"/>
              <a:gd name="connsiteY10" fmla="*/ 4458470 h 4458676"/>
              <a:gd name="connsiteX11" fmla="*/ 1365596 w 2063006"/>
              <a:gd name="connsiteY11" fmla="*/ 4458676 h 4458676"/>
              <a:gd name="connsiteX12" fmla="*/ 342601 w 2063006"/>
              <a:gd name="connsiteY12" fmla="*/ 4458676 h 4458676"/>
              <a:gd name="connsiteX13" fmla="*/ 217163 w 2063006"/>
              <a:gd name="connsiteY13" fmla="*/ 4452276 h 4458676"/>
              <a:gd name="connsiteX14" fmla="*/ 55325 w 2063006"/>
              <a:gd name="connsiteY14" fmla="*/ 4364325 h 4458676"/>
              <a:gd name="connsiteX15" fmla="*/ 8513 w 2063006"/>
              <a:gd name="connsiteY15" fmla="*/ 4254488 h 4458676"/>
              <a:gd name="connsiteX16" fmla="*/ 106 w 2063006"/>
              <a:gd name="connsiteY16" fmla="*/ 4114922 h 4458676"/>
              <a:gd name="connsiteX17" fmla="*/ 106 w 2063006"/>
              <a:gd name="connsiteY17" fmla="*/ 3349785 h 4458676"/>
              <a:gd name="connsiteX18" fmla="*/ 106 w 2063006"/>
              <a:gd name="connsiteY18" fmla="*/ 2228507 h 4458676"/>
              <a:gd name="connsiteX19" fmla="*/ 10 w 2063006"/>
              <a:gd name="connsiteY19" fmla="*/ 2228507 h 4458676"/>
              <a:gd name="connsiteX20" fmla="*/ 10 w 2063006"/>
              <a:gd name="connsiteY20" fmla="*/ 364389 h 4458676"/>
              <a:gd name="connsiteX21" fmla="*/ 5265 w 2063006"/>
              <a:gd name="connsiteY21" fmla="*/ 224616 h 4458676"/>
              <a:gd name="connsiteX22" fmla="*/ 75388 w 2063006"/>
              <a:gd name="connsiteY22" fmla="*/ 71630 h 4458676"/>
              <a:gd name="connsiteX23" fmla="*/ 207800 w 2063006"/>
              <a:gd name="connsiteY23" fmla="*/ 7835 h 4458676"/>
              <a:gd name="connsiteX24" fmla="*/ 285280 w 2063006"/>
              <a:gd name="connsiteY24" fmla="*/ 1021 h 4458676"/>
              <a:gd name="connsiteX25" fmla="*/ 441194 w 2063006"/>
              <a:gd name="connsiteY25" fmla="*/ 815 h 4458676"/>
              <a:gd name="connsiteX26" fmla="*/ 475013 w 2063006"/>
              <a:gd name="connsiteY26" fmla="*/ 32816 h 4458676"/>
              <a:gd name="connsiteX27" fmla="*/ 479217 w 2063006"/>
              <a:gd name="connsiteY27" fmla="*/ 77205 h 4458676"/>
              <a:gd name="connsiteX28" fmla="*/ 579816 w 2063006"/>
              <a:gd name="connsiteY28" fmla="*/ 167221 h 4458676"/>
              <a:gd name="connsiteX29" fmla="*/ 624240 w 2063006"/>
              <a:gd name="connsiteY29" fmla="*/ 169492 h 4458676"/>
              <a:gd name="connsiteX30" fmla="*/ 1440400 w 2063006"/>
              <a:gd name="connsiteY30" fmla="*/ 169492 h 4458676"/>
              <a:gd name="connsiteX31" fmla="*/ 1501925 w 2063006"/>
              <a:gd name="connsiteY31" fmla="*/ 163711 h 4458676"/>
              <a:gd name="connsiteX32" fmla="*/ 1586761 w 2063006"/>
              <a:gd name="connsiteY32" fmla="*/ 55114 h 4458676"/>
              <a:gd name="connsiteX33" fmla="*/ 1589054 w 2063006"/>
              <a:gd name="connsiteY33" fmla="*/ 26416 h 4458676"/>
              <a:gd name="connsiteX34" fmla="*/ 1615517 w 2063006"/>
              <a:gd name="connsiteY34" fmla="*/ 1434 h 4458676"/>
              <a:gd name="connsiteX35" fmla="*/ 1633000 w 2063006"/>
              <a:gd name="connsiteY35" fmla="*/ 196 h 445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63006" h="4458676">
                <a:moveTo>
                  <a:pt x="1633000" y="196"/>
                </a:moveTo>
                <a:cubicBezTo>
                  <a:pt x="1689271" y="196"/>
                  <a:pt x="1745446" y="-837"/>
                  <a:pt x="1801621" y="1847"/>
                </a:cubicBezTo>
                <a:cubicBezTo>
                  <a:pt x="1846331" y="4118"/>
                  <a:pt x="1890278" y="11138"/>
                  <a:pt x="1930785" y="31577"/>
                </a:cubicBezTo>
                <a:cubicBezTo>
                  <a:pt x="1996704" y="64817"/>
                  <a:pt x="2035396" y="119116"/>
                  <a:pt x="2051637" y="190138"/>
                </a:cubicBezTo>
                <a:cubicBezTo>
                  <a:pt x="2059853" y="226062"/>
                  <a:pt x="2061573" y="262605"/>
                  <a:pt x="2062433" y="299148"/>
                </a:cubicBezTo>
                <a:cubicBezTo>
                  <a:pt x="2062911" y="322065"/>
                  <a:pt x="2062911" y="344776"/>
                  <a:pt x="2062911" y="367693"/>
                </a:cubicBezTo>
                <a:cubicBezTo>
                  <a:pt x="2063006" y="1613053"/>
                  <a:pt x="2063006" y="2858413"/>
                  <a:pt x="2063006" y="4103980"/>
                </a:cubicBezTo>
                <a:cubicBezTo>
                  <a:pt x="2063006" y="4147336"/>
                  <a:pt x="2063101" y="4190899"/>
                  <a:pt x="2057751" y="4234049"/>
                </a:cubicBezTo>
                <a:cubicBezTo>
                  <a:pt x="2050395" y="4292477"/>
                  <a:pt x="2030524" y="4345124"/>
                  <a:pt x="1987628" y="4387035"/>
                </a:cubicBezTo>
                <a:cubicBezTo>
                  <a:pt x="1953140" y="4420688"/>
                  <a:pt x="1911200" y="4439682"/>
                  <a:pt x="1864483" y="4448973"/>
                </a:cubicBezTo>
                <a:cubicBezTo>
                  <a:pt x="1824263" y="4457025"/>
                  <a:pt x="1783469" y="4458470"/>
                  <a:pt x="1742675" y="4458470"/>
                </a:cubicBezTo>
                <a:cubicBezTo>
                  <a:pt x="1616950" y="4458676"/>
                  <a:pt x="1491225" y="4458676"/>
                  <a:pt x="1365596" y="4458676"/>
                </a:cubicBezTo>
                <a:cubicBezTo>
                  <a:pt x="1024534" y="4458676"/>
                  <a:pt x="683568" y="4458676"/>
                  <a:pt x="342601" y="4458676"/>
                </a:cubicBezTo>
                <a:cubicBezTo>
                  <a:pt x="300661" y="4458676"/>
                  <a:pt x="258721" y="4458263"/>
                  <a:pt x="217163" y="4452276"/>
                </a:cubicBezTo>
                <a:cubicBezTo>
                  <a:pt x="152485" y="4442779"/>
                  <a:pt x="96406" y="4417178"/>
                  <a:pt x="55325" y="4364325"/>
                </a:cubicBezTo>
                <a:cubicBezTo>
                  <a:pt x="30008" y="4331910"/>
                  <a:pt x="15774" y="4294541"/>
                  <a:pt x="8513" y="4254488"/>
                </a:cubicBezTo>
                <a:cubicBezTo>
                  <a:pt x="106" y="4208242"/>
                  <a:pt x="201" y="4161582"/>
                  <a:pt x="106" y="4114922"/>
                </a:cubicBezTo>
                <a:cubicBezTo>
                  <a:pt x="10" y="3859945"/>
                  <a:pt x="106" y="3604968"/>
                  <a:pt x="106" y="3349785"/>
                </a:cubicBezTo>
                <a:cubicBezTo>
                  <a:pt x="10" y="2976095"/>
                  <a:pt x="106" y="2602197"/>
                  <a:pt x="106" y="2228507"/>
                </a:cubicBezTo>
                <a:lnTo>
                  <a:pt x="10" y="2228507"/>
                </a:lnTo>
                <a:cubicBezTo>
                  <a:pt x="10" y="1607065"/>
                  <a:pt x="10" y="985624"/>
                  <a:pt x="10" y="364389"/>
                </a:cubicBezTo>
                <a:cubicBezTo>
                  <a:pt x="10" y="317729"/>
                  <a:pt x="-467" y="270863"/>
                  <a:pt x="5265" y="224616"/>
                </a:cubicBezTo>
                <a:cubicBezTo>
                  <a:pt x="12525" y="166189"/>
                  <a:pt x="32397" y="113748"/>
                  <a:pt x="75388" y="71630"/>
                </a:cubicBezTo>
                <a:cubicBezTo>
                  <a:pt x="112360" y="35500"/>
                  <a:pt x="157548" y="16506"/>
                  <a:pt x="207800" y="7835"/>
                </a:cubicBezTo>
                <a:cubicBezTo>
                  <a:pt x="233404" y="3499"/>
                  <a:pt x="259294" y="1434"/>
                  <a:pt x="285280" y="1021"/>
                </a:cubicBezTo>
                <a:cubicBezTo>
                  <a:pt x="337251" y="196"/>
                  <a:pt x="389222" y="-11"/>
                  <a:pt x="441194" y="815"/>
                </a:cubicBezTo>
                <a:cubicBezTo>
                  <a:pt x="461543" y="1021"/>
                  <a:pt x="474153" y="15061"/>
                  <a:pt x="475013" y="32816"/>
                </a:cubicBezTo>
                <a:cubicBezTo>
                  <a:pt x="475682" y="47681"/>
                  <a:pt x="476160" y="62340"/>
                  <a:pt x="479217" y="77205"/>
                </a:cubicBezTo>
                <a:cubicBezTo>
                  <a:pt x="489248" y="124484"/>
                  <a:pt x="529755" y="162266"/>
                  <a:pt x="579816" y="167221"/>
                </a:cubicBezTo>
                <a:cubicBezTo>
                  <a:pt x="594624" y="168873"/>
                  <a:pt x="609336" y="169492"/>
                  <a:pt x="624240" y="169492"/>
                </a:cubicBezTo>
                <a:cubicBezTo>
                  <a:pt x="896325" y="169492"/>
                  <a:pt x="1168315" y="169492"/>
                  <a:pt x="1440400" y="169492"/>
                </a:cubicBezTo>
                <a:cubicBezTo>
                  <a:pt x="1461036" y="169492"/>
                  <a:pt x="1481672" y="169079"/>
                  <a:pt x="1501925" y="163711"/>
                </a:cubicBezTo>
                <a:cubicBezTo>
                  <a:pt x="1551508" y="150291"/>
                  <a:pt x="1584277" y="106522"/>
                  <a:pt x="1586761" y="55114"/>
                </a:cubicBezTo>
                <a:cubicBezTo>
                  <a:pt x="1587239" y="45410"/>
                  <a:pt x="1587621" y="35913"/>
                  <a:pt x="1589054" y="26416"/>
                </a:cubicBezTo>
                <a:cubicBezTo>
                  <a:pt x="1591251" y="12170"/>
                  <a:pt x="1601282" y="3086"/>
                  <a:pt x="1615517" y="1434"/>
                </a:cubicBezTo>
                <a:cubicBezTo>
                  <a:pt x="1621345" y="815"/>
                  <a:pt x="1627173" y="402"/>
                  <a:pt x="1633000" y="1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144000" indent="0" algn="ctr">
              <a:buNone/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1EC3046-242B-84E6-B705-D4E68DF23A5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6238" y="1223998"/>
            <a:ext cx="5735024" cy="334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351044-45D8-4CDD-6AD9-C16123334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64131C6-64DA-FB74-1899-D339C426F8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5735024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724003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11" descr="Graphic 11">
            <a:extLst>
              <a:ext uri="{FF2B5EF4-FFF2-40B4-BE49-F238E27FC236}">
                <a16:creationId xmlns:a16="http://schemas.microsoft.com/office/drawing/2014/main" id="{734C2AA8-9B31-B88E-C0F5-C5FDF3E3AE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3117" y="1152000"/>
            <a:ext cx="1758962" cy="3533855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Freeform 8">
            <a:extLst>
              <a:ext uri="{FF2B5EF4-FFF2-40B4-BE49-F238E27FC236}">
                <a16:creationId xmlns:a16="http://schemas.microsoft.com/office/drawing/2014/main" id="{2731D163-944B-7B3E-E54E-87BACEB75814}"/>
              </a:ext>
            </a:extLst>
          </p:cNvPr>
          <p:cNvSpPr/>
          <p:nvPr userDrawn="1"/>
        </p:nvSpPr>
        <p:spPr>
          <a:xfrm>
            <a:off x="3702676" y="1152000"/>
            <a:ext cx="1738648" cy="3514741"/>
          </a:xfrm>
          <a:prstGeom prst="rect">
            <a:avLst/>
          </a:prstGeom>
          <a:solidFill>
            <a:srgbClr val="000000">
              <a:alpha val="1000"/>
            </a:srgbClr>
          </a:solidFill>
          <a:ln w="12700">
            <a:miter lim="400000"/>
          </a:ln>
        </p:spPr>
        <p:txBody>
          <a:bodyPr lIns="34289" rIns="34289" anchor="ctr"/>
          <a:lstStyle/>
          <a:p>
            <a:endParaRPr sz="135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E8B4B1CD-334A-5344-91DC-64264E141EC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798372" y="1237744"/>
            <a:ext cx="1547255" cy="3344007"/>
          </a:xfrm>
          <a:custGeom>
            <a:avLst/>
            <a:gdLst>
              <a:gd name="connsiteX0" fmla="*/ 1633000 w 2063006"/>
              <a:gd name="connsiteY0" fmla="*/ 196 h 4458676"/>
              <a:gd name="connsiteX1" fmla="*/ 1801621 w 2063006"/>
              <a:gd name="connsiteY1" fmla="*/ 1847 h 4458676"/>
              <a:gd name="connsiteX2" fmla="*/ 1930785 w 2063006"/>
              <a:gd name="connsiteY2" fmla="*/ 31577 h 4458676"/>
              <a:gd name="connsiteX3" fmla="*/ 2051637 w 2063006"/>
              <a:gd name="connsiteY3" fmla="*/ 190138 h 4458676"/>
              <a:gd name="connsiteX4" fmla="*/ 2062433 w 2063006"/>
              <a:gd name="connsiteY4" fmla="*/ 299148 h 4458676"/>
              <a:gd name="connsiteX5" fmla="*/ 2062911 w 2063006"/>
              <a:gd name="connsiteY5" fmla="*/ 367693 h 4458676"/>
              <a:gd name="connsiteX6" fmla="*/ 2063006 w 2063006"/>
              <a:gd name="connsiteY6" fmla="*/ 4103980 h 4458676"/>
              <a:gd name="connsiteX7" fmla="*/ 2057751 w 2063006"/>
              <a:gd name="connsiteY7" fmla="*/ 4234049 h 4458676"/>
              <a:gd name="connsiteX8" fmla="*/ 1987628 w 2063006"/>
              <a:gd name="connsiteY8" fmla="*/ 4387035 h 4458676"/>
              <a:gd name="connsiteX9" fmla="*/ 1864483 w 2063006"/>
              <a:gd name="connsiteY9" fmla="*/ 4448973 h 4458676"/>
              <a:gd name="connsiteX10" fmla="*/ 1742675 w 2063006"/>
              <a:gd name="connsiteY10" fmla="*/ 4458470 h 4458676"/>
              <a:gd name="connsiteX11" fmla="*/ 1365596 w 2063006"/>
              <a:gd name="connsiteY11" fmla="*/ 4458676 h 4458676"/>
              <a:gd name="connsiteX12" fmla="*/ 342601 w 2063006"/>
              <a:gd name="connsiteY12" fmla="*/ 4458676 h 4458676"/>
              <a:gd name="connsiteX13" fmla="*/ 217163 w 2063006"/>
              <a:gd name="connsiteY13" fmla="*/ 4452276 h 4458676"/>
              <a:gd name="connsiteX14" fmla="*/ 55325 w 2063006"/>
              <a:gd name="connsiteY14" fmla="*/ 4364325 h 4458676"/>
              <a:gd name="connsiteX15" fmla="*/ 8513 w 2063006"/>
              <a:gd name="connsiteY15" fmla="*/ 4254488 h 4458676"/>
              <a:gd name="connsiteX16" fmla="*/ 106 w 2063006"/>
              <a:gd name="connsiteY16" fmla="*/ 4114922 h 4458676"/>
              <a:gd name="connsiteX17" fmla="*/ 106 w 2063006"/>
              <a:gd name="connsiteY17" fmla="*/ 3349785 h 4458676"/>
              <a:gd name="connsiteX18" fmla="*/ 106 w 2063006"/>
              <a:gd name="connsiteY18" fmla="*/ 2228507 h 4458676"/>
              <a:gd name="connsiteX19" fmla="*/ 10 w 2063006"/>
              <a:gd name="connsiteY19" fmla="*/ 2228507 h 4458676"/>
              <a:gd name="connsiteX20" fmla="*/ 10 w 2063006"/>
              <a:gd name="connsiteY20" fmla="*/ 364389 h 4458676"/>
              <a:gd name="connsiteX21" fmla="*/ 5265 w 2063006"/>
              <a:gd name="connsiteY21" fmla="*/ 224616 h 4458676"/>
              <a:gd name="connsiteX22" fmla="*/ 75388 w 2063006"/>
              <a:gd name="connsiteY22" fmla="*/ 71630 h 4458676"/>
              <a:gd name="connsiteX23" fmla="*/ 207800 w 2063006"/>
              <a:gd name="connsiteY23" fmla="*/ 7835 h 4458676"/>
              <a:gd name="connsiteX24" fmla="*/ 285280 w 2063006"/>
              <a:gd name="connsiteY24" fmla="*/ 1021 h 4458676"/>
              <a:gd name="connsiteX25" fmla="*/ 441194 w 2063006"/>
              <a:gd name="connsiteY25" fmla="*/ 815 h 4458676"/>
              <a:gd name="connsiteX26" fmla="*/ 475013 w 2063006"/>
              <a:gd name="connsiteY26" fmla="*/ 32816 h 4458676"/>
              <a:gd name="connsiteX27" fmla="*/ 479217 w 2063006"/>
              <a:gd name="connsiteY27" fmla="*/ 77205 h 4458676"/>
              <a:gd name="connsiteX28" fmla="*/ 579816 w 2063006"/>
              <a:gd name="connsiteY28" fmla="*/ 167221 h 4458676"/>
              <a:gd name="connsiteX29" fmla="*/ 624240 w 2063006"/>
              <a:gd name="connsiteY29" fmla="*/ 169492 h 4458676"/>
              <a:gd name="connsiteX30" fmla="*/ 1440400 w 2063006"/>
              <a:gd name="connsiteY30" fmla="*/ 169492 h 4458676"/>
              <a:gd name="connsiteX31" fmla="*/ 1501925 w 2063006"/>
              <a:gd name="connsiteY31" fmla="*/ 163711 h 4458676"/>
              <a:gd name="connsiteX32" fmla="*/ 1586761 w 2063006"/>
              <a:gd name="connsiteY32" fmla="*/ 55114 h 4458676"/>
              <a:gd name="connsiteX33" fmla="*/ 1589054 w 2063006"/>
              <a:gd name="connsiteY33" fmla="*/ 26416 h 4458676"/>
              <a:gd name="connsiteX34" fmla="*/ 1615517 w 2063006"/>
              <a:gd name="connsiteY34" fmla="*/ 1434 h 4458676"/>
              <a:gd name="connsiteX35" fmla="*/ 1633000 w 2063006"/>
              <a:gd name="connsiteY35" fmla="*/ 196 h 4458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063006" h="4458676">
                <a:moveTo>
                  <a:pt x="1633000" y="196"/>
                </a:moveTo>
                <a:cubicBezTo>
                  <a:pt x="1689271" y="196"/>
                  <a:pt x="1745446" y="-837"/>
                  <a:pt x="1801621" y="1847"/>
                </a:cubicBezTo>
                <a:cubicBezTo>
                  <a:pt x="1846331" y="4118"/>
                  <a:pt x="1890278" y="11138"/>
                  <a:pt x="1930785" y="31577"/>
                </a:cubicBezTo>
                <a:cubicBezTo>
                  <a:pt x="1996704" y="64817"/>
                  <a:pt x="2035396" y="119116"/>
                  <a:pt x="2051637" y="190138"/>
                </a:cubicBezTo>
                <a:cubicBezTo>
                  <a:pt x="2059853" y="226062"/>
                  <a:pt x="2061573" y="262605"/>
                  <a:pt x="2062433" y="299148"/>
                </a:cubicBezTo>
                <a:cubicBezTo>
                  <a:pt x="2062911" y="322065"/>
                  <a:pt x="2062911" y="344776"/>
                  <a:pt x="2062911" y="367693"/>
                </a:cubicBezTo>
                <a:cubicBezTo>
                  <a:pt x="2063006" y="1613053"/>
                  <a:pt x="2063006" y="2858413"/>
                  <a:pt x="2063006" y="4103980"/>
                </a:cubicBezTo>
                <a:cubicBezTo>
                  <a:pt x="2063006" y="4147336"/>
                  <a:pt x="2063101" y="4190899"/>
                  <a:pt x="2057751" y="4234049"/>
                </a:cubicBezTo>
                <a:cubicBezTo>
                  <a:pt x="2050395" y="4292477"/>
                  <a:pt x="2030524" y="4345124"/>
                  <a:pt x="1987628" y="4387035"/>
                </a:cubicBezTo>
                <a:cubicBezTo>
                  <a:pt x="1953140" y="4420688"/>
                  <a:pt x="1911200" y="4439682"/>
                  <a:pt x="1864483" y="4448973"/>
                </a:cubicBezTo>
                <a:cubicBezTo>
                  <a:pt x="1824263" y="4457025"/>
                  <a:pt x="1783469" y="4458470"/>
                  <a:pt x="1742675" y="4458470"/>
                </a:cubicBezTo>
                <a:cubicBezTo>
                  <a:pt x="1616950" y="4458676"/>
                  <a:pt x="1491225" y="4458676"/>
                  <a:pt x="1365596" y="4458676"/>
                </a:cubicBezTo>
                <a:cubicBezTo>
                  <a:pt x="1024534" y="4458676"/>
                  <a:pt x="683568" y="4458676"/>
                  <a:pt x="342601" y="4458676"/>
                </a:cubicBezTo>
                <a:cubicBezTo>
                  <a:pt x="300661" y="4458676"/>
                  <a:pt x="258721" y="4458263"/>
                  <a:pt x="217163" y="4452276"/>
                </a:cubicBezTo>
                <a:cubicBezTo>
                  <a:pt x="152485" y="4442779"/>
                  <a:pt x="96406" y="4417178"/>
                  <a:pt x="55325" y="4364325"/>
                </a:cubicBezTo>
                <a:cubicBezTo>
                  <a:pt x="30008" y="4331910"/>
                  <a:pt x="15774" y="4294541"/>
                  <a:pt x="8513" y="4254488"/>
                </a:cubicBezTo>
                <a:cubicBezTo>
                  <a:pt x="106" y="4208242"/>
                  <a:pt x="201" y="4161582"/>
                  <a:pt x="106" y="4114922"/>
                </a:cubicBezTo>
                <a:cubicBezTo>
                  <a:pt x="10" y="3859945"/>
                  <a:pt x="106" y="3604968"/>
                  <a:pt x="106" y="3349785"/>
                </a:cubicBezTo>
                <a:cubicBezTo>
                  <a:pt x="10" y="2976095"/>
                  <a:pt x="106" y="2602197"/>
                  <a:pt x="106" y="2228507"/>
                </a:cubicBezTo>
                <a:lnTo>
                  <a:pt x="10" y="2228507"/>
                </a:lnTo>
                <a:cubicBezTo>
                  <a:pt x="10" y="1607065"/>
                  <a:pt x="10" y="985624"/>
                  <a:pt x="10" y="364389"/>
                </a:cubicBezTo>
                <a:cubicBezTo>
                  <a:pt x="10" y="317729"/>
                  <a:pt x="-467" y="270863"/>
                  <a:pt x="5265" y="224616"/>
                </a:cubicBezTo>
                <a:cubicBezTo>
                  <a:pt x="12525" y="166189"/>
                  <a:pt x="32397" y="113748"/>
                  <a:pt x="75388" y="71630"/>
                </a:cubicBezTo>
                <a:cubicBezTo>
                  <a:pt x="112360" y="35500"/>
                  <a:pt x="157548" y="16506"/>
                  <a:pt x="207800" y="7835"/>
                </a:cubicBezTo>
                <a:cubicBezTo>
                  <a:pt x="233404" y="3499"/>
                  <a:pt x="259294" y="1434"/>
                  <a:pt x="285280" y="1021"/>
                </a:cubicBezTo>
                <a:cubicBezTo>
                  <a:pt x="337251" y="196"/>
                  <a:pt x="389222" y="-11"/>
                  <a:pt x="441194" y="815"/>
                </a:cubicBezTo>
                <a:cubicBezTo>
                  <a:pt x="461543" y="1021"/>
                  <a:pt x="474153" y="15061"/>
                  <a:pt x="475013" y="32816"/>
                </a:cubicBezTo>
                <a:cubicBezTo>
                  <a:pt x="475682" y="47681"/>
                  <a:pt x="476160" y="62340"/>
                  <a:pt x="479217" y="77205"/>
                </a:cubicBezTo>
                <a:cubicBezTo>
                  <a:pt x="489248" y="124484"/>
                  <a:pt x="529755" y="162266"/>
                  <a:pt x="579816" y="167221"/>
                </a:cubicBezTo>
                <a:cubicBezTo>
                  <a:pt x="594624" y="168873"/>
                  <a:pt x="609336" y="169492"/>
                  <a:pt x="624240" y="169492"/>
                </a:cubicBezTo>
                <a:cubicBezTo>
                  <a:pt x="896325" y="169492"/>
                  <a:pt x="1168315" y="169492"/>
                  <a:pt x="1440400" y="169492"/>
                </a:cubicBezTo>
                <a:cubicBezTo>
                  <a:pt x="1461036" y="169492"/>
                  <a:pt x="1481672" y="169079"/>
                  <a:pt x="1501925" y="163711"/>
                </a:cubicBezTo>
                <a:cubicBezTo>
                  <a:pt x="1551508" y="150291"/>
                  <a:pt x="1584277" y="106522"/>
                  <a:pt x="1586761" y="55114"/>
                </a:cubicBezTo>
                <a:cubicBezTo>
                  <a:pt x="1587239" y="45410"/>
                  <a:pt x="1587621" y="35913"/>
                  <a:pt x="1589054" y="26416"/>
                </a:cubicBezTo>
                <a:cubicBezTo>
                  <a:pt x="1591251" y="12170"/>
                  <a:pt x="1601282" y="3086"/>
                  <a:pt x="1615517" y="1434"/>
                </a:cubicBezTo>
                <a:cubicBezTo>
                  <a:pt x="1621345" y="815"/>
                  <a:pt x="1627173" y="402"/>
                  <a:pt x="1633000" y="19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144000" indent="0" algn="ctr">
              <a:buNone/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EB61E-5045-25E8-11B8-2126504D8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3BF4733-9FEB-5C55-1527-1BA234922B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8388000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29882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61EBDAA3-AB8C-A224-4433-437074A9008D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9144000" cy="51435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4762" indent="0" algn="ctr">
              <a:buNone/>
              <a:defRPr sz="1100"/>
            </a:lvl1pPr>
          </a:lstStyle>
          <a:p>
            <a:r>
              <a:rPr lang="en-US"/>
              <a:t>Click icon to add media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43562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378000" y="1224000"/>
            <a:ext cx="8388000" cy="334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4762" indent="0" algn="ctr">
              <a:buNone/>
              <a:defRPr sz="1200"/>
            </a:lvl1pPr>
          </a:lstStyle>
          <a:p>
            <a:r>
              <a:rPr lang="en-US"/>
              <a:t>Click icon to add chart</a:t>
            </a:r>
            <a:endParaRPr lang="nl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E8BEBA-673D-22AC-5008-5B04BBBF68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Chart slide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E376A0-A357-9553-9D37-C44AEC9AA5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8388000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22206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378000" y="1224000"/>
            <a:ext cx="3976551" cy="334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4763" indent="0" algn="ctr">
              <a:buNone/>
              <a:tabLst/>
              <a:defRPr sz="1200"/>
            </a:lvl1pPr>
          </a:lstStyle>
          <a:p>
            <a:r>
              <a:rPr lang="en-US"/>
              <a:t>Click icon to add chart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2DFED-AD61-A80A-BBAB-D4C2BF5CA3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9450" y="1224000"/>
            <a:ext cx="3976549" cy="33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78DFAF2-C4CA-C778-0971-DA5873AD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Chart + Text</a:t>
            </a:r>
          </a:p>
        </p:txBody>
      </p:sp>
      <p:sp>
        <p:nvSpPr>
          <p:cNvPr id="103" name="Text Placeholder 6">
            <a:extLst>
              <a:ext uri="{FF2B5EF4-FFF2-40B4-BE49-F238E27FC236}">
                <a16:creationId xmlns:a16="http://schemas.microsoft.com/office/drawing/2014/main" id="{B20E6FC3-CE6D-C056-3676-40E3485452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8388000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11613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4789449" y="1224000"/>
            <a:ext cx="3976551" cy="334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4763" indent="0" algn="ctr">
              <a:buNone/>
              <a:tabLst/>
              <a:defRPr sz="1200"/>
            </a:lvl1pPr>
          </a:lstStyle>
          <a:p>
            <a:r>
              <a:rPr lang="en-US"/>
              <a:t>Click icon to add chart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2DFED-AD61-A80A-BBAB-D4C2BF5CA3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000" y="1224000"/>
            <a:ext cx="3976549" cy="33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C4330C5-7E29-8408-1F80-14AFBD4E0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Text + Chart</a:t>
            </a:r>
          </a:p>
        </p:txBody>
      </p:sp>
      <p:sp>
        <p:nvSpPr>
          <p:cNvPr id="103" name="Text Placeholder 6">
            <a:extLst>
              <a:ext uri="{FF2B5EF4-FFF2-40B4-BE49-F238E27FC236}">
                <a16:creationId xmlns:a16="http://schemas.microsoft.com/office/drawing/2014/main" id="{ADF7408D-2143-FAF2-3DD3-258F20EE9E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8388000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30350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2DFED-AD61-A80A-BBAB-D4C2BF5CA3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9450" y="1224000"/>
            <a:ext cx="3976549" cy="33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able Placeholder 3">
            <a:extLst>
              <a:ext uri="{FF2B5EF4-FFF2-40B4-BE49-F238E27FC236}">
                <a16:creationId xmlns:a16="http://schemas.microsoft.com/office/drawing/2014/main" id="{CDE5C077-BDBC-BB8C-616E-DBD517C965EE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78000" y="1224000"/>
            <a:ext cx="3976549" cy="3348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lang="nl-BE" sz="1200" dirty="0"/>
            </a:lvl1pPr>
          </a:lstStyle>
          <a:p>
            <a:pPr marL="4763" lvl="0" indent="0" algn="ctr">
              <a:buNone/>
            </a:pPr>
            <a:r>
              <a:rPr lang="en-US"/>
              <a:t>Click icon to add table</a:t>
            </a:r>
            <a:endParaRPr lang="nl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02EAB0B-680E-BDD0-543F-D723CC4C1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Table + Text</a:t>
            </a:r>
          </a:p>
        </p:txBody>
      </p:sp>
      <p:sp>
        <p:nvSpPr>
          <p:cNvPr id="82" name="Text Placeholder 6">
            <a:extLst>
              <a:ext uri="{FF2B5EF4-FFF2-40B4-BE49-F238E27FC236}">
                <a16:creationId xmlns:a16="http://schemas.microsoft.com/office/drawing/2014/main" id="{75164DCC-BD21-4CD3-B0EC-17C18CE362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8388000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79883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2DFED-AD61-A80A-BBAB-D4C2BF5CA3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000" y="1224000"/>
            <a:ext cx="3976549" cy="33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able Placeholder 3">
            <a:extLst>
              <a:ext uri="{FF2B5EF4-FFF2-40B4-BE49-F238E27FC236}">
                <a16:creationId xmlns:a16="http://schemas.microsoft.com/office/drawing/2014/main" id="{0427D293-518A-7CF4-1A48-446D9C7B5498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4789450" y="1224000"/>
            <a:ext cx="3976550" cy="3348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defRPr lang="nl-BE" sz="1200" dirty="0"/>
            </a:lvl1pPr>
          </a:lstStyle>
          <a:p>
            <a:pPr marL="4763" lvl="0" indent="0" algn="ctr">
              <a:buNone/>
            </a:pPr>
            <a:r>
              <a:rPr lang="en-US"/>
              <a:t>Click icon to add table</a:t>
            </a:r>
            <a:endParaRPr lang="nl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AAC230-F715-5116-153F-BB1E260CC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Text + Table</a:t>
            </a:r>
          </a:p>
        </p:txBody>
      </p:sp>
      <p:sp>
        <p:nvSpPr>
          <p:cNvPr id="82" name="Text Placeholder 6">
            <a:extLst>
              <a:ext uri="{FF2B5EF4-FFF2-40B4-BE49-F238E27FC236}">
                <a16:creationId xmlns:a16="http://schemas.microsoft.com/office/drawing/2014/main" id="{CAABD44C-2A97-D183-2BC9-2F2C41619E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8388000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56869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>
            <a:extLst>
              <a:ext uri="{FF2B5EF4-FFF2-40B4-BE49-F238E27FC236}">
                <a16:creationId xmlns:a16="http://schemas.microsoft.com/office/drawing/2014/main" id="{A9FA733F-CBB7-CA1C-CE6D-58C42EE44D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29409"/>
            <a:ext cx="9144001" cy="34263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0571A299-424D-A258-7187-D5F8FFAE1C8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067601" y="1630017"/>
            <a:ext cx="0" cy="3525702"/>
          </a:xfrm>
          <a:prstGeom prst="line">
            <a:avLst/>
          </a:prstGeom>
          <a:ln w="1270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049E0209-3715-A5B0-D40A-D35A6922C14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57933" y="1623393"/>
            <a:ext cx="0" cy="3525702"/>
          </a:xfrm>
          <a:prstGeom prst="line">
            <a:avLst/>
          </a:prstGeom>
          <a:ln w="1270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ijdelijke aanduiding voor afbeelding 7">
            <a:extLst>
              <a:ext uri="{FF2B5EF4-FFF2-40B4-BE49-F238E27FC236}">
                <a16:creationId xmlns:a16="http://schemas.microsoft.com/office/drawing/2014/main" id="{69FE1966-5C8B-6E22-0F53-21B749BBF2D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96039" y="1083624"/>
            <a:ext cx="1182032" cy="118168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GB"/>
              <a:t>Personal picture</a:t>
            </a:r>
            <a:endParaRPr lang="nl-BE"/>
          </a:p>
        </p:txBody>
      </p:sp>
      <p:sp>
        <p:nvSpPr>
          <p:cNvPr id="37" name="Tijdelijke aanduiding voor afbeelding 7">
            <a:extLst>
              <a:ext uri="{FF2B5EF4-FFF2-40B4-BE49-F238E27FC236}">
                <a16:creationId xmlns:a16="http://schemas.microsoft.com/office/drawing/2014/main" id="{D84FF705-3B7C-CA71-FD64-51EFD207B4E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367088" y="1083624"/>
            <a:ext cx="1182032" cy="118168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GB"/>
              <a:t>Personal picture</a:t>
            </a:r>
            <a:endParaRPr lang="nl-BE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E6186894-7985-7293-9484-79FC8976E9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6237" y="1083624"/>
            <a:ext cx="1182032" cy="118168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GB"/>
              <a:t>Personal picture</a:t>
            </a:r>
            <a:endParaRPr lang="nl-B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FC0F66F-9385-FB10-8D9C-3C0755D93D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76238" y="4344988"/>
            <a:ext cx="2395537" cy="227012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1142196-74DF-E30C-C9C3-2BDD371BC4B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6237" y="4062257"/>
            <a:ext cx="2395538" cy="28308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910F97-1083-9119-267B-46FE1838FF1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76237" y="2716213"/>
            <a:ext cx="2395538" cy="1223962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E6A5005F-4B2E-1BDA-9783-4CE18487B7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374232" y="4344988"/>
            <a:ext cx="2395537" cy="227012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A05EDF3-1709-3B0D-FC3A-E2C86398DB2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74231" y="4062257"/>
            <a:ext cx="2395538" cy="28308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A69CCC8B-1A40-23B0-49F6-434E94DACF9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67916" y="2716213"/>
            <a:ext cx="2395538" cy="1223962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A1DED734-4F26-5785-1D51-18196F501BE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59596" y="4344988"/>
            <a:ext cx="2395537" cy="227012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76F2F94A-B348-A8A8-B3BA-07DB6E7F173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59595" y="4062257"/>
            <a:ext cx="2395538" cy="28308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3BE623D-9A29-41E1-25FA-D21239EAFBF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59595" y="2716213"/>
            <a:ext cx="2395538" cy="1223962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0A60DC-1F3A-4FC4-6C17-27D5EF123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88556"/>
            <a:ext cx="8387728" cy="430887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cxnSp>
        <p:nvCxnSpPr>
          <p:cNvPr id="5" name="Rechte verbindingslijn 19">
            <a:extLst>
              <a:ext uri="{FF2B5EF4-FFF2-40B4-BE49-F238E27FC236}">
                <a16:creationId xmlns:a16="http://schemas.microsoft.com/office/drawing/2014/main" id="{808409CA-EB76-657D-3EE5-141BFD072D0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3067601" y="1630017"/>
            <a:ext cx="0" cy="3525702"/>
          </a:xfrm>
          <a:prstGeom prst="line">
            <a:avLst/>
          </a:prstGeom>
          <a:ln w="1270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20">
            <a:extLst>
              <a:ext uri="{FF2B5EF4-FFF2-40B4-BE49-F238E27FC236}">
                <a16:creationId xmlns:a16="http://schemas.microsoft.com/office/drawing/2014/main" id="{CC8095B2-88C0-90FC-0A4A-B90C07EC301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057933" y="1623393"/>
            <a:ext cx="0" cy="3525702"/>
          </a:xfrm>
          <a:prstGeom prst="line">
            <a:avLst/>
          </a:prstGeom>
          <a:ln w="1270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44" descr="Open quotation mark with solid fill">
            <a:extLst>
              <a:ext uri="{FF2B5EF4-FFF2-40B4-BE49-F238E27FC236}">
                <a16:creationId xmlns:a16="http://schemas.microsoft.com/office/drawing/2014/main" id="{0D0E0020-B4D5-BF27-9232-48476953E3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241679" y="2311049"/>
            <a:ext cx="501929" cy="501929"/>
          </a:xfrm>
          <a:prstGeom prst="rect">
            <a:avLst/>
          </a:prstGeom>
        </p:spPr>
      </p:pic>
      <p:pic>
        <p:nvPicPr>
          <p:cNvPr id="38" name="Graphic 37" descr="Open quotation mark with solid fill">
            <a:extLst>
              <a:ext uri="{FF2B5EF4-FFF2-40B4-BE49-F238E27FC236}">
                <a16:creationId xmlns:a16="http://schemas.microsoft.com/office/drawing/2014/main" id="{60DEF860-A029-D6C5-5C0B-B1E052F9C3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247133" y="2311049"/>
            <a:ext cx="501929" cy="501929"/>
          </a:xfrm>
          <a:prstGeom prst="rect">
            <a:avLst/>
          </a:prstGeom>
        </p:spPr>
      </p:pic>
      <p:pic>
        <p:nvPicPr>
          <p:cNvPr id="6" name="Graphic 5" descr="Open quotation mark with solid fill">
            <a:extLst>
              <a:ext uri="{FF2B5EF4-FFF2-40B4-BE49-F238E27FC236}">
                <a16:creationId xmlns:a16="http://schemas.microsoft.com/office/drawing/2014/main" id="{E6BAF317-508A-6B32-CE3C-D0461652DE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61472" y="2311049"/>
            <a:ext cx="501929" cy="501929"/>
          </a:xfrm>
          <a:prstGeom prst="rect">
            <a:avLst/>
          </a:prstGeom>
        </p:spPr>
      </p:pic>
      <p:pic>
        <p:nvPicPr>
          <p:cNvPr id="19" name="Graphic 18" descr="Open quotation mark with solid fill">
            <a:extLst>
              <a:ext uri="{FF2B5EF4-FFF2-40B4-BE49-F238E27FC236}">
                <a16:creationId xmlns:a16="http://schemas.microsoft.com/office/drawing/2014/main" id="{5DDA51BC-EE54-1BBE-AB97-D91E73D4668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241679" y="2311049"/>
            <a:ext cx="501929" cy="501929"/>
          </a:xfrm>
          <a:prstGeom prst="rect">
            <a:avLst/>
          </a:prstGeom>
        </p:spPr>
      </p:pic>
      <p:pic>
        <p:nvPicPr>
          <p:cNvPr id="15" name="Graphic 14" descr="Open quotation mark with solid fill">
            <a:extLst>
              <a:ext uri="{FF2B5EF4-FFF2-40B4-BE49-F238E27FC236}">
                <a16:creationId xmlns:a16="http://schemas.microsoft.com/office/drawing/2014/main" id="{C6127432-61C0-BFFB-4BE1-18A5FB0A108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247133" y="2311049"/>
            <a:ext cx="501929" cy="501929"/>
          </a:xfrm>
          <a:prstGeom prst="rect">
            <a:avLst/>
          </a:prstGeom>
        </p:spPr>
      </p:pic>
      <p:pic>
        <p:nvPicPr>
          <p:cNvPr id="12" name="Graphic 11" descr="Open quotation mark with solid fill">
            <a:extLst>
              <a:ext uri="{FF2B5EF4-FFF2-40B4-BE49-F238E27FC236}">
                <a16:creationId xmlns:a16="http://schemas.microsoft.com/office/drawing/2014/main" id="{196F048B-D29E-7F84-F699-B895360DCEA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61472" y="2311049"/>
            <a:ext cx="501929" cy="501929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C0E3716-418C-3E24-11C9-00616D1AD2A6}"/>
              </a:ext>
            </a:extLst>
          </p:cNvPr>
          <p:cNvCxnSpPr>
            <a:cxnSpLocks noGrp="1" noRot="1" noMove="1" noResize="1" noEditPoints="1" noAdjustHandles="1" noChangeArrowheads="1" noChangeShapeType="1"/>
            <a:stCxn id="44" idx="4"/>
            <a:endCxn id="45" idx="1"/>
          </p:cNvCxnSpPr>
          <p:nvPr userDrawn="1"/>
        </p:nvCxnSpPr>
        <p:spPr>
          <a:xfrm rot="5400000">
            <a:off x="6716980" y="2291937"/>
            <a:ext cx="296705" cy="243447"/>
          </a:xfrm>
          <a:prstGeom prst="bentConnector2">
            <a:avLst/>
          </a:prstGeom>
          <a:ln w="1270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8C74D65-ECF5-1699-EFD4-BE9EACB9B3DB}"/>
              </a:ext>
            </a:extLst>
          </p:cNvPr>
          <p:cNvCxnSpPr>
            <a:cxnSpLocks noGrp="1" noRot="1" noMove="1" noResize="1" noEditPoints="1" noAdjustHandles="1" noChangeArrowheads="1" noChangeShapeType="1"/>
            <a:stCxn id="37" idx="4"/>
            <a:endCxn id="38" idx="1"/>
          </p:cNvCxnSpPr>
          <p:nvPr userDrawn="1"/>
        </p:nvCxnSpPr>
        <p:spPr>
          <a:xfrm rot="5400000">
            <a:off x="3705231" y="2309139"/>
            <a:ext cx="296705" cy="209042"/>
          </a:xfrm>
          <a:prstGeom prst="bentConnector2">
            <a:avLst/>
          </a:prstGeom>
          <a:ln w="1270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7BF1D2BF-717F-4F69-3A41-4E277401422C}"/>
              </a:ext>
            </a:extLst>
          </p:cNvPr>
          <p:cNvCxnSpPr>
            <a:cxnSpLocks noGrp="1" noRot="1" noMove="1" noResize="1" noEditPoints="1" noAdjustHandles="1" noChangeArrowheads="1" noChangeShapeType="1"/>
            <a:stCxn id="8" idx="4"/>
            <a:endCxn id="6" idx="1"/>
          </p:cNvCxnSpPr>
          <p:nvPr userDrawn="1"/>
        </p:nvCxnSpPr>
        <p:spPr>
          <a:xfrm rot="5400000">
            <a:off x="716975" y="2311734"/>
            <a:ext cx="296705" cy="203852"/>
          </a:xfrm>
          <a:prstGeom prst="bentConnector2">
            <a:avLst/>
          </a:prstGeom>
          <a:ln w="12700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121ACC5F-8D5D-8C03-0D32-B061590CAD12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2655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pos="1746" userDrawn="1">
          <p15:clr>
            <a:srgbClr val="FBAE40"/>
          </p15:clr>
        </p15:guide>
        <p15:guide id="10" orient="horz" pos="2482" userDrawn="1">
          <p15:clr>
            <a:srgbClr val="FBAE40"/>
          </p15:clr>
        </p15:guide>
        <p15:guide id="11" orient="horz" pos="2558" userDrawn="1">
          <p15:clr>
            <a:srgbClr val="FBAE40"/>
          </p15:clr>
        </p15:guide>
        <p15:guide id="12" orient="horz" pos="1711" userDrawn="1">
          <p15:clr>
            <a:srgbClr val="FBAE40"/>
          </p15:clr>
        </p15:guide>
        <p15:guide id="13" pos="2121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- 2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DF352C9-5BAF-A64E-5C76-B055F1E866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440745"/>
            <a:ext cx="9144000" cy="2702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8C0A32C-423A-CC5A-214A-51302B54A7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361164" y="1320959"/>
            <a:ext cx="1924808" cy="19248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E4625B-ACE4-1646-0A99-7C86C0DD58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858028" y="1320959"/>
            <a:ext cx="1924808" cy="1924808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GB"/>
              <a:t>Personal picture</a:t>
            </a:r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143081-A1B3-7A36-0098-C73E84B45B3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858028" y="3335811"/>
            <a:ext cx="1924808" cy="459836"/>
          </a:xfrm>
        </p:spPr>
        <p:txBody>
          <a:bodyPr anchor="b">
            <a:normAutofit/>
          </a:bodyPr>
          <a:lstStyle>
            <a:lvl1pPr marL="4763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5648EE-23BF-922F-6C1D-961BC563DC6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857961" y="3857559"/>
            <a:ext cx="1925637" cy="71444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8F88AD4-9199-2ADB-3670-DFB10C53720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61162" y="3335811"/>
            <a:ext cx="1924808" cy="459836"/>
          </a:xfrm>
        </p:spPr>
        <p:txBody>
          <a:bodyPr anchor="b">
            <a:normAutofit/>
          </a:bodyPr>
          <a:lstStyle>
            <a:lvl1pPr marL="4763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242C453-D919-C62E-5DA0-A8238F4872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61095" y="3857559"/>
            <a:ext cx="1925637" cy="71444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21">
            <a:extLst>
              <a:ext uri="{FF2B5EF4-FFF2-40B4-BE49-F238E27FC236}">
                <a16:creationId xmlns:a16="http://schemas.microsoft.com/office/drawing/2014/main" id="{52C3C5EA-5188-5A46-F7EC-32D7C9B394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88556"/>
            <a:ext cx="8387728" cy="430887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67F44AB-6670-6490-5EF7-0362EBDB6F70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723127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- 3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DF352C9-5BAF-A64E-5C76-B055F1E866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440745"/>
            <a:ext cx="9144000" cy="2702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8C0A32C-423A-CC5A-214A-51302B54A7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16450" y="1455420"/>
            <a:ext cx="1655886" cy="1655886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B90FCF3-7818-4895-5ACC-C11A912BEA0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13339" y="1455420"/>
            <a:ext cx="1655886" cy="1655886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E4625B-ACE4-1646-0A99-7C86C0DD58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5574" y="1455420"/>
            <a:ext cx="1655886" cy="1655886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36C615D-1ED0-BB02-7D81-0777DD690A3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13339" y="3231036"/>
            <a:ext cx="1655886" cy="459836"/>
          </a:xfrm>
        </p:spPr>
        <p:txBody>
          <a:bodyPr anchor="b">
            <a:normAutofit/>
          </a:bodyPr>
          <a:lstStyle>
            <a:lvl1pPr marL="4763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4488372-7D52-C774-70C8-3954F639C3C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413272" y="3752784"/>
            <a:ext cx="1656599" cy="81921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6738B21-69D6-22D6-188F-05EB1B7B96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814928" y="3231036"/>
            <a:ext cx="1655886" cy="459836"/>
          </a:xfrm>
        </p:spPr>
        <p:txBody>
          <a:bodyPr anchor="b">
            <a:normAutofit/>
          </a:bodyPr>
          <a:lstStyle>
            <a:lvl1pPr marL="4763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FEE2E7B-3943-BB65-276F-3ABDB289D7C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814861" y="3752784"/>
            <a:ext cx="1656599" cy="81921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2410743D-C0FD-BF9F-40C3-93EF376643F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16517" y="3231036"/>
            <a:ext cx="1655886" cy="459836"/>
          </a:xfrm>
        </p:spPr>
        <p:txBody>
          <a:bodyPr anchor="b">
            <a:normAutofit/>
          </a:bodyPr>
          <a:lstStyle>
            <a:lvl1pPr marL="4763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799F4B0-F6C6-23F3-8CC8-9BD7532D70C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16450" y="3752784"/>
            <a:ext cx="1656599" cy="81921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B3D35FF6-119B-F861-5085-AFEB3B4D84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88556"/>
            <a:ext cx="8387728" cy="430887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262853E-84A4-CA77-36BC-CE3ABB4AC171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9416140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- 4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DF352C9-5BAF-A64E-5C76-B055F1E866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440745"/>
            <a:ext cx="9144000" cy="2702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08A5AA1-7EF0-B935-38DB-F7DC346738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3086" y="1547446"/>
            <a:ext cx="1471834" cy="1471834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69503D6-FE4F-23A5-67CE-64CADDF6CF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28650" y="1547446"/>
            <a:ext cx="1471834" cy="1471834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8C0A32C-423A-CC5A-214A-51302B54A7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866796" y="1547446"/>
            <a:ext cx="1471834" cy="1471834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E4625B-ACE4-1646-0A99-7C86C0DD58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804941" y="1547446"/>
            <a:ext cx="1471834" cy="1471834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6C74A02-9743-A78E-4F5B-50FA938443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2586" y="3145311"/>
            <a:ext cx="1471767" cy="459836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04BA379-A05A-D57D-3723-ABCA1C2A2D8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2519" y="3667059"/>
            <a:ext cx="1472401" cy="90494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3C8E38B-A791-FFE9-BD27-375E3939E1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05008" y="3145311"/>
            <a:ext cx="1471767" cy="459836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120C61A-EFE5-9A85-B716-9F7FBFB6C57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04941" y="3667059"/>
            <a:ext cx="1472401" cy="90494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D5384C96-4094-D1A1-61F6-520AB1B9C61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66863" y="3145311"/>
            <a:ext cx="1471767" cy="459836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3FAECA7-7FDF-3EA5-6C5E-A2ABABA048D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866796" y="3667059"/>
            <a:ext cx="1472401" cy="90494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01562C1-93AB-70B0-EC03-FE41C172B20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928150" y="3145311"/>
            <a:ext cx="1471767" cy="459836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D5F1BD4-040F-ABFC-26FB-60D9A33E62B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928083" y="3667059"/>
            <a:ext cx="1472401" cy="90494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12EB219E-04DE-E79F-8A84-C97E1FF2F2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88556"/>
            <a:ext cx="8387728" cy="430887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5D0DD5B3-0FA4-94B0-43DC-DE17298F0EDA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7680176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- 5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DF352C9-5BAF-A64E-5C76-B055F1E866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440745"/>
            <a:ext cx="9144000" cy="27027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08A5AA1-7EF0-B935-38DB-F7DC346738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6405" y="1547446"/>
            <a:ext cx="1471834" cy="1471834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69503D6-FE4F-23A5-67CE-64CADDF6CF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65761" y="1547446"/>
            <a:ext cx="1471834" cy="1471834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8C0A32C-423A-CC5A-214A-51302B54A7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50922" y="1547446"/>
            <a:ext cx="1471834" cy="1471834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B90FCF3-7818-4895-5ACC-C11A912BEA0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21244" y="1547446"/>
            <a:ext cx="1471834" cy="1471834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E4625B-ACE4-1646-0A99-7C86C0DD58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36083" y="1547446"/>
            <a:ext cx="1471834" cy="1471834"/>
          </a:xfrm>
          <a:prstGeom prst="ellipse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>
              <a:defRPr lang="nl-BE" sz="1050" dirty="0"/>
            </a:lvl1pPr>
          </a:lstStyle>
          <a:p>
            <a:pPr marL="0" lvl="0" indent="0" algn="ctr">
              <a:buNone/>
            </a:pPr>
            <a:r>
              <a:rPr lang="en-GB"/>
              <a:t>Personal Picture</a:t>
            </a:r>
            <a:endParaRPr lang="nl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B3F37D8-B3DB-7177-E3B1-5E4A863255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7038" y="3173886"/>
            <a:ext cx="1471201" cy="459836"/>
          </a:xfrm>
        </p:spPr>
        <p:txBody>
          <a:bodyPr anchor="b">
            <a:normAutofit/>
          </a:bodyPr>
          <a:lstStyle>
            <a:lvl1pPr marL="4763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986D588-1C8D-9560-51C4-C17DC21145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06971" y="3695634"/>
            <a:ext cx="1471835" cy="87636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28C265B-E465-2E3D-0056-6674F93DB07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120610" y="3173886"/>
            <a:ext cx="1471201" cy="459836"/>
          </a:xfrm>
        </p:spPr>
        <p:txBody>
          <a:bodyPr anchor="b">
            <a:normAutofit/>
          </a:bodyPr>
          <a:lstStyle>
            <a:lvl1pPr marL="4763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E4B5534A-789A-B63F-7DF7-36EF54CA781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120543" y="3695634"/>
            <a:ext cx="1471835" cy="87636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B42CF7D-84F5-1D42-14F7-5EF4F803048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836716" y="3173886"/>
            <a:ext cx="1471201" cy="459836"/>
          </a:xfrm>
        </p:spPr>
        <p:txBody>
          <a:bodyPr anchor="b">
            <a:normAutofit/>
          </a:bodyPr>
          <a:lstStyle>
            <a:lvl1pPr marL="4763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17B4E75E-3DDA-703D-7C9F-38B5F119E5E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36649" y="3695634"/>
            <a:ext cx="1471835" cy="87636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CE1EEE60-20A8-A8AF-09E0-CB30BE2AE92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550922" y="3173886"/>
            <a:ext cx="1471201" cy="459836"/>
          </a:xfrm>
        </p:spPr>
        <p:txBody>
          <a:bodyPr anchor="b">
            <a:normAutofit/>
          </a:bodyPr>
          <a:lstStyle>
            <a:lvl1pPr marL="4763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963A1DF3-D129-2F2F-F786-4363313CB25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550855" y="3695634"/>
            <a:ext cx="1471835" cy="87636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3DDF61C-370B-0275-DEA6-CDBAA4FA394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266394" y="3173886"/>
            <a:ext cx="1471201" cy="459836"/>
          </a:xfrm>
        </p:spPr>
        <p:txBody>
          <a:bodyPr anchor="b">
            <a:normAutofit/>
          </a:bodyPr>
          <a:lstStyle>
            <a:lvl1pPr marL="4763" indent="0" algn="ctr">
              <a:lnSpc>
                <a:spcPct val="100000"/>
              </a:lnSpc>
              <a:buNone/>
              <a:tabLst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8992CDE2-3B20-6FBA-4097-7B4E7A3B11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266327" y="3695634"/>
            <a:ext cx="1471835" cy="87636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B4850F3C-9673-687F-FA71-5494E8DAC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88556"/>
            <a:ext cx="8387728" cy="430887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5834776B-9AAE-5453-3FEC-EF7D42D7F4A6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954469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ference case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448B2B4-8143-30A4-BBD0-9864C74D259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76238" y="1303328"/>
            <a:ext cx="4519190" cy="1356953"/>
          </a:xfrm>
        </p:spPr>
        <p:txBody>
          <a:bodyPr>
            <a:normAutofit/>
          </a:bodyPr>
          <a:lstStyle>
            <a:lvl1pPr marL="180975" indent="-176213">
              <a:spcBef>
                <a:spcPts val="0"/>
              </a:spcBef>
              <a:buSzPct val="8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CCDBB7C5-8D2E-85EE-53E2-CCCD09F640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2824164"/>
            <a:ext cx="5280990" cy="23193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5ED9EF8-6200-4B31-CEC7-A3679318EC2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280989" y="0"/>
            <a:ext cx="3863011" cy="5143500"/>
          </a:xfrm>
          <a:custGeom>
            <a:avLst/>
            <a:gdLst>
              <a:gd name="connsiteX0" fmla="*/ 2957466 w 3868805"/>
              <a:gd name="connsiteY0" fmla="*/ 4843753 h 5143500"/>
              <a:gd name="connsiteX1" fmla="*/ 2959486 w 3868805"/>
              <a:gd name="connsiteY1" fmla="*/ 4843753 h 5143500"/>
              <a:gd name="connsiteX2" fmla="*/ 2959486 w 3868805"/>
              <a:gd name="connsiteY2" fmla="*/ 4869925 h 5143500"/>
              <a:gd name="connsiteX3" fmla="*/ 2958932 w 3868805"/>
              <a:gd name="connsiteY3" fmla="*/ 4880470 h 5143500"/>
              <a:gd name="connsiteX4" fmla="*/ 2952217 w 3868805"/>
              <a:gd name="connsiteY4" fmla="*/ 4894751 h 5143500"/>
              <a:gd name="connsiteX5" fmla="*/ 2932854 w 3868805"/>
              <a:gd name="connsiteY5" fmla="*/ 4905435 h 5143500"/>
              <a:gd name="connsiteX6" fmla="*/ 2910896 w 3868805"/>
              <a:gd name="connsiteY6" fmla="*/ 4899142 h 5143500"/>
              <a:gd name="connsiteX7" fmla="*/ 2899518 w 3868805"/>
              <a:gd name="connsiteY7" fmla="*/ 4879213 h 5143500"/>
              <a:gd name="connsiteX8" fmla="*/ 2907247 w 3868805"/>
              <a:gd name="connsiteY8" fmla="*/ 4853747 h 5143500"/>
              <a:gd name="connsiteX9" fmla="*/ 2929347 w 3868805"/>
              <a:gd name="connsiteY9" fmla="*/ 4843767 h 5143500"/>
              <a:gd name="connsiteX10" fmla="*/ 2957466 w 3868805"/>
              <a:gd name="connsiteY10" fmla="*/ 4843753 h 5143500"/>
              <a:gd name="connsiteX11" fmla="*/ 3215910 w 3868805"/>
              <a:gd name="connsiteY11" fmla="*/ 4822055 h 5143500"/>
              <a:gd name="connsiteX12" fmla="*/ 3235351 w 3868805"/>
              <a:gd name="connsiteY12" fmla="*/ 4822073 h 5143500"/>
              <a:gd name="connsiteX13" fmla="*/ 3245372 w 3868805"/>
              <a:gd name="connsiteY13" fmla="*/ 4833690 h 5143500"/>
              <a:gd name="connsiteX14" fmla="*/ 3245658 w 3868805"/>
              <a:gd name="connsiteY14" fmla="*/ 4834569 h 5143500"/>
              <a:gd name="connsiteX15" fmla="*/ 3205535 w 3868805"/>
              <a:gd name="connsiteY15" fmla="*/ 4834569 h 5143500"/>
              <a:gd name="connsiteX16" fmla="*/ 3206570 w 3868805"/>
              <a:gd name="connsiteY16" fmla="*/ 4832224 h 5143500"/>
              <a:gd name="connsiteX17" fmla="*/ 3215910 w 3868805"/>
              <a:gd name="connsiteY17" fmla="*/ 4822055 h 5143500"/>
              <a:gd name="connsiteX18" fmla="*/ 3442393 w 3868805"/>
              <a:gd name="connsiteY18" fmla="*/ 4820110 h 5143500"/>
              <a:gd name="connsiteX19" fmla="*/ 3464207 w 3868805"/>
              <a:gd name="connsiteY19" fmla="*/ 4827673 h 5143500"/>
              <a:gd name="connsiteX20" fmla="*/ 3464781 w 3868805"/>
              <a:gd name="connsiteY20" fmla="*/ 4860034 h 5143500"/>
              <a:gd name="connsiteX21" fmla="*/ 3453837 w 3868805"/>
              <a:gd name="connsiteY21" fmla="*/ 4867563 h 5143500"/>
              <a:gd name="connsiteX22" fmla="*/ 3446806 w 3868805"/>
              <a:gd name="connsiteY22" fmla="*/ 4868695 h 5143500"/>
              <a:gd name="connsiteX23" fmla="*/ 3431792 w 3868805"/>
              <a:gd name="connsiteY23" fmla="*/ 4863280 h 5143500"/>
              <a:gd name="connsiteX24" fmla="*/ 3422924 w 3868805"/>
              <a:gd name="connsiteY24" fmla="*/ 4846493 h 5143500"/>
              <a:gd name="connsiteX25" fmla="*/ 3442393 w 3868805"/>
              <a:gd name="connsiteY25" fmla="*/ 4820110 h 5143500"/>
              <a:gd name="connsiteX26" fmla="*/ 3282652 w 3868805"/>
              <a:gd name="connsiteY26" fmla="*/ 4803275 h 5143500"/>
              <a:gd name="connsiteX27" fmla="*/ 3263283 w 3868805"/>
              <a:gd name="connsiteY27" fmla="*/ 4803315 h 5143500"/>
              <a:gd name="connsiteX28" fmla="*/ 3261527 w 3868805"/>
              <a:gd name="connsiteY28" fmla="*/ 4803393 h 5143500"/>
              <a:gd name="connsiteX29" fmla="*/ 3288287 w 3868805"/>
              <a:gd name="connsiteY29" fmla="*/ 4843556 h 5143500"/>
              <a:gd name="connsiteX30" fmla="*/ 3282701 w 3868805"/>
              <a:gd name="connsiteY30" fmla="*/ 4851945 h 5143500"/>
              <a:gd name="connsiteX31" fmla="*/ 3277185 w 3868805"/>
              <a:gd name="connsiteY31" fmla="*/ 4860198 h 5143500"/>
              <a:gd name="connsiteX32" fmla="*/ 3271561 w 3868805"/>
              <a:gd name="connsiteY32" fmla="*/ 4868581 h 5143500"/>
              <a:gd name="connsiteX33" fmla="*/ 3266062 w 3868805"/>
              <a:gd name="connsiteY33" fmla="*/ 4876847 h 5143500"/>
              <a:gd name="connsiteX34" fmla="*/ 3260630 w 3868805"/>
              <a:gd name="connsiteY34" fmla="*/ 4885114 h 5143500"/>
              <a:gd name="connsiteX35" fmla="*/ 3261382 w 3868805"/>
              <a:gd name="connsiteY35" fmla="*/ 4885199 h 5143500"/>
              <a:gd name="connsiteX36" fmla="*/ 3281257 w 3868805"/>
              <a:gd name="connsiteY36" fmla="*/ 4885234 h 5143500"/>
              <a:gd name="connsiteX37" fmla="*/ 3283079 w 3868805"/>
              <a:gd name="connsiteY37" fmla="*/ 4884102 h 5143500"/>
              <a:gd name="connsiteX38" fmla="*/ 3296323 w 3868805"/>
              <a:gd name="connsiteY38" fmla="*/ 4863037 h 5143500"/>
              <a:gd name="connsiteX39" fmla="*/ 3299572 w 3868805"/>
              <a:gd name="connsiteY39" fmla="*/ 4857950 h 5143500"/>
              <a:gd name="connsiteX40" fmla="*/ 3307659 w 3868805"/>
              <a:gd name="connsiteY40" fmla="*/ 4870759 h 5143500"/>
              <a:gd name="connsiteX41" fmla="*/ 3316030 w 3868805"/>
              <a:gd name="connsiteY41" fmla="*/ 4884110 h 5143500"/>
              <a:gd name="connsiteX42" fmla="*/ 3318034 w 3868805"/>
              <a:gd name="connsiteY42" fmla="*/ 4885225 h 5143500"/>
              <a:gd name="connsiteX43" fmla="*/ 3338077 w 3868805"/>
              <a:gd name="connsiteY43" fmla="*/ 4885200 h 5143500"/>
              <a:gd name="connsiteX44" fmla="*/ 3339372 w 3868805"/>
              <a:gd name="connsiteY44" fmla="*/ 4885083 h 5143500"/>
              <a:gd name="connsiteX45" fmla="*/ 3311288 w 3868805"/>
              <a:gd name="connsiteY45" fmla="*/ 4843077 h 5143500"/>
              <a:gd name="connsiteX46" fmla="*/ 3338016 w 3868805"/>
              <a:gd name="connsiteY46" fmla="*/ 4803452 h 5143500"/>
              <a:gd name="connsiteX47" fmla="*/ 3337438 w 3868805"/>
              <a:gd name="connsiteY47" fmla="*/ 4803326 h 5143500"/>
              <a:gd name="connsiteX48" fmla="*/ 3317058 w 3868805"/>
              <a:gd name="connsiteY48" fmla="*/ 4803289 h 5143500"/>
              <a:gd name="connsiteX49" fmla="*/ 3315369 w 3868805"/>
              <a:gd name="connsiteY49" fmla="*/ 4804389 h 5143500"/>
              <a:gd name="connsiteX50" fmla="*/ 3309992 w 3868805"/>
              <a:gd name="connsiteY50" fmla="*/ 4812924 h 5143500"/>
              <a:gd name="connsiteX51" fmla="*/ 3300065 w 3868805"/>
              <a:gd name="connsiteY51" fmla="*/ 4828662 h 5143500"/>
              <a:gd name="connsiteX52" fmla="*/ 3299149 w 3868805"/>
              <a:gd name="connsiteY52" fmla="*/ 4827364 h 5143500"/>
              <a:gd name="connsiteX53" fmla="*/ 3285025 w 3868805"/>
              <a:gd name="connsiteY53" fmla="*/ 4804669 h 5143500"/>
              <a:gd name="connsiteX54" fmla="*/ 3282652 w 3868805"/>
              <a:gd name="connsiteY54" fmla="*/ 4803275 h 5143500"/>
              <a:gd name="connsiteX55" fmla="*/ 3440549 w 3868805"/>
              <a:gd name="connsiteY55" fmla="*/ 4802138 h 5143500"/>
              <a:gd name="connsiteX56" fmla="*/ 3415824 w 3868805"/>
              <a:gd name="connsiteY56" fmla="*/ 4815850 h 5143500"/>
              <a:gd name="connsiteX57" fmla="*/ 3408428 w 3868805"/>
              <a:gd name="connsiteY57" fmla="*/ 4860377 h 5143500"/>
              <a:gd name="connsiteX58" fmla="*/ 3429065 w 3868805"/>
              <a:gd name="connsiteY58" fmla="*/ 4882640 h 5143500"/>
              <a:gd name="connsiteX59" fmla="*/ 3457182 w 3868805"/>
              <a:gd name="connsiteY59" fmla="*/ 4885287 h 5143500"/>
              <a:gd name="connsiteX60" fmla="*/ 3477500 w 3868805"/>
              <a:gd name="connsiteY60" fmla="*/ 4872522 h 5143500"/>
              <a:gd name="connsiteX61" fmla="*/ 3487622 w 3868805"/>
              <a:gd name="connsiteY61" fmla="*/ 4849709 h 5143500"/>
              <a:gd name="connsiteX62" fmla="*/ 3487938 w 3868805"/>
              <a:gd name="connsiteY62" fmla="*/ 4849042 h 5143500"/>
              <a:gd name="connsiteX63" fmla="*/ 3487812 w 3868805"/>
              <a:gd name="connsiteY63" fmla="*/ 4839363 h 5143500"/>
              <a:gd name="connsiteX64" fmla="*/ 3487468 w 3868805"/>
              <a:gd name="connsiteY64" fmla="*/ 4836791 h 5143500"/>
              <a:gd name="connsiteX65" fmla="*/ 3474324 w 3868805"/>
              <a:gd name="connsiteY65" fmla="*/ 4812587 h 5143500"/>
              <a:gd name="connsiteX66" fmla="*/ 3440549 w 3868805"/>
              <a:gd name="connsiteY66" fmla="*/ 4802138 h 5143500"/>
              <a:gd name="connsiteX67" fmla="*/ 3226433 w 3868805"/>
              <a:gd name="connsiteY67" fmla="*/ 4802122 h 5143500"/>
              <a:gd name="connsiteX68" fmla="*/ 3218782 w 3868805"/>
              <a:gd name="connsiteY68" fmla="*/ 4802743 h 5143500"/>
              <a:gd name="connsiteX69" fmla="*/ 3211738 w 3868805"/>
              <a:gd name="connsiteY69" fmla="*/ 4804843 h 5143500"/>
              <a:gd name="connsiteX70" fmla="*/ 3191419 w 3868805"/>
              <a:gd name="connsiteY70" fmla="*/ 4823828 h 5143500"/>
              <a:gd name="connsiteX71" fmla="*/ 3187317 w 3868805"/>
              <a:gd name="connsiteY71" fmla="*/ 4852050 h 5143500"/>
              <a:gd name="connsiteX72" fmla="*/ 3203800 w 3868805"/>
              <a:gd name="connsiteY72" fmla="*/ 4878849 h 5143500"/>
              <a:gd name="connsiteX73" fmla="*/ 3231943 w 3868805"/>
              <a:gd name="connsiteY73" fmla="*/ 4885477 h 5143500"/>
              <a:gd name="connsiteX74" fmla="*/ 3256305 w 3868805"/>
              <a:gd name="connsiteY74" fmla="*/ 4870561 h 5143500"/>
              <a:gd name="connsiteX75" fmla="*/ 3259551 w 3868805"/>
              <a:gd name="connsiteY75" fmla="*/ 4865772 h 5143500"/>
              <a:gd name="connsiteX76" fmla="*/ 3244496 w 3868805"/>
              <a:gd name="connsiteY76" fmla="*/ 4858646 h 5143500"/>
              <a:gd name="connsiteX77" fmla="*/ 3219110 w 3868805"/>
              <a:gd name="connsiteY77" fmla="*/ 4867491 h 5143500"/>
              <a:gd name="connsiteX78" fmla="*/ 3204141 w 3868805"/>
              <a:gd name="connsiteY78" fmla="*/ 4850499 h 5143500"/>
              <a:gd name="connsiteX79" fmla="*/ 3263791 w 3868805"/>
              <a:gd name="connsiteY79" fmla="*/ 4850499 h 5143500"/>
              <a:gd name="connsiteX80" fmla="*/ 3264119 w 3868805"/>
              <a:gd name="connsiteY80" fmla="*/ 4848919 h 5143500"/>
              <a:gd name="connsiteX81" fmla="*/ 3263920 w 3868805"/>
              <a:gd name="connsiteY81" fmla="*/ 4837564 h 5143500"/>
              <a:gd name="connsiteX82" fmla="*/ 3249599 w 3868805"/>
              <a:gd name="connsiteY82" fmla="*/ 4811136 h 5143500"/>
              <a:gd name="connsiteX83" fmla="*/ 3226433 w 3868805"/>
              <a:gd name="connsiteY83" fmla="*/ 4802122 h 5143500"/>
              <a:gd name="connsiteX84" fmla="*/ 3373312 w 3868805"/>
              <a:gd name="connsiteY84" fmla="*/ 4802110 h 5143500"/>
              <a:gd name="connsiteX85" fmla="*/ 3357546 w 3868805"/>
              <a:gd name="connsiteY85" fmla="*/ 4804724 h 5143500"/>
              <a:gd name="connsiteX86" fmla="*/ 3344677 w 3868805"/>
              <a:gd name="connsiteY86" fmla="*/ 4816693 h 5143500"/>
              <a:gd name="connsiteX87" fmla="*/ 3342400 w 3868805"/>
              <a:gd name="connsiteY87" fmla="*/ 4828622 h 5143500"/>
              <a:gd name="connsiteX88" fmla="*/ 3351462 w 3868805"/>
              <a:gd name="connsiteY88" fmla="*/ 4845697 h 5143500"/>
              <a:gd name="connsiteX89" fmla="*/ 3364247 w 3868805"/>
              <a:gd name="connsiteY89" fmla="*/ 4851565 h 5143500"/>
              <a:gd name="connsiteX90" fmla="*/ 3374804 w 3868805"/>
              <a:gd name="connsiteY90" fmla="*/ 4854933 h 5143500"/>
              <a:gd name="connsiteX91" fmla="*/ 3380942 w 3868805"/>
              <a:gd name="connsiteY91" fmla="*/ 4857977 h 5143500"/>
              <a:gd name="connsiteX92" fmla="*/ 3379406 w 3868805"/>
              <a:gd name="connsiteY92" fmla="*/ 4869688 h 5143500"/>
              <a:gd name="connsiteX93" fmla="*/ 3371822 w 3868805"/>
              <a:gd name="connsiteY93" fmla="*/ 4870793 h 5143500"/>
              <a:gd name="connsiteX94" fmla="*/ 3356553 w 3868805"/>
              <a:gd name="connsiteY94" fmla="*/ 4866590 h 5143500"/>
              <a:gd name="connsiteX95" fmla="*/ 3347214 w 3868805"/>
              <a:gd name="connsiteY95" fmla="*/ 4861430 h 5143500"/>
              <a:gd name="connsiteX96" fmla="*/ 3345872 w 3868805"/>
              <a:gd name="connsiteY96" fmla="*/ 4863497 h 5143500"/>
              <a:gd name="connsiteX97" fmla="*/ 3338624 w 3868805"/>
              <a:gd name="connsiteY97" fmla="*/ 4874969 h 5143500"/>
              <a:gd name="connsiteX98" fmla="*/ 3347773 w 3868805"/>
              <a:gd name="connsiteY98" fmla="*/ 4880832 h 5143500"/>
              <a:gd name="connsiteX99" fmla="*/ 3374659 w 3868805"/>
              <a:gd name="connsiteY99" fmla="*/ 4886694 h 5143500"/>
              <a:gd name="connsiteX100" fmla="*/ 3386495 w 3868805"/>
              <a:gd name="connsiteY100" fmla="*/ 4884517 h 5143500"/>
              <a:gd name="connsiteX101" fmla="*/ 3396119 w 3868805"/>
              <a:gd name="connsiteY101" fmla="*/ 4878539 h 5143500"/>
              <a:gd name="connsiteX102" fmla="*/ 3402187 w 3868805"/>
              <a:gd name="connsiteY102" fmla="*/ 4856780 h 5143500"/>
              <a:gd name="connsiteX103" fmla="*/ 3394317 w 3868805"/>
              <a:gd name="connsiteY103" fmla="*/ 4844156 h 5143500"/>
              <a:gd name="connsiteX104" fmla="*/ 3382572 w 3868805"/>
              <a:gd name="connsiteY104" fmla="*/ 4838055 h 5143500"/>
              <a:gd name="connsiteX105" fmla="*/ 3370401 w 3868805"/>
              <a:gd name="connsiteY105" fmla="*/ 4833683 h 5143500"/>
              <a:gd name="connsiteX106" fmla="*/ 3362763 w 3868805"/>
              <a:gd name="connsiteY106" fmla="*/ 4829256 h 5143500"/>
              <a:gd name="connsiteX107" fmla="*/ 3362343 w 3868805"/>
              <a:gd name="connsiteY107" fmla="*/ 4821313 h 5143500"/>
              <a:gd name="connsiteX108" fmla="*/ 3366842 w 3868805"/>
              <a:gd name="connsiteY108" fmla="*/ 4818553 h 5143500"/>
              <a:gd name="connsiteX109" fmla="*/ 3375836 w 3868805"/>
              <a:gd name="connsiteY109" fmla="*/ 4818661 h 5143500"/>
              <a:gd name="connsiteX110" fmla="*/ 3390945 w 3868805"/>
              <a:gd name="connsiteY110" fmla="*/ 4824618 h 5143500"/>
              <a:gd name="connsiteX111" fmla="*/ 3392561 w 3868805"/>
              <a:gd name="connsiteY111" fmla="*/ 4825453 h 5143500"/>
              <a:gd name="connsiteX112" fmla="*/ 3400244 w 3868805"/>
              <a:gd name="connsiteY112" fmla="*/ 4811175 h 5143500"/>
              <a:gd name="connsiteX113" fmla="*/ 3399979 w 3868805"/>
              <a:gd name="connsiteY113" fmla="*/ 4810825 h 5143500"/>
              <a:gd name="connsiteX114" fmla="*/ 3399426 w 3868805"/>
              <a:gd name="connsiteY114" fmla="*/ 4810442 h 5143500"/>
              <a:gd name="connsiteX115" fmla="*/ 3373312 w 3868805"/>
              <a:gd name="connsiteY115" fmla="*/ 4802110 h 5143500"/>
              <a:gd name="connsiteX116" fmla="*/ 3086641 w 3868805"/>
              <a:gd name="connsiteY116" fmla="*/ 4782283 h 5143500"/>
              <a:gd name="connsiteX117" fmla="*/ 3086641 w 3868805"/>
              <a:gd name="connsiteY117" fmla="*/ 4835384 h 5143500"/>
              <a:gd name="connsiteX118" fmla="*/ 3086641 w 3868805"/>
              <a:gd name="connsiteY118" fmla="*/ 4885208 h 5143500"/>
              <a:gd name="connsiteX119" fmla="*/ 3106414 w 3868805"/>
              <a:gd name="connsiteY119" fmla="*/ 4885208 h 5143500"/>
              <a:gd name="connsiteX120" fmla="*/ 3106414 w 3868805"/>
              <a:gd name="connsiteY120" fmla="*/ 4870986 h 5143500"/>
              <a:gd name="connsiteX121" fmla="*/ 3106418 w 3868805"/>
              <a:gd name="connsiteY121" fmla="*/ 4857004 h 5143500"/>
              <a:gd name="connsiteX122" fmla="*/ 3106484 w 3868805"/>
              <a:gd name="connsiteY122" fmla="*/ 4842811 h 5143500"/>
              <a:gd name="connsiteX123" fmla="*/ 3143067 w 3868805"/>
              <a:gd name="connsiteY123" fmla="*/ 4842811 h 5143500"/>
              <a:gd name="connsiteX124" fmla="*/ 3143067 w 3868805"/>
              <a:gd name="connsiteY124" fmla="*/ 4825218 h 5143500"/>
              <a:gd name="connsiteX125" fmla="*/ 3106525 w 3868805"/>
              <a:gd name="connsiteY125" fmla="*/ 4825218 h 5143500"/>
              <a:gd name="connsiteX126" fmla="*/ 3106525 w 3868805"/>
              <a:gd name="connsiteY126" fmla="*/ 4800086 h 5143500"/>
              <a:gd name="connsiteX127" fmla="*/ 3106784 w 3868805"/>
              <a:gd name="connsiteY127" fmla="*/ 4799981 h 5143500"/>
              <a:gd name="connsiteX128" fmla="*/ 3151759 w 3868805"/>
              <a:gd name="connsiteY128" fmla="*/ 4799940 h 5143500"/>
              <a:gd name="connsiteX129" fmla="*/ 3152259 w 3868805"/>
              <a:gd name="connsiteY129" fmla="*/ 4799881 h 5143500"/>
              <a:gd name="connsiteX130" fmla="*/ 3152389 w 3868805"/>
              <a:gd name="connsiteY130" fmla="*/ 4799785 h 5143500"/>
              <a:gd name="connsiteX131" fmla="*/ 3152495 w 3868805"/>
              <a:gd name="connsiteY131" fmla="*/ 4799680 h 5143500"/>
              <a:gd name="connsiteX132" fmla="*/ 3152495 w 3868805"/>
              <a:gd name="connsiteY132" fmla="*/ 4782283 h 5143500"/>
              <a:gd name="connsiteX133" fmla="*/ 3086641 w 3868805"/>
              <a:gd name="connsiteY133" fmla="*/ 4782283 h 5143500"/>
              <a:gd name="connsiteX134" fmla="*/ 3159893 w 3868805"/>
              <a:gd name="connsiteY134" fmla="*/ 4782195 h 5143500"/>
              <a:gd name="connsiteX135" fmla="*/ 3158844 w 3868805"/>
              <a:gd name="connsiteY135" fmla="*/ 4782269 h 5143500"/>
              <a:gd name="connsiteX136" fmla="*/ 3158844 w 3868805"/>
              <a:gd name="connsiteY136" fmla="*/ 4885112 h 5143500"/>
              <a:gd name="connsiteX137" fmla="*/ 3178530 w 3868805"/>
              <a:gd name="connsiteY137" fmla="*/ 4885112 h 5143500"/>
              <a:gd name="connsiteX138" fmla="*/ 3178530 w 3868805"/>
              <a:gd name="connsiteY138" fmla="*/ 4883046 h 5143500"/>
              <a:gd name="connsiteX139" fmla="*/ 3178527 w 3868805"/>
              <a:gd name="connsiteY139" fmla="*/ 4784332 h 5143500"/>
              <a:gd name="connsiteX140" fmla="*/ 3178357 w 3868805"/>
              <a:gd name="connsiteY140" fmla="*/ 4782373 h 5143500"/>
              <a:gd name="connsiteX141" fmla="*/ 3177581 w 3868805"/>
              <a:gd name="connsiteY141" fmla="*/ 4782196 h 5143500"/>
              <a:gd name="connsiteX142" fmla="*/ 3159893 w 3868805"/>
              <a:gd name="connsiteY142" fmla="*/ 4782195 h 5143500"/>
              <a:gd name="connsiteX143" fmla="*/ 3011148 w 3868805"/>
              <a:gd name="connsiteY143" fmla="*/ 4719565 h 5143500"/>
              <a:gd name="connsiteX144" fmla="*/ 3028065 w 3868805"/>
              <a:gd name="connsiteY144" fmla="*/ 4727397 h 5143500"/>
              <a:gd name="connsiteX145" fmla="*/ 3037936 w 3868805"/>
              <a:gd name="connsiteY145" fmla="*/ 4747247 h 5143500"/>
              <a:gd name="connsiteX146" fmla="*/ 3030826 w 3868805"/>
              <a:gd name="connsiteY146" fmla="*/ 4770390 h 5143500"/>
              <a:gd name="connsiteX147" fmla="*/ 3014245 w 3868805"/>
              <a:gd name="connsiteY147" fmla="*/ 4780571 h 5143500"/>
              <a:gd name="connsiteX148" fmla="*/ 3007436 w 3868805"/>
              <a:gd name="connsiteY148" fmla="*/ 4781372 h 5143500"/>
              <a:gd name="connsiteX149" fmla="*/ 2978968 w 3868805"/>
              <a:gd name="connsiteY149" fmla="*/ 4781406 h 5143500"/>
              <a:gd name="connsiteX150" fmla="*/ 2977891 w 3868805"/>
              <a:gd name="connsiteY150" fmla="*/ 4781337 h 5143500"/>
              <a:gd name="connsiteX151" fmla="*/ 2977798 w 3868805"/>
              <a:gd name="connsiteY151" fmla="*/ 4779972 h 5143500"/>
              <a:gd name="connsiteX152" fmla="*/ 2977835 w 3868805"/>
              <a:gd name="connsiteY152" fmla="*/ 4748808 h 5143500"/>
              <a:gd name="connsiteX153" fmla="*/ 2978694 w 3868805"/>
              <a:gd name="connsiteY153" fmla="*/ 4742854 h 5143500"/>
              <a:gd name="connsiteX154" fmla="*/ 2985146 w 3868805"/>
              <a:gd name="connsiteY154" fmla="*/ 4730138 h 5143500"/>
              <a:gd name="connsiteX155" fmla="*/ 3011148 w 3868805"/>
              <a:gd name="connsiteY155" fmla="*/ 4719565 h 5143500"/>
              <a:gd name="connsiteX156" fmla="*/ 3002676 w 3868805"/>
              <a:gd name="connsiteY156" fmla="*/ 4700588 h 5143500"/>
              <a:gd name="connsiteX157" fmla="*/ 3000184 w 3868805"/>
              <a:gd name="connsiteY157" fmla="*/ 4701208 h 5143500"/>
              <a:gd name="connsiteX158" fmla="*/ 2974905 w 3868805"/>
              <a:gd name="connsiteY158" fmla="*/ 4713939 h 5143500"/>
              <a:gd name="connsiteX159" fmla="*/ 2965142 w 3868805"/>
              <a:gd name="connsiteY159" fmla="*/ 4726920 h 5143500"/>
              <a:gd name="connsiteX160" fmla="*/ 2960229 w 3868805"/>
              <a:gd name="connsiteY160" fmla="*/ 4741503 h 5143500"/>
              <a:gd name="connsiteX161" fmla="*/ 2959475 w 3868805"/>
              <a:gd name="connsiteY161" fmla="*/ 4751705 h 5143500"/>
              <a:gd name="connsiteX162" fmla="*/ 2959486 w 3868805"/>
              <a:gd name="connsiteY162" fmla="*/ 4779337 h 5143500"/>
              <a:gd name="connsiteX163" fmla="*/ 2959486 w 3868805"/>
              <a:gd name="connsiteY163" fmla="*/ 4781343 h 5143500"/>
              <a:gd name="connsiteX164" fmla="*/ 2931060 w 3868805"/>
              <a:gd name="connsiteY164" fmla="*/ 4781343 h 5143500"/>
              <a:gd name="connsiteX165" fmla="*/ 2931060 w 3868805"/>
              <a:gd name="connsiteY165" fmla="*/ 4800050 h 5143500"/>
              <a:gd name="connsiteX166" fmla="*/ 2959365 w 3868805"/>
              <a:gd name="connsiteY166" fmla="*/ 4800060 h 5143500"/>
              <a:gd name="connsiteX167" fmla="*/ 2959365 w 3868805"/>
              <a:gd name="connsiteY167" fmla="*/ 4824991 h 5143500"/>
              <a:gd name="connsiteX168" fmla="*/ 2957528 w 3868805"/>
              <a:gd name="connsiteY168" fmla="*/ 4824991 h 5143500"/>
              <a:gd name="connsiteX169" fmla="*/ 2929053 w 3868805"/>
              <a:gd name="connsiteY169" fmla="*/ 4824984 h 5143500"/>
              <a:gd name="connsiteX170" fmla="*/ 2912632 w 3868805"/>
              <a:gd name="connsiteY170" fmla="*/ 4827984 h 5143500"/>
              <a:gd name="connsiteX171" fmla="*/ 2897258 w 3868805"/>
              <a:gd name="connsiteY171" fmla="*/ 4837423 h 5143500"/>
              <a:gd name="connsiteX172" fmla="*/ 2881303 w 3868805"/>
              <a:gd name="connsiteY172" fmla="*/ 4867880 h 5143500"/>
              <a:gd name="connsiteX173" fmla="*/ 2880823 w 3868805"/>
              <a:gd name="connsiteY173" fmla="*/ 4868899 h 5143500"/>
              <a:gd name="connsiteX174" fmla="*/ 2880687 w 3868805"/>
              <a:gd name="connsiteY174" fmla="*/ 4880540 h 5143500"/>
              <a:gd name="connsiteX175" fmla="*/ 2881273 w 3868805"/>
              <a:gd name="connsiteY175" fmla="*/ 4881134 h 5143500"/>
              <a:gd name="connsiteX176" fmla="*/ 2885874 w 3868805"/>
              <a:gd name="connsiteY176" fmla="*/ 4896837 h 5143500"/>
              <a:gd name="connsiteX177" fmla="*/ 2893502 w 3868805"/>
              <a:gd name="connsiteY177" fmla="*/ 4908260 h 5143500"/>
              <a:gd name="connsiteX178" fmla="*/ 2908667 w 3868805"/>
              <a:gd name="connsiteY178" fmla="*/ 4919760 h 5143500"/>
              <a:gd name="connsiteX179" fmla="*/ 2922921 w 3868805"/>
              <a:gd name="connsiteY179" fmla="*/ 4924223 h 5143500"/>
              <a:gd name="connsiteX180" fmla="*/ 2934679 w 3868805"/>
              <a:gd name="connsiteY180" fmla="*/ 4924233 h 5143500"/>
              <a:gd name="connsiteX181" fmla="*/ 2938737 w 3868805"/>
              <a:gd name="connsiteY181" fmla="*/ 4923551 h 5143500"/>
              <a:gd name="connsiteX182" fmla="*/ 2964803 w 3868805"/>
              <a:gd name="connsiteY182" fmla="*/ 4908568 h 5143500"/>
              <a:gd name="connsiteX183" fmla="*/ 2975060 w 3868805"/>
              <a:gd name="connsiteY183" fmla="*/ 4891174 h 5143500"/>
              <a:gd name="connsiteX184" fmla="*/ 2977792 w 3868805"/>
              <a:gd name="connsiteY184" fmla="*/ 4874354 h 5143500"/>
              <a:gd name="connsiteX185" fmla="*/ 2977795 w 3868805"/>
              <a:gd name="connsiteY185" fmla="*/ 4845715 h 5143500"/>
              <a:gd name="connsiteX186" fmla="*/ 2977795 w 3868805"/>
              <a:gd name="connsiteY186" fmla="*/ 4843736 h 5143500"/>
              <a:gd name="connsiteX187" fmla="*/ 3006223 w 3868805"/>
              <a:gd name="connsiteY187" fmla="*/ 4843736 h 5143500"/>
              <a:gd name="connsiteX188" fmla="*/ 3006223 w 3868805"/>
              <a:gd name="connsiteY188" fmla="*/ 4824955 h 5143500"/>
              <a:gd name="connsiteX189" fmla="*/ 2977945 w 3868805"/>
              <a:gd name="connsiteY189" fmla="*/ 4824955 h 5143500"/>
              <a:gd name="connsiteX190" fmla="*/ 2978090 w 3868805"/>
              <a:gd name="connsiteY190" fmla="*/ 4800056 h 5143500"/>
              <a:gd name="connsiteX191" fmla="*/ 2979909 w 3868805"/>
              <a:gd name="connsiteY191" fmla="*/ 4800056 h 5143500"/>
              <a:gd name="connsiteX192" fmla="*/ 3009221 w 3868805"/>
              <a:gd name="connsiteY192" fmla="*/ 4800034 h 5143500"/>
              <a:gd name="connsiteX193" fmla="*/ 3015237 w 3868805"/>
              <a:gd name="connsiteY193" fmla="*/ 4799557 h 5143500"/>
              <a:gd name="connsiteX194" fmla="*/ 3044102 w 3868805"/>
              <a:gd name="connsiteY194" fmla="*/ 4783396 h 5143500"/>
              <a:gd name="connsiteX195" fmla="*/ 3055961 w 3868805"/>
              <a:gd name="connsiteY195" fmla="*/ 4744231 h 5143500"/>
              <a:gd name="connsiteX196" fmla="*/ 3040251 w 3868805"/>
              <a:gd name="connsiteY196" fmla="*/ 4713321 h 5143500"/>
              <a:gd name="connsiteX197" fmla="*/ 3015422 w 3868805"/>
              <a:gd name="connsiteY197" fmla="*/ 4701190 h 5143500"/>
              <a:gd name="connsiteX198" fmla="*/ 3013302 w 3868805"/>
              <a:gd name="connsiteY198" fmla="*/ 4700588 h 5143500"/>
              <a:gd name="connsiteX199" fmla="*/ 3002676 w 3868805"/>
              <a:gd name="connsiteY199" fmla="*/ 4700588 h 5143500"/>
              <a:gd name="connsiteX200" fmla="*/ 0 w 3868805"/>
              <a:gd name="connsiteY200" fmla="*/ 0 h 5143500"/>
              <a:gd name="connsiteX201" fmla="*/ 3868805 w 3868805"/>
              <a:gd name="connsiteY201" fmla="*/ 0 h 5143500"/>
              <a:gd name="connsiteX202" fmla="*/ 3868805 w 3868805"/>
              <a:gd name="connsiteY202" fmla="*/ 5143500 h 5143500"/>
              <a:gd name="connsiteX203" fmla="*/ 0 w 3868805"/>
              <a:gd name="connsiteY20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3868805" h="5143500">
                <a:moveTo>
                  <a:pt x="2957466" y="4843753"/>
                </a:moveTo>
                <a:cubicBezTo>
                  <a:pt x="2958074" y="4843753"/>
                  <a:pt x="2958682" y="4843753"/>
                  <a:pt x="2959486" y="4843753"/>
                </a:cubicBezTo>
                <a:cubicBezTo>
                  <a:pt x="2959486" y="4852563"/>
                  <a:pt x="2959486" y="4861244"/>
                  <a:pt x="2959486" y="4869925"/>
                </a:cubicBezTo>
                <a:cubicBezTo>
                  <a:pt x="2959472" y="4873673"/>
                  <a:pt x="2959583" y="4877083"/>
                  <a:pt x="2958932" y="4880470"/>
                </a:cubicBezTo>
                <a:cubicBezTo>
                  <a:pt x="2957905" y="4885813"/>
                  <a:pt x="2955708" y="4890591"/>
                  <a:pt x="2952217" y="4894751"/>
                </a:cubicBezTo>
                <a:cubicBezTo>
                  <a:pt x="2947144" y="4900794"/>
                  <a:pt x="2940712" y="4904460"/>
                  <a:pt x="2932854" y="4905435"/>
                </a:cubicBezTo>
                <a:cubicBezTo>
                  <a:pt x="2924663" y="4906451"/>
                  <a:pt x="2917305" y="4904264"/>
                  <a:pt x="2910896" y="4899142"/>
                </a:cubicBezTo>
                <a:cubicBezTo>
                  <a:pt x="2904502" y="4894032"/>
                  <a:pt x="2900642" y="4887349"/>
                  <a:pt x="2899518" y="4879213"/>
                </a:cubicBezTo>
                <a:cubicBezTo>
                  <a:pt x="2898186" y="4869566"/>
                  <a:pt x="2900729" y="4861018"/>
                  <a:pt x="2907247" y="4853747"/>
                </a:cubicBezTo>
                <a:cubicBezTo>
                  <a:pt x="2913129" y="4847185"/>
                  <a:pt x="2920527" y="4843823"/>
                  <a:pt x="2929347" y="4843767"/>
                </a:cubicBezTo>
                <a:cubicBezTo>
                  <a:pt x="2938720" y="4843707"/>
                  <a:pt x="2948093" y="4843753"/>
                  <a:pt x="2957466" y="4843753"/>
                </a:cubicBezTo>
                <a:close/>
                <a:moveTo>
                  <a:pt x="3215910" y="4822055"/>
                </a:moveTo>
                <a:cubicBezTo>
                  <a:pt x="3222380" y="4818599"/>
                  <a:pt x="3228936" y="4818638"/>
                  <a:pt x="3235351" y="4822073"/>
                </a:cubicBezTo>
                <a:cubicBezTo>
                  <a:pt x="3240122" y="4824628"/>
                  <a:pt x="3243314" y="4828712"/>
                  <a:pt x="3245372" y="4833690"/>
                </a:cubicBezTo>
                <a:cubicBezTo>
                  <a:pt x="3245474" y="4833937"/>
                  <a:pt x="3245539" y="4834199"/>
                  <a:pt x="3245658" y="4834569"/>
                </a:cubicBezTo>
                <a:cubicBezTo>
                  <a:pt x="3232265" y="4834569"/>
                  <a:pt x="3218997" y="4834569"/>
                  <a:pt x="3205535" y="4834569"/>
                </a:cubicBezTo>
                <a:cubicBezTo>
                  <a:pt x="3205907" y="4833726"/>
                  <a:pt x="3206238" y="4832975"/>
                  <a:pt x="3206570" y="4832224"/>
                </a:cubicBezTo>
                <a:cubicBezTo>
                  <a:pt x="3208780" y="4827775"/>
                  <a:pt x="3211705" y="4824302"/>
                  <a:pt x="3215910" y="4822055"/>
                </a:cubicBezTo>
                <a:close/>
                <a:moveTo>
                  <a:pt x="3442393" y="4820110"/>
                </a:moveTo>
                <a:cubicBezTo>
                  <a:pt x="3451042" y="4818543"/>
                  <a:pt x="3458417" y="4821239"/>
                  <a:pt x="3464207" y="4827673"/>
                </a:cubicBezTo>
                <a:cubicBezTo>
                  <a:pt x="3472528" y="4836918"/>
                  <a:pt x="3472647" y="4850479"/>
                  <a:pt x="3464781" y="4860034"/>
                </a:cubicBezTo>
                <a:cubicBezTo>
                  <a:pt x="3461861" y="4863582"/>
                  <a:pt x="3458190" y="4866078"/>
                  <a:pt x="3453837" y="4867563"/>
                </a:cubicBezTo>
                <a:cubicBezTo>
                  <a:pt x="3451361" y="4868242"/>
                  <a:pt x="3449126" y="4868707"/>
                  <a:pt x="3446806" y="4868695"/>
                </a:cubicBezTo>
                <a:cubicBezTo>
                  <a:pt x="3441155" y="4868667"/>
                  <a:pt x="3436123" y="4866881"/>
                  <a:pt x="3431792" y="4863280"/>
                </a:cubicBezTo>
                <a:cubicBezTo>
                  <a:pt x="3426547" y="4858920"/>
                  <a:pt x="3423569" y="4853285"/>
                  <a:pt x="3422924" y="4846493"/>
                </a:cubicBezTo>
                <a:cubicBezTo>
                  <a:pt x="3421700" y="4833607"/>
                  <a:pt x="3430518" y="4822263"/>
                  <a:pt x="3442393" y="4820110"/>
                </a:cubicBezTo>
                <a:close/>
                <a:moveTo>
                  <a:pt x="3282652" y="4803275"/>
                </a:moveTo>
                <a:cubicBezTo>
                  <a:pt x="3276196" y="4803355"/>
                  <a:pt x="3269739" y="4803311"/>
                  <a:pt x="3263283" y="4803315"/>
                </a:cubicBezTo>
                <a:cubicBezTo>
                  <a:pt x="3262801" y="4803316"/>
                  <a:pt x="3262319" y="4803357"/>
                  <a:pt x="3261527" y="4803393"/>
                </a:cubicBezTo>
                <a:cubicBezTo>
                  <a:pt x="3270541" y="4816922"/>
                  <a:pt x="3279412" y="4830236"/>
                  <a:pt x="3288287" y="4843556"/>
                </a:cubicBezTo>
                <a:cubicBezTo>
                  <a:pt x="3286365" y="4846442"/>
                  <a:pt x="3284535" y="4849195"/>
                  <a:pt x="3282701" y="4851945"/>
                </a:cubicBezTo>
                <a:cubicBezTo>
                  <a:pt x="3280865" y="4854698"/>
                  <a:pt x="3279026" y="4857449"/>
                  <a:pt x="3277185" y="4860198"/>
                </a:cubicBezTo>
                <a:cubicBezTo>
                  <a:pt x="3275312" y="4862994"/>
                  <a:pt x="3273431" y="4865784"/>
                  <a:pt x="3271561" y="4868581"/>
                </a:cubicBezTo>
                <a:cubicBezTo>
                  <a:pt x="3269721" y="4871332"/>
                  <a:pt x="3267866" y="4874073"/>
                  <a:pt x="3266062" y="4876847"/>
                </a:cubicBezTo>
                <a:cubicBezTo>
                  <a:pt x="3264289" y="4879575"/>
                  <a:pt x="3262242" y="4882135"/>
                  <a:pt x="3260630" y="4885114"/>
                </a:cubicBezTo>
                <a:cubicBezTo>
                  <a:pt x="3261056" y="4885163"/>
                  <a:pt x="3261219" y="4885199"/>
                  <a:pt x="3261382" y="4885199"/>
                </a:cubicBezTo>
                <a:cubicBezTo>
                  <a:pt x="3268007" y="4885203"/>
                  <a:pt x="3274632" y="4885176"/>
                  <a:pt x="3281257" y="4885234"/>
                </a:cubicBezTo>
                <a:cubicBezTo>
                  <a:pt x="3282225" y="4885243"/>
                  <a:pt x="3282637" y="4884809"/>
                  <a:pt x="3283079" y="4884102"/>
                </a:cubicBezTo>
                <a:cubicBezTo>
                  <a:pt x="3287481" y="4877072"/>
                  <a:pt x="3291902" y="4870054"/>
                  <a:pt x="3296323" y="4863037"/>
                </a:cubicBezTo>
                <a:cubicBezTo>
                  <a:pt x="3297353" y="4861401"/>
                  <a:pt x="3298403" y="4859778"/>
                  <a:pt x="3299572" y="4857950"/>
                </a:cubicBezTo>
                <a:cubicBezTo>
                  <a:pt x="3302348" y="4862342"/>
                  <a:pt x="3304974" y="4866497"/>
                  <a:pt x="3307659" y="4870759"/>
                </a:cubicBezTo>
                <a:cubicBezTo>
                  <a:pt x="3310496" y="4875276"/>
                  <a:pt x="3313302" y="4879669"/>
                  <a:pt x="3316030" y="4884110"/>
                </a:cubicBezTo>
                <a:cubicBezTo>
                  <a:pt x="3316541" y="4884942"/>
                  <a:pt x="3317077" y="4885231"/>
                  <a:pt x="3318034" y="4885225"/>
                </a:cubicBezTo>
                <a:cubicBezTo>
                  <a:pt x="3324715" y="4885186"/>
                  <a:pt x="3331396" y="4885206"/>
                  <a:pt x="3338077" y="4885200"/>
                </a:cubicBezTo>
                <a:cubicBezTo>
                  <a:pt x="3338439" y="4885200"/>
                  <a:pt x="3338800" y="4885136"/>
                  <a:pt x="3339372" y="4885083"/>
                </a:cubicBezTo>
                <a:cubicBezTo>
                  <a:pt x="3329913" y="4870934"/>
                  <a:pt x="3320580" y="4856976"/>
                  <a:pt x="3311288" y="4843077"/>
                </a:cubicBezTo>
                <a:cubicBezTo>
                  <a:pt x="3320234" y="4829774"/>
                  <a:pt x="3329142" y="4816682"/>
                  <a:pt x="3338016" y="4803452"/>
                </a:cubicBezTo>
                <a:cubicBezTo>
                  <a:pt x="3337653" y="4803371"/>
                  <a:pt x="3337546" y="4803326"/>
                  <a:pt x="3337438" y="4803326"/>
                </a:cubicBezTo>
                <a:cubicBezTo>
                  <a:pt x="3330644" y="4803319"/>
                  <a:pt x="3323851" y="4803336"/>
                  <a:pt x="3317058" y="4803289"/>
                </a:cubicBezTo>
                <a:cubicBezTo>
                  <a:pt x="3316152" y="4803283"/>
                  <a:pt x="3315771" y="4803746"/>
                  <a:pt x="3315369" y="4804389"/>
                </a:cubicBezTo>
                <a:cubicBezTo>
                  <a:pt x="3313587" y="4807240"/>
                  <a:pt x="3311786" y="4810080"/>
                  <a:pt x="3309992" y="4812924"/>
                </a:cubicBezTo>
                <a:cubicBezTo>
                  <a:pt x="3306703" y="4818137"/>
                  <a:pt x="3303415" y="4823351"/>
                  <a:pt x="3300065" y="4828662"/>
                </a:cubicBezTo>
                <a:cubicBezTo>
                  <a:pt x="3299719" y="4828175"/>
                  <a:pt x="3299411" y="4827784"/>
                  <a:pt x="3299149" y="4827364"/>
                </a:cubicBezTo>
                <a:cubicBezTo>
                  <a:pt x="3294434" y="4819803"/>
                  <a:pt x="3289718" y="4812243"/>
                  <a:pt x="3285025" y="4804669"/>
                </a:cubicBezTo>
                <a:cubicBezTo>
                  <a:pt x="3284458" y="4803752"/>
                  <a:pt x="3283867" y="4803259"/>
                  <a:pt x="3282652" y="4803275"/>
                </a:cubicBezTo>
                <a:close/>
                <a:moveTo>
                  <a:pt x="3440549" y="4802138"/>
                </a:moveTo>
                <a:cubicBezTo>
                  <a:pt x="3430625" y="4803537"/>
                  <a:pt x="3422226" y="4808188"/>
                  <a:pt x="3415824" y="4815850"/>
                </a:cubicBezTo>
                <a:cubicBezTo>
                  <a:pt x="3404705" y="4829160"/>
                  <a:pt x="3402314" y="4844220"/>
                  <a:pt x="3408428" y="4860377"/>
                </a:cubicBezTo>
                <a:cubicBezTo>
                  <a:pt x="3412244" y="4870464"/>
                  <a:pt x="3419284" y="4877910"/>
                  <a:pt x="3429065" y="4882640"/>
                </a:cubicBezTo>
                <a:cubicBezTo>
                  <a:pt x="3438108" y="4887013"/>
                  <a:pt x="3447505" y="4887840"/>
                  <a:pt x="3457182" y="4885287"/>
                </a:cubicBezTo>
                <a:cubicBezTo>
                  <a:pt x="3465265" y="4883154"/>
                  <a:pt x="3472038" y="4878843"/>
                  <a:pt x="3477500" y="4872522"/>
                </a:cubicBezTo>
                <a:cubicBezTo>
                  <a:pt x="3483178" y="4865951"/>
                  <a:pt x="3486698" y="4858403"/>
                  <a:pt x="3487622" y="4849709"/>
                </a:cubicBezTo>
                <a:cubicBezTo>
                  <a:pt x="3487641" y="4849530"/>
                  <a:pt x="3487829" y="4849369"/>
                  <a:pt x="3487938" y="4849042"/>
                </a:cubicBezTo>
                <a:cubicBezTo>
                  <a:pt x="3487938" y="4845731"/>
                  <a:pt x="3487938" y="4842579"/>
                  <a:pt x="3487812" y="4839363"/>
                </a:cubicBezTo>
                <a:cubicBezTo>
                  <a:pt x="3487617" y="4838463"/>
                  <a:pt x="3487619" y="4837613"/>
                  <a:pt x="3487468" y="4836791"/>
                </a:cubicBezTo>
                <a:cubicBezTo>
                  <a:pt x="3485713" y="4827300"/>
                  <a:pt x="3481489" y="4819133"/>
                  <a:pt x="3474324" y="4812587"/>
                </a:cubicBezTo>
                <a:cubicBezTo>
                  <a:pt x="3464714" y="4803806"/>
                  <a:pt x="3453378" y="4800330"/>
                  <a:pt x="3440549" y="4802138"/>
                </a:cubicBezTo>
                <a:close/>
                <a:moveTo>
                  <a:pt x="3226433" y="4802122"/>
                </a:moveTo>
                <a:cubicBezTo>
                  <a:pt x="3223940" y="4802037"/>
                  <a:pt x="3221429" y="4802510"/>
                  <a:pt x="3218782" y="4802743"/>
                </a:cubicBezTo>
                <a:cubicBezTo>
                  <a:pt x="3216333" y="4803441"/>
                  <a:pt x="3213947" y="4803929"/>
                  <a:pt x="3211738" y="4804843"/>
                </a:cubicBezTo>
                <a:cubicBezTo>
                  <a:pt x="3202610" y="4808618"/>
                  <a:pt x="3195897" y="4815088"/>
                  <a:pt x="3191419" y="4823828"/>
                </a:cubicBezTo>
                <a:cubicBezTo>
                  <a:pt x="3186851" y="4832741"/>
                  <a:pt x="3185533" y="4842208"/>
                  <a:pt x="3187317" y="4852050"/>
                </a:cubicBezTo>
                <a:cubicBezTo>
                  <a:pt x="3189319" y="4863103"/>
                  <a:pt x="3194697" y="4872175"/>
                  <a:pt x="3203800" y="4878849"/>
                </a:cubicBezTo>
                <a:cubicBezTo>
                  <a:pt x="3212211" y="4885016"/>
                  <a:pt x="3221685" y="4887226"/>
                  <a:pt x="3231943" y="4885477"/>
                </a:cubicBezTo>
                <a:cubicBezTo>
                  <a:pt x="3241996" y="4883762"/>
                  <a:pt x="3250030" y="4878530"/>
                  <a:pt x="3256305" y="4870561"/>
                </a:cubicBezTo>
                <a:cubicBezTo>
                  <a:pt x="3257460" y="4869094"/>
                  <a:pt x="3258411" y="4867466"/>
                  <a:pt x="3259551" y="4865772"/>
                </a:cubicBezTo>
                <a:cubicBezTo>
                  <a:pt x="3254375" y="4863322"/>
                  <a:pt x="3249432" y="4860982"/>
                  <a:pt x="3244496" y="4858646"/>
                </a:cubicBezTo>
                <a:cubicBezTo>
                  <a:pt x="3237795" y="4866885"/>
                  <a:pt x="3229515" y="4870747"/>
                  <a:pt x="3219110" y="4867491"/>
                </a:cubicBezTo>
                <a:cubicBezTo>
                  <a:pt x="3210949" y="4864938"/>
                  <a:pt x="3206488" y="4858686"/>
                  <a:pt x="3204141" y="4850499"/>
                </a:cubicBezTo>
                <a:cubicBezTo>
                  <a:pt x="3224146" y="4850499"/>
                  <a:pt x="3243949" y="4850499"/>
                  <a:pt x="3263791" y="4850499"/>
                </a:cubicBezTo>
                <a:cubicBezTo>
                  <a:pt x="3263918" y="4849895"/>
                  <a:pt x="3264050" y="4849412"/>
                  <a:pt x="3264119" y="4848919"/>
                </a:cubicBezTo>
                <a:cubicBezTo>
                  <a:pt x="3264653" y="4845124"/>
                  <a:pt x="3264482" y="4841347"/>
                  <a:pt x="3263920" y="4837564"/>
                </a:cubicBezTo>
                <a:cubicBezTo>
                  <a:pt x="3262354" y="4827008"/>
                  <a:pt x="3257703" y="4818123"/>
                  <a:pt x="3249599" y="4811136"/>
                </a:cubicBezTo>
                <a:cubicBezTo>
                  <a:pt x="3242954" y="4805408"/>
                  <a:pt x="3235176" y="4802422"/>
                  <a:pt x="3226433" y="4802122"/>
                </a:cubicBezTo>
                <a:close/>
                <a:moveTo>
                  <a:pt x="3373312" y="4802110"/>
                </a:moveTo>
                <a:cubicBezTo>
                  <a:pt x="3367893" y="4801771"/>
                  <a:pt x="3362588" y="4802574"/>
                  <a:pt x="3357546" y="4804724"/>
                </a:cubicBezTo>
                <a:cubicBezTo>
                  <a:pt x="3351820" y="4807167"/>
                  <a:pt x="3347348" y="4810968"/>
                  <a:pt x="3344677" y="4816693"/>
                </a:cubicBezTo>
                <a:cubicBezTo>
                  <a:pt x="3342912" y="4820475"/>
                  <a:pt x="3342329" y="4824473"/>
                  <a:pt x="3342400" y="4828622"/>
                </a:cubicBezTo>
                <a:cubicBezTo>
                  <a:pt x="3342524" y="4835872"/>
                  <a:pt x="3345497" y="4841572"/>
                  <a:pt x="3351462" y="4845697"/>
                </a:cubicBezTo>
                <a:cubicBezTo>
                  <a:pt x="3355377" y="4848405"/>
                  <a:pt x="3359754" y="4850119"/>
                  <a:pt x="3364247" y="4851565"/>
                </a:cubicBezTo>
                <a:cubicBezTo>
                  <a:pt x="3367764" y="4852696"/>
                  <a:pt x="3371337" y="4853667"/>
                  <a:pt x="3374804" y="4854933"/>
                </a:cubicBezTo>
                <a:cubicBezTo>
                  <a:pt x="3376941" y="4855713"/>
                  <a:pt x="3379111" y="4856657"/>
                  <a:pt x="3380942" y="4857977"/>
                </a:cubicBezTo>
                <a:cubicBezTo>
                  <a:pt x="3385501" y="4861266"/>
                  <a:pt x="3384609" y="4867549"/>
                  <a:pt x="3379406" y="4869688"/>
                </a:cubicBezTo>
                <a:cubicBezTo>
                  <a:pt x="3376978" y="4870687"/>
                  <a:pt x="3374416" y="4870943"/>
                  <a:pt x="3371822" y="4870793"/>
                </a:cubicBezTo>
                <a:cubicBezTo>
                  <a:pt x="3366438" y="4870483"/>
                  <a:pt x="3361345" y="4869008"/>
                  <a:pt x="3356553" y="4866590"/>
                </a:cubicBezTo>
                <a:cubicBezTo>
                  <a:pt x="3353414" y="4865007"/>
                  <a:pt x="3350390" y="4863195"/>
                  <a:pt x="3347214" y="4861430"/>
                </a:cubicBezTo>
                <a:cubicBezTo>
                  <a:pt x="3346840" y="4862010"/>
                  <a:pt x="3346392" y="4862705"/>
                  <a:pt x="3345872" y="4863497"/>
                </a:cubicBezTo>
                <a:cubicBezTo>
                  <a:pt x="3343417" y="4867371"/>
                  <a:pt x="3341035" y="4871147"/>
                  <a:pt x="3338624" y="4874969"/>
                </a:cubicBezTo>
                <a:cubicBezTo>
                  <a:pt x="3341509" y="4877354"/>
                  <a:pt x="3344563" y="4879237"/>
                  <a:pt x="3347773" y="4880832"/>
                </a:cubicBezTo>
                <a:cubicBezTo>
                  <a:pt x="3356233" y="4885036"/>
                  <a:pt x="3365142" y="4887189"/>
                  <a:pt x="3374659" y="4886694"/>
                </a:cubicBezTo>
                <a:cubicBezTo>
                  <a:pt x="3378720" y="4886483"/>
                  <a:pt x="3382664" y="4885850"/>
                  <a:pt x="3386495" y="4884517"/>
                </a:cubicBezTo>
                <a:cubicBezTo>
                  <a:pt x="3390148" y="4883245"/>
                  <a:pt x="3393466" y="4881351"/>
                  <a:pt x="3396119" y="4878539"/>
                </a:cubicBezTo>
                <a:cubicBezTo>
                  <a:pt x="3401929" y="4872380"/>
                  <a:pt x="3403139" y="4864789"/>
                  <a:pt x="3402187" y="4856780"/>
                </a:cubicBezTo>
                <a:cubicBezTo>
                  <a:pt x="3401555" y="4851468"/>
                  <a:pt x="3398581" y="4847352"/>
                  <a:pt x="3394317" y="4844156"/>
                </a:cubicBezTo>
                <a:cubicBezTo>
                  <a:pt x="3390735" y="4841471"/>
                  <a:pt x="3386728" y="4839610"/>
                  <a:pt x="3382572" y="4838055"/>
                </a:cubicBezTo>
                <a:cubicBezTo>
                  <a:pt x="3378535" y="4836545"/>
                  <a:pt x="3374441" y="4835187"/>
                  <a:pt x="3370401" y="4833683"/>
                </a:cubicBezTo>
                <a:cubicBezTo>
                  <a:pt x="3367615" y="4832646"/>
                  <a:pt x="3364870" y="4831491"/>
                  <a:pt x="3362763" y="4829256"/>
                </a:cubicBezTo>
                <a:cubicBezTo>
                  <a:pt x="3360542" y="4826899"/>
                  <a:pt x="3360399" y="4823938"/>
                  <a:pt x="3362343" y="4821313"/>
                </a:cubicBezTo>
                <a:cubicBezTo>
                  <a:pt x="3363456" y="4819810"/>
                  <a:pt x="3365061" y="4818994"/>
                  <a:pt x="3366842" y="4818553"/>
                </a:cubicBezTo>
                <a:cubicBezTo>
                  <a:pt x="3369843" y="4817809"/>
                  <a:pt x="3372850" y="4818031"/>
                  <a:pt x="3375836" y="4818661"/>
                </a:cubicBezTo>
                <a:cubicBezTo>
                  <a:pt x="3381206" y="4819793"/>
                  <a:pt x="3386135" y="4822058"/>
                  <a:pt x="3390945" y="4824618"/>
                </a:cubicBezTo>
                <a:cubicBezTo>
                  <a:pt x="3391464" y="4824894"/>
                  <a:pt x="3391989" y="4825158"/>
                  <a:pt x="3392561" y="4825453"/>
                </a:cubicBezTo>
                <a:cubicBezTo>
                  <a:pt x="3395184" y="4820578"/>
                  <a:pt x="3397725" y="4815856"/>
                  <a:pt x="3400244" y="4811175"/>
                </a:cubicBezTo>
                <a:cubicBezTo>
                  <a:pt x="3400111" y="4810996"/>
                  <a:pt x="3400061" y="4810890"/>
                  <a:pt x="3399979" y="4810825"/>
                </a:cubicBezTo>
                <a:cubicBezTo>
                  <a:pt x="3399804" y="4810685"/>
                  <a:pt x="3399616" y="4810561"/>
                  <a:pt x="3399426" y="4810442"/>
                </a:cubicBezTo>
                <a:cubicBezTo>
                  <a:pt x="3391434" y="4805432"/>
                  <a:pt x="3382691" y="4802695"/>
                  <a:pt x="3373312" y="4802110"/>
                </a:cubicBezTo>
                <a:close/>
                <a:moveTo>
                  <a:pt x="3086641" y="4782283"/>
                </a:moveTo>
                <a:cubicBezTo>
                  <a:pt x="3086641" y="4799985"/>
                  <a:pt x="3086641" y="4817600"/>
                  <a:pt x="3086641" y="4835384"/>
                </a:cubicBezTo>
                <a:cubicBezTo>
                  <a:pt x="3086641" y="4852097"/>
                  <a:pt x="3086641" y="4868643"/>
                  <a:pt x="3086641" y="4885208"/>
                </a:cubicBezTo>
                <a:cubicBezTo>
                  <a:pt x="3093322" y="4885208"/>
                  <a:pt x="3099802" y="4885208"/>
                  <a:pt x="3106414" y="4885208"/>
                </a:cubicBezTo>
                <a:cubicBezTo>
                  <a:pt x="3106414" y="4880397"/>
                  <a:pt x="3106414" y="4875691"/>
                  <a:pt x="3106414" y="4870986"/>
                </a:cubicBezTo>
                <a:cubicBezTo>
                  <a:pt x="3106414" y="4866325"/>
                  <a:pt x="3106399" y="4861665"/>
                  <a:pt x="3106418" y="4857004"/>
                </a:cubicBezTo>
                <a:cubicBezTo>
                  <a:pt x="3106436" y="4852318"/>
                  <a:pt x="3106336" y="4847629"/>
                  <a:pt x="3106484" y="4842811"/>
                </a:cubicBezTo>
                <a:cubicBezTo>
                  <a:pt x="3118781" y="4842811"/>
                  <a:pt x="3130885" y="4842811"/>
                  <a:pt x="3143067" y="4842811"/>
                </a:cubicBezTo>
                <a:cubicBezTo>
                  <a:pt x="3143067" y="4836919"/>
                  <a:pt x="3143067" y="4831164"/>
                  <a:pt x="3143067" y="4825218"/>
                </a:cubicBezTo>
                <a:cubicBezTo>
                  <a:pt x="3130850" y="4825218"/>
                  <a:pt x="3118702" y="4825218"/>
                  <a:pt x="3106525" y="4825218"/>
                </a:cubicBezTo>
                <a:cubicBezTo>
                  <a:pt x="3106525" y="4816698"/>
                  <a:pt x="3106525" y="4808369"/>
                  <a:pt x="3106525" y="4800086"/>
                </a:cubicBezTo>
                <a:cubicBezTo>
                  <a:pt x="3106686" y="4800019"/>
                  <a:pt x="3106735" y="4799981"/>
                  <a:pt x="3106784" y="4799981"/>
                </a:cubicBezTo>
                <a:cubicBezTo>
                  <a:pt x="3121776" y="4799966"/>
                  <a:pt x="3136767" y="4799955"/>
                  <a:pt x="3151759" y="4799940"/>
                </a:cubicBezTo>
                <a:cubicBezTo>
                  <a:pt x="3151926" y="4799940"/>
                  <a:pt x="3152094" y="4799910"/>
                  <a:pt x="3152259" y="4799881"/>
                </a:cubicBezTo>
                <a:cubicBezTo>
                  <a:pt x="3152306" y="4799872"/>
                  <a:pt x="3152348" y="4799821"/>
                  <a:pt x="3152389" y="4799785"/>
                </a:cubicBezTo>
                <a:cubicBezTo>
                  <a:pt x="3152431" y="4799748"/>
                  <a:pt x="3152469" y="4799706"/>
                  <a:pt x="3152495" y="4799680"/>
                </a:cubicBezTo>
                <a:cubicBezTo>
                  <a:pt x="3152495" y="4793901"/>
                  <a:pt x="3152495" y="4788136"/>
                  <a:pt x="3152495" y="4782283"/>
                </a:cubicBezTo>
                <a:cubicBezTo>
                  <a:pt x="3130544" y="4782283"/>
                  <a:pt x="3108680" y="4782283"/>
                  <a:pt x="3086641" y="4782283"/>
                </a:cubicBezTo>
                <a:close/>
                <a:moveTo>
                  <a:pt x="3159893" y="4782195"/>
                </a:moveTo>
                <a:cubicBezTo>
                  <a:pt x="3159570" y="4782196"/>
                  <a:pt x="3159247" y="4782240"/>
                  <a:pt x="3158844" y="4782269"/>
                </a:cubicBezTo>
                <a:cubicBezTo>
                  <a:pt x="3158844" y="4816587"/>
                  <a:pt x="3158844" y="4850805"/>
                  <a:pt x="3158844" y="4885112"/>
                </a:cubicBezTo>
                <a:cubicBezTo>
                  <a:pt x="3165406" y="4885112"/>
                  <a:pt x="3171884" y="4885112"/>
                  <a:pt x="3178530" y="4885112"/>
                </a:cubicBezTo>
                <a:cubicBezTo>
                  <a:pt x="3178530" y="4884366"/>
                  <a:pt x="3178530" y="4883706"/>
                  <a:pt x="3178530" y="4883046"/>
                </a:cubicBezTo>
                <a:cubicBezTo>
                  <a:pt x="3178530" y="4850141"/>
                  <a:pt x="3178530" y="4817237"/>
                  <a:pt x="3178527" y="4784332"/>
                </a:cubicBezTo>
                <a:cubicBezTo>
                  <a:pt x="3178527" y="4783717"/>
                  <a:pt x="3178487" y="4783101"/>
                  <a:pt x="3178357" y="4782373"/>
                </a:cubicBezTo>
                <a:cubicBezTo>
                  <a:pt x="3178026" y="4782238"/>
                  <a:pt x="3177804" y="4782196"/>
                  <a:pt x="3177581" y="4782196"/>
                </a:cubicBezTo>
                <a:cubicBezTo>
                  <a:pt x="3171685" y="4782192"/>
                  <a:pt x="3165789" y="4782191"/>
                  <a:pt x="3159893" y="4782195"/>
                </a:cubicBezTo>
                <a:close/>
                <a:moveTo>
                  <a:pt x="3011148" y="4719565"/>
                </a:moveTo>
                <a:cubicBezTo>
                  <a:pt x="3017627" y="4720198"/>
                  <a:pt x="3023271" y="4722922"/>
                  <a:pt x="3028065" y="4727397"/>
                </a:cubicBezTo>
                <a:cubicBezTo>
                  <a:pt x="3033845" y="4732793"/>
                  <a:pt x="3037172" y="4739456"/>
                  <a:pt x="3037936" y="4747247"/>
                </a:cubicBezTo>
                <a:cubicBezTo>
                  <a:pt x="3038782" y="4755874"/>
                  <a:pt x="3036374" y="4763673"/>
                  <a:pt x="3030826" y="4770390"/>
                </a:cubicBezTo>
                <a:cubicBezTo>
                  <a:pt x="3026474" y="4775658"/>
                  <a:pt x="3020943" y="4779130"/>
                  <a:pt x="3014245" y="4780571"/>
                </a:cubicBezTo>
                <a:cubicBezTo>
                  <a:pt x="3012018" y="4781050"/>
                  <a:pt x="3009710" y="4781351"/>
                  <a:pt x="3007436" y="4781372"/>
                </a:cubicBezTo>
                <a:cubicBezTo>
                  <a:pt x="2997947" y="4781459"/>
                  <a:pt x="2988457" y="4781409"/>
                  <a:pt x="2978968" y="4781406"/>
                </a:cubicBezTo>
                <a:cubicBezTo>
                  <a:pt x="2978642" y="4781406"/>
                  <a:pt x="2978316" y="4781365"/>
                  <a:pt x="2977891" y="4781337"/>
                </a:cubicBezTo>
                <a:cubicBezTo>
                  <a:pt x="2977856" y="4780836"/>
                  <a:pt x="2977798" y="4780404"/>
                  <a:pt x="2977798" y="4779972"/>
                </a:cubicBezTo>
                <a:cubicBezTo>
                  <a:pt x="2977793" y="4769584"/>
                  <a:pt x="2977748" y="4759196"/>
                  <a:pt x="2977835" y="4748808"/>
                </a:cubicBezTo>
                <a:cubicBezTo>
                  <a:pt x="2977852" y="4746821"/>
                  <a:pt x="2978394" y="4744838"/>
                  <a:pt x="2978694" y="4742854"/>
                </a:cubicBezTo>
                <a:cubicBezTo>
                  <a:pt x="2979947" y="4737956"/>
                  <a:pt x="2982006" y="4733751"/>
                  <a:pt x="2985146" y="4730138"/>
                </a:cubicBezTo>
                <a:cubicBezTo>
                  <a:pt x="2992017" y="4722232"/>
                  <a:pt x="3000701" y="4718545"/>
                  <a:pt x="3011148" y="4719565"/>
                </a:cubicBezTo>
                <a:close/>
                <a:moveTo>
                  <a:pt x="3002676" y="4700588"/>
                </a:moveTo>
                <a:cubicBezTo>
                  <a:pt x="3001846" y="4700797"/>
                  <a:pt x="3001025" y="4701063"/>
                  <a:pt x="3000184" y="4701208"/>
                </a:cubicBezTo>
                <a:cubicBezTo>
                  <a:pt x="2990463" y="4702885"/>
                  <a:pt x="2982046" y="4707119"/>
                  <a:pt x="2974905" y="4713939"/>
                </a:cubicBezTo>
                <a:cubicBezTo>
                  <a:pt x="2970930" y="4717736"/>
                  <a:pt x="2967678" y="4722065"/>
                  <a:pt x="2965142" y="4726920"/>
                </a:cubicBezTo>
                <a:cubicBezTo>
                  <a:pt x="2962743" y="4731513"/>
                  <a:pt x="2961100" y="4736380"/>
                  <a:pt x="2960229" y="4741503"/>
                </a:cubicBezTo>
                <a:cubicBezTo>
                  <a:pt x="2959654" y="4744883"/>
                  <a:pt x="2959462" y="4748280"/>
                  <a:pt x="2959475" y="4751705"/>
                </a:cubicBezTo>
                <a:cubicBezTo>
                  <a:pt x="2959508" y="4760915"/>
                  <a:pt x="2959486" y="4770126"/>
                  <a:pt x="2959486" y="4779337"/>
                </a:cubicBezTo>
                <a:cubicBezTo>
                  <a:pt x="2959486" y="4779947"/>
                  <a:pt x="2959486" y="4780557"/>
                  <a:pt x="2959486" y="4781343"/>
                </a:cubicBezTo>
                <a:cubicBezTo>
                  <a:pt x="2949974" y="4781343"/>
                  <a:pt x="2940569" y="4781343"/>
                  <a:pt x="2931060" y="4781343"/>
                </a:cubicBezTo>
                <a:cubicBezTo>
                  <a:pt x="2931060" y="4787611"/>
                  <a:pt x="2931060" y="4793704"/>
                  <a:pt x="2931060" y="4800050"/>
                </a:cubicBezTo>
                <a:cubicBezTo>
                  <a:pt x="2940446" y="4800065"/>
                  <a:pt x="2949846" y="4800048"/>
                  <a:pt x="2959365" y="4800060"/>
                </a:cubicBezTo>
                <a:cubicBezTo>
                  <a:pt x="2959365" y="4808380"/>
                  <a:pt x="2959365" y="4816596"/>
                  <a:pt x="2959365" y="4824991"/>
                </a:cubicBezTo>
                <a:cubicBezTo>
                  <a:pt x="2958729" y="4824991"/>
                  <a:pt x="2958129" y="4824991"/>
                  <a:pt x="2957528" y="4824991"/>
                </a:cubicBezTo>
                <a:cubicBezTo>
                  <a:pt x="2948036" y="4824991"/>
                  <a:pt x="2938545" y="4825011"/>
                  <a:pt x="2929053" y="4824984"/>
                </a:cubicBezTo>
                <a:cubicBezTo>
                  <a:pt x="2923387" y="4824968"/>
                  <a:pt x="2917921" y="4826004"/>
                  <a:pt x="2912632" y="4827984"/>
                </a:cubicBezTo>
                <a:cubicBezTo>
                  <a:pt x="2906899" y="4830129"/>
                  <a:pt x="2901781" y="4833283"/>
                  <a:pt x="2897258" y="4837423"/>
                </a:cubicBezTo>
                <a:cubicBezTo>
                  <a:pt x="2888263" y="4845656"/>
                  <a:pt x="2883002" y="4855829"/>
                  <a:pt x="2881303" y="4867880"/>
                </a:cubicBezTo>
                <a:cubicBezTo>
                  <a:pt x="2881262" y="4868176"/>
                  <a:pt x="2881077" y="4868451"/>
                  <a:pt x="2880823" y="4868899"/>
                </a:cubicBezTo>
                <a:cubicBezTo>
                  <a:pt x="2880687" y="4872887"/>
                  <a:pt x="2880687" y="4876714"/>
                  <a:pt x="2880687" y="4880540"/>
                </a:cubicBezTo>
                <a:cubicBezTo>
                  <a:pt x="2880890" y="4880737"/>
                  <a:pt x="2881251" y="4880918"/>
                  <a:pt x="2881273" y="4881134"/>
                </a:cubicBezTo>
                <a:cubicBezTo>
                  <a:pt x="2881849" y="4886651"/>
                  <a:pt x="2883494" y="4891861"/>
                  <a:pt x="2885874" y="4896837"/>
                </a:cubicBezTo>
                <a:cubicBezTo>
                  <a:pt x="2887865" y="4900999"/>
                  <a:pt x="2890429" y="4904812"/>
                  <a:pt x="2893502" y="4908260"/>
                </a:cubicBezTo>
                <a:cubicBezTo>
                  <a:pt x="2897801" y="4913083"/>
                  <a:pt x="2902866" y="4916911"/>
                  <a:pt x="2908667" y="4919760"/>
                </a:cubicBezTo>
                <a:cubicBezTo>
                  <a:pt x="2913122" y="4921947"/>
                  <a:pt x="2917851" y="4923240"/>
                  <a:pt x="2922921" y="4924223"/>
                </a:cubicBezTo>
                <a:cubicBezTo>
                  <a:pt x="2926952" y="4924348"/>
                  <a:pt x="2930778" y="4924348"/>
                  <a:pt x="2934679" y="4924233"/>
                </a:cubicBezTo>
                <a:cubicBezTo>
                  <a:pt x="2936082" y="4923933"/>
                  <a:pt x="2937428" y="4923831"/>
                  <a:pt x="2938737" y="4923551"/>
                </a:cubicBezTo>
                <a:cubicBezTo>
                  <a:pt x="2949024" y="4921346"/>
                  <a:pt x="2957719" y="4916374"/>
                  <a:pt x="2964803" y="4908568"/>
                </a:cubicBezTo>
                <a:cubicBezTo>
                  <a:pt x="2969429" y="4903470"/>
                  <a:pt x="2972824" y="4897664"/>
                  <a:pt x="2975060" y="4891174"/>
                </a:cubicBezTo>
                <a:cubicBezTo>
                  <a:pt x="2976937" y="4885728"/>
                  <a:pt x="2977785" y="4880105"/>
                  <a:pt x="2977792" y="4874354"/>
                </a:cubicBezTo>
                <a:cubicBezTo>
                  <a:pt x="2977803" y="4864807"/>
                  <a:pt x="2977795" y="4855261"/>
                  <a:pt x="2977795" y="4845715"/>
                </a:cubicBezTo>
                <a:cubicBezTo>
                  <a:pt x="2977795" y="4845113"/>
                  <a:pt x="2977795" y="4844512"/>
                  <a:pt x="2977795" y="4843736"/>
                </a:cubicBezTo>
                <a:cubicBezTo>
                  <a:pt x="2987370" y="4843736"/>
                  <a:pt x="2996771" y="4843736"/>
                  <a:pt x="3006223" y="4843736"/>
                </a:cubicBezTo>
                <a:cubicBezTo>
                  <a:pt x="3006223" y="4837417"/>
                  <a:pt x="3006223" y="4831276"/>
                  <a:pt x="3006223" y="4824955"/>
                </a:cubicBezTo>
                <a:cubicBezTo>
                  <a:pt x="2996721" y="4824955"/>
                  <a:pt x="2987322" y="4824955"/>
                  <a:pt x="2977945" y="4824955"/>
                </a:cubicBezTo>
                <a:cubicBezTo>
                  <a:pt x="2977605" y="4821953"/>
                  <a:pt x="2977724" y="4801312"/>
                  <a:pt x="2978090" y="4800056"/>
                </a:cubicBezTo>
                <a:cubicBezTo>
                  <a:pt x="2978681" y="4800056"/>
                  <a:pt x="2979295" y="4800056"/>
                  <a:pt x="2979909" y="4800056"/>
                </a:cubicBezTo>
                <a:cubicBezTo>
                  <a:pt x="2989680" y="4800056"/>
                  <a:pt x="2999451" y="4800082"/>
                  <a:pt x="3009221" y="4800034"/>
                </a:cubicBezTo>
                <a:cubicBezTo>
                  <a:pt x="3011229" y="4800025"/>
                  <a:pt x="3013260" y="4799892"/>
                  <a:pt x="3015237" y="4799557"/>
                </a:cubicBezTo>
                <a:cubicBezTo>
                  <a:pt x="3026767" y="4797601"/>
                  <a:pt x="3036478" y="4792289"/>
                  <a:pt x="3044102" y="4783396"/>
                </a:cubicBezTo>
                <a:cubicBezTo>
                  <a:pt x="3053782" y="4772104"/>
                  <a:pt x="3057622" y="4758958"/>
                  <a:pt x="3055961" y="4744231"/>
                </a:cubicBezTo>
                <a:cubicBezTo>
                  <a:pt x="3054581" y="4732000"/>
                  <a:pt x="3049266" y="4721697"/>
                  <a:pt x="3040251" y="4713321"/>
                </a:cubicBezTo>
                <a:cubicBezTo>
                  <a:pt x="3033206" y="4706775"/>
                  <a:pt x="3024936" y="4702708"/>
                  <a:pt x="3015422" y="4701190"/>
                </a:cubicBezTo>
                <a:cubicBezTo>
                  <a:pt x="3014753" y="4701084"/>
                  <a:pt x="3014113" y="4700793"/>
                  <a:pt x="3013302" y="4700588"/>
                </a:cubicBezTo>
                <a:cubicBezTo>
                  <a:pt x="3009655" y="4700588"/>
                  <a:pt x="3006165" y="4700588"/>
                  <a:pt x="3002676" y="4700588"/>
                </a:cubicBezTo>
                <a:close/>
                <a:moveTo>
                  <a:pt x="0" y="0"/>
                </a:moveTo>
                <a:lnTo>
                  <a:pt x="3868805" y="0"/>
                </a:lnTo>
                <a:lnTo>
                  <a:pt x="3868805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14400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1" name="Subtitle White">
            <a:extLst>
              <a:ext uri="{FF2B5EF4-FFF2-40B4-BE49-F238E27FC236}">
                <a16:creationId xmlns:a16="http://schemas.microsoft.com/office/drawing/2014/main" id="{4667C042-50DC-1D56-36D0-7A6A747991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7999" y="3041374"/>
            <a:ext cx="4519192" cy="227012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nl-BE" sz="1400" b="1" i="0" kern="1200" dirty="0" smtClean="0">
                <a:solidFill>
                  <a:schemeClr val="bg1"/>
                </a:solidFill>
                <a:latin typeface="+mn-lt"/>
                <a:ea typeface="+mn-ea"/>
                <a:cs typeface="Gotham Book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27BF9D7-5594-1DC9-6294-65215DCF869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76237" y="3494088"/>
            <a:ext cx="4519191" cy="1333966"/>
          </a:xfrm>
        </p:spPr>
        <p:txBody>
          <a:bodyPr>
            <a:normAutofit/>
          </a:bodyPr>
          <a:lstStyle>
            <a:lvl1pPr marL="180975" indent="-176213">
              <a:spcBef>
                <a:spcPts val="0"/>
              </a:spcBef>
              <a:buClr>
                <a:schemeClr val="bg1"/>
              </a:buClr>
              <a:buSzPct val="8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5980A2-13B2-F5D9-AA0B-AB0E83F458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447" y="274638"/>
            <a:ext cx="4528065" cy="46037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056E136-AE67-F19A-0EAC-AF6617FA1B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19999"/>
            <a:ext cx="4528065" cy="4592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0686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BC56A931-A4D1-FE77-56F2-A5D1E697CE8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457581" y="2235198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12" name="Tijdelijke aanduiding voor afbeelding 10">
            <a:extLst>
              <a:ext uri="{FF2B5EF4-FFF2-40B4-BE49-F238E27FC236}">
                <a16:creationId xmlns:a16="http://schemas.microsoft.com/office/drawing/2014/main" id="{81ED8672-2663-97E8-3153-F1B3AD75FE3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744387" y="2235198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13" name="Tijdelijke aanduiding voor afbeelding 10">
            <a:extLst>
              <a:ext uri="{FF2B5EF4-FFF2-40B4-BE49-F238E27FC236}">
                <a16:creationId xmlns:a16="http://schemas.microsoft.com/office/drawing/2014/main" id="{3CF82307-7BC6-F0ED-FF8A-F60FEAB8F61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031193" y="2235198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14" name="Tijdelijke aanduiding voor afbeelding 10">
            <a:extLst>
              <a:ext uri="{FF2B5EF4-FFF2-40B4-BE49-F238E27FC236}">
                <a16:creationId xmlns:a16="http://schemas.microsoft.com/office/drawing/2014/main" id="{1995077C-EB2F-F1ED-7A6F-1779CB04329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317999" y="2235198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17" name="Tijdelijke aanduiding voor afbeelding 10">
            <a:extLst>
              <a:ext uri="{FF2B5EF4-FFF2-40B4-BE49-F238E27FC236}">
                <a16:creationId xmlns:a16="http://schemas.microsoft.com/office/drawing/2014/main" id="{E47ABDE5-78C8-2702-F125-0692A2C5E55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604805" y="2235198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18" name="Tijdelijke aanduiding voor afbeelding 10">
            <a:extLst>
              <a:ext uri="{FF2B5EF4-FFF2-40B4-BE49-F238E27FC236}">
                <a16:creationId xmlns:a16="http://schemas.microsoft.com/office/drawing/2014/main" id="{20256594-C61F-85DC-9A83-579E9FD49FC4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457581" y="3726626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19" name="Tijdelijke aanduiding voor afbeelding 10">
            <a:extLst>
              <a:ext uri="{FF2B5EF4-FFF2-40B4-BE49-F238E27FC236}">
                <a16:creationId xmlns:a16="http://schemas.microsoft.com/office/drawing/2014/main" id="{BE64F69A-1377-ABC6-E031-FEECFD812CF3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744387" y="3726626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20" name="Tijdelijke aanduiding voor afbeelding 10">
            <a:extLst>
              <a:ext uri="{FF2B5EF4-FFF2-40B4-BE49-F238E27FC236}">
                <a16:creationId xmlns:a16="http://schemas.microsoft.com/office/drawing/2014/main" id="{3B338CE6-794A-EBC3-43AE-5087AEFFEC5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031195" y="3726625"/>
            <a:ext cx="1093388" cy="4869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21" name="Tijdelijke aanduiding voor afbeelding 10">
            <a:extLst>
              <a:ext uri="{FF2B5EF4-FFF2-40B4-BE49-F238E27FC236}">
                <a16:creationId xmlns:a16="http://schemas.microsoft.com/office/drawing/2014/main" id="{09C178D4-46A8-BE51-9444-25CC66CD63E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5317999" y="3726626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22" name="Tijdelijke aanduiding voor afbeelding 10">
            <a:extLst>
              <a:ext uri="{FF2B5EF4-FFF2-40B4-BE49-F238E27FC236}">
                <a16:creationId xmlns:a16="http://schemas.microsoft.com/office/drawing/2014/main" id="{A36B3335-6F02-8E17-38BA-19E5D9B940B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604805" y="3726626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23" name="Tijdelijke aanduiding voor afbeelding 10">
            <a:extLst>
              <a:ext uri="{FF2B5EF4-FFF2-40B4-BE49-F238E27FC236}">
                <a16:creationId xmlns:a16="http://schemas.microsoft.com/office/drawing/2014/main" id="{A401F9CD-4F54-A086-C352-E71418A5E55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17760" y="2980912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24" name="Tijdelijke aanduiding voor afbeelding 10">
            <a:extLst>
              <a:ext uri="{FF2B5EF4-FFF2-40B4-BE49-F238E27FC236}">
                <a16:creationId xmlns:a16="http://schemas.microsoft.com/office/drawing/2014/main" id="{25BC268C-9FAE-D51D-2B04-59A1318B4C9E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2104566" y="2980912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25" name="Tijdelijke aanduiding voor afbeelding 10">
            <a:extLst>
              <a:ext uri="{FF2B5EF4-FFF2-40B4-BE49-F238E27FC236}">
                <a16:creationId xmlns:a16="http://schemas.microsoft.com/office/drawing/2014/main" id="{707C6B66-7BA5-6D49-429C-43695BAF9E9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391372" y="2980912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26" name="Tijdelijke aanduiding voor afbeelding 10">
            <a:extLst>
              <a:ext uri="{FF2B5EF4-FFF2-40B4-BE49-F238E27FC236}">
                <a16:creationId xmlns:a16="http://schemas.microsoft.com/office/drawing/2014/main" id="{D46F7961-A8D9-34FC-0241-ABB3512CC45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78178" y="2980912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27" name="Tijdelijke aanduiding voor afbeelding 10">
            <a:extLst>
              <a:ext uri="{FF2B5EF4-FFF2-40B4-BE49-F238E27FC236}">
                <a16:creationId xmlns:a16="http://schemas.microsoft.com/office/drawing/2014/main" id="{72A8026F-A49A-108D-283B-5D007504FC40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964984" y="2980912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28" name="Tijdelijke aanduiding voor afbeelding 10">
            <a:extLst>
              <a:ext uri="{FF2B5EF4-FFF2-40B4-BE49-F238E27FC236}">
                <a16:creationId xmlns:a16="http://schemas.microsoft.com/office/drawing/2014/main" id="{1F24EFF0-1933-368B-B451-0F49FEF16AC4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240638" y="2980912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4" name="Tijdelijke aanduiding voor afbeelding 10">
            <a:extLst>
              <a:ext uri="{FF2B5EF4-FFF2-40B4-BE49-F238E27FC236}">
                <a16:creationId xmlns:a16="http://schemas.microsoft.com/office/drawing/2014/main" id="{34853B8B-F9C3-C3B4-9C0F-1D9F0ECF58B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17760" y="1489484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6" name="Tijdelijke aanduiding voor afbeelding 10">
            <a:extLst>
              <a:ext uri="{FF2B5EF4-FFF2-40B4-BE49-F238E27FC236}">
                <a16:creationId xmlns:a16="http://schemas.microsoft.com/office/drawing/2014/main" id="{79D2503D-A48D-0728-3339-261BDA0F6FD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2104566" y="1489484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7" name="Tijdelijke aanduiding voor afbeelding 10">
            <a:extLst>
              <a:ext uri="{FF2B5EF4-FFF2-40B4-BE49-F238E27FC236}">
                <a16:creationId xmlns:a16="http://schemas.microsoft.com/office/drawing/2014/main" id="{D1FFB8B6-616F-1F42-B0A0-844E8308CFA8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391372" y="1489484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8" name="Tijdelijke aanduiding voor afbeelding 10">
            <a:extLst>
              <a:ext uri="{FF2B5EF4-FFF2-40B4-BE49-F238E27FC236}">
                <a16:creationId xmlns:a16="http://schemas.microsoft.com/office/drawing/2014/main" id="{784E7168-6409-10B1-EC22-A69DA5DAE29F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678178" y="1489484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9" name="Tijdelijke aanduiding voor afbeelding 10">
            <a:extLst>
              <a:ext uri="{FF2B5EF4-FFF2-40B4-BE49-F238E27FC236}">
                <a16:creationId xmlns:a16="http://schemas.microsoft.com/office/drawing/2014/main" id="{5FF5DE79-D820-04FD-3364-5CD8822A083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5964984" y="1489484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15" name="Tijdelijke aanduiding voor afbeelding 10">
            <a:extLst>
              <a:ext uri="{FF2B5EF4-FFF2-40B4-BE49-F238E27FC236}">
                <a16:creationId xmlns:a16="http://schemas.microsoft.com/office/drawing/2014/main" id="{C4E32F62-DBFC-C00F-1C4B-9135DFDE801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240638" y="1489484"/>
            <a:ext cx="1093390" cy="486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F0EFC-9A97-8441-0467-7E135FDDC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64" name="Text Placeholder 6">
            <a:extLst>
              <a:ext uri="{FF2B5EF4-FFF2-40B4-BE49-F238E27FC236}">
                <a16:creationId xmlns:a16="http://schemas.microsoft.com/office/drawing/2014/main" id="{D626EE72-FD41-03AD-2961-A19763D983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8388000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802104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846D25FD-EE68-65C4-335B-A30A42A45B4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6234" y="2468419"/>
            <a:ext cx="4616576" cy="844550"/>
          </a:xfrm>
        </p:spPr>
        <p:txBody>
          <a:bodyPr>
            <a:noAutofit/>
          </a:bodyPr>
          <a:lstStyle>
            <a:lvl1pPr marL="136525" indent="-131763">
              <a:lnSpc>
                <a:spcPct val="100000"/>
              </a:lnSpc>
              <a:spcBef>
                <a:spcPts val="0"/>
              </a:spcBef>
              <a:tabLst/>
              <a:defRPr sz="1100"/>
            </a:lvl1pPr>
            <a:lvl2pPr marL="404813" indent="-133350">
              <a:lnSpc>
                <a:spcPct val="90000"/>
              </a:lnSpc>
              <a:tabLst/>
              <a:defRPr sz="1100"/>
            </a:lvl2pPr>
            <a:lvl3pPr>
              <a:lnSpc>
                <a:spcPct val="90000"/>
              </a:lnSpc>
              <a:defRPr sz="12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GB"/>
              <a:t>Lorem</a:t>
            </a:r>
          </a:p>
          <a:p>
            <a:pPr lvl="0"/>
            <a:r>
              <a:rPr lang="en-GB"/>
              <a:t>Ipsum</a:t>
            </a:r>
          </a:p>
          <a:p>
            <a:pPr lvl="0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EFE1AF-20E0-352E-F51D-6D45AE0ABDC8}"/>
              </a:ext>
            </a:extLst>
          </p:cNvPr>
          <p:cNvSpPr/>
          <p:nvPr userDrawn="1"/>
        </p:nvSpPr>
        <p:spPr>
          <a:xfrm>
            <a:off x="5370641" y="0"/>
            <a:ext cx="3773359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err="1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27A3806-4D9A-4D10-65A1-8AD8E08C27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6238" y="292879"/>
            <a:ext cx="8389937" cy="427121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3BF7FF7-F1F8-2164-F810-DF326BC076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236" y="1209508"/>
            <a:ext cx="4616576" cy="844550"/>
          </a:xfrm>
        </p:spPr>
        <p:txBody>
          <a:bodyPr>
            <a:noAutofit/>
          </a:bodyPr>
          <a:lstStyle>
            <a:lvl1pPr marL="136525" indent="-131763">
              <a:lnSpc>
                <a:spcPct val="100000"/>
              </a:lnSpc>
              <a:spcBef>
                <a:spcPts val="0"/>
              </a:spcBef>
              <a:tabLst/>
              <a:defRPr sz="1100"/>
            </a:lvl1pPr>
            <a:lvl2pPr marL="404813" indent="-133350">
              <a:lnSpc>
                <a:spcPct val="90000"/>
              </a:lnSpc>
              <a:tabLst/>
              <a:defRPr sz="1100"/>
            </a:lvl2pPr>
            <a:lvl3pPr>
              <a:lnSpc>
                <a:spcPct val="90000"/>
              </a:lnSpc>
              <a:defRPr sz="12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GB"/>
              <a:t>Lorem</a:t>
            </a:r>
          </a:p>
          <a:p>
            <a:pPr lvl="0"/>
            <a:r>
              <a:rPr lang="en-GB"/>
              <a:t>Ipsum</a:t>
            </a:r>
          </a:p>
          <a:p>
            <a:pPr lvl="0"/>
            <a:endParaRPr lang="en-GB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16AE8E6-8501-E1F3-0EC9-FE5A042CCE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238" y="895624"/>
            <a:ext cx="1247246" cy="257369"/>
          </a:xfrm>
          <a:prstGeom prst="rect">
            <a:avLst/>
          </a:prstGeom>
          <a:solidFill>
            <a:schemeClr val="bg2"/>
          </a:solidFill>
        </p:spPr>
        <p:txBody>
          <a:bodyPr wrap="none" lIns="72000" tIns="36000" rIns="72000" bIns="36000">
            <a:spAutoFit/>
          </a:bodyPr>
          <a:lstStyle>
            <a:lvl1pPr marL="0" indent="0">
              <a:lnSpc>
                <a:spcPct val="100000"/>
              </a:lnSpc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Topic Description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FC0C623-84FE-31D4-4063-8751E4DDD1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51508" y="895624"/>
            <a:ext cx="985380" cy="257369"/>
          </a:xfrm>
          <a:prstGeom prst="rect">
            <a:avLst/>
          </a:prstGeom>
          <a:solidFill>
            <a:schemeClr val="bg2"/>
          </a:solidFill>
        </p:spPr>
        <p:txBody>
          <a:bodyPr wrap="none" lIns="72000" tIns="36000" rIns="72000" bIns="36000">
            <a:spAutoFit/>
          </a:bodyPr>
          <a:lstStyle>
            <a:lvl1pPr marL="0" indent="0">
              <a:lnSpc>
                <a:spcPct val="100000"/>
              </a:lnSpc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Topic Why us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94EB495-E6CC-A79D-64C9-5E466577D6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6236" y="2154535"/>
            <a:ext cx="1201273" cy="257369"/>
          </a:xfrm>
          <a:prstGeom prst="rect">
            <a:avLst/>
          </a:prstGeom>
          <a:solidFill>
            <a:schemeClr val="bg2"/>
          </a:solidFill>
        </p:spPr>
        <p:txBody>
          <a:bodyPr wrap="none" lIns="72000" tIns="36000" rIns="72000" bIns="36000">
            <a:spAutoFit/>
          </a:bodyPr>
          <a:lstStyle>
            <a:lvl1pPr marL="0" indent="0">
              <a:lnSpc>
                <a:spcPct val="100000"/>
              </a:lnSpc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Topic Challenges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47414C3-441B-22BC-8D63-D9E679386F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6234" y="3413446"/>
            <a:ext cx="1647869" cy="257369"/>
          </a:xfrm>
          <a:prstGeom prst="rect">
            <a:avLst/>
          </a:prstGeom>
          <a:solidFill>
            <a:schemeClr val="bg2"/>
          </a:solidFill>
        </p:spPr>
        <p:txBody>
          <a:bodyPr wrap="none" lIns="72000" tIns="36000" rIns="72000" bIns="36000">
            <a:spAutoFit/>
          </a:bodyPr>
          <a:lstStyle>
            <a:lvl1pPr marL="0" indent="0">
              <a:lnSpc>
                <a:spcPct val="100000"/>
              </a:lnSpc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Topic Value Proposition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B42ABBCB-AC1B-4C3E-3957-1F7268063F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6238" y="3727330"/>
            <a:ext cx="4616576" cy="844550"/>
          </a:xfrm>
        </p:spPr>
        <p:txBody>
          <a:bodyPr>
            <a:noAutofit/>
          </a:bodyPr>
          <a:lstStyle>
            <a:lvl1pPr marL="136525" indent="-131763">
              <a:lnSpc>
                <a:spcPct val="100000"/>
              </a:lnSpc>
              <a:spcBef>
                <a:spcPts val="0"/>
              </a:spcBef>
              <a:tabLst/>
              <a:defRPr sz="1100"/>
            </a:lvl1pPr>
            <a:lvl2pPr marL="404813" indent="-133350">
              <a:lnSpc>
                <a:spcPct val="90000"/>
              </a:lnSpc>
              <a:tabLst/>
              <a:defRPr sz="1100"/>
            </a:lvl2pPr>
            <a:lvl3pPr>
              <a:lnSpc>
                <a:spcPct val="90000"/>
              </a:lnSpc>
              <a:defRPr sz="12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GB"/>
              <a:t>Lorem</a:t>
            </a:r>
          </a:p>
          <a:p>
            <a:pPr lvl="0"/>
            <a:r>
              <a:rPr lang="en-GB"/>
              <a:t>Ipsum</a:t>
            </a:r>
          </a:p>
          <a:p>
            <a:pPr lvl="0"/>
            <a:endParaRPr lang="en-GB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D23BDE90-9E55-8623-EF75-4703521777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751508" y="1209508"/>
            <a:ext cx="3014667" cy="3362492"/>
          </a:xfrm>
        </p:spPr>
        <p:txBody>
          <a:bodyPr>
            <a:noAutofit/>
          </a:bodyPr>
          <a:lstStyle>
            <a:lvl1pPr marL="136525" indent="-131763">
              <a:lnSpc>
                <a:spcPct val="100000"/>
              </a:lnSpc>
              <a:spcBef>
                <a:spcPts val="0"/>
              </a:spcBef>
              <a:tabLst/>
              <a:defRPr sz="1100"/>
            </a:lvl1pPr>
            <a:lvl2pPr marL="404813" indent="-133350">
              <a:lnSpc>
                <a:spcPct val="90000"/>
              </a:lnSpc>
              <a:tabLst/>
              <a:defRPr sz="1100"/>
            </a:lvl2pPr>
            <a:lvl3pPr>
              <a:lnSpc>
                <a:spcPct val="90000"/>
              </a:lnSpc>
              <a:defRPr sz="12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GB"/>
              <a:t>Lorem</a:t>
            </a:r>
          </a:p>
          <a:p>
            <a:pPr lvl="0"/>
            <a:r>
              <a:rPr lang="en-GB"/>
              <a:t>Ipsum</a:t>
            </a:r>
          </a:p>
          <a:p>
            <a:pPr lvl="0"/>
            <a:endParaRPr lang="en-GB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BE1B26C4-E4D5-1EAB-BB54-D789D9EDD8A4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accent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991484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619AF8-F38A-7B80-0D8D-77B00CA0FECE}"/>
              </a:ext>
            </a:extLst>
          </p:cNvPr>
          <p:cNvSpPr/>
          <p:nvPr userDrawn="1"/>
        </p:nvSpPr>
        <p:spPr>
          <a:xfrm>
            <a:off x="-1" y="984327"/>
            <a:ext cx="2641589" cy="41591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err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3B4E62-857F-1E90-DE28-7B7C03124F70}"/>
              </a:ext>
            </a:extLst>
          </p:cNvPr>
          <p:cNvSpPr/>
          <p:nvPr userDrawn="1"/>
        </p:nvSpPr>
        <p:spPr>
          <a:xfrm>
            <a:off x="6502400" y="0"/>
            <a:ext cx="26416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err="1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3BF7FF7-F1F8-2164-F810-DF326BC0766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30321" y="248041"/>
            <a:ext cx="5635849" cy="1377569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108000" tIns="360000" rIns="108000">
            <a:noAutofit/>
          </a:bodyPr>
          <a:lstStyle>
            <a:lvl1pPr marL="136525" indent="-131763">
              <a:lnSpc>
                <a:spcPct val="100000"/>
              </a:lnSpc>
              <a:spcBef>
                <a:spcPts val="0"/>
              </a:spcBef>
              <a:tabLst/>
              <a:defRPr sz="1100"/>
            </a:lvl1pPr>
            <a:lvl2pPr marL="536575" indent="-144463">
              <a:tabLst/>
              <a:defRPr sz="1100"/>
            </a:lvl2pPr>
            <a:lvl3pPr marL="784800" indent="0"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E95E36-A195-9D4C-CE0E-510C8FF350C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130323" y="1721166"/>
            <a:ext cx="5635849" cy="1377569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108000" tIns="360000" rIns="108000">
            <a:noAutofit/>
          </a:bodyPr>
          <a:lstStyle>
            <a:lvl1pPr marL="136525" indent="-131763">
              <a:lnSpc>
                <a:spcPct val="100000"/>
              </a:lnSpc>
              <a:spcBef>
                <a:spcPts val="0"/>
              </a:spcBef>
              <a:tabLst/>
              <a:defRPr sz="1100"/>
            </a:lvl1pPr>
            <a:lvl2pPr marL="536575" indent="-144463">
              <a:tabLst/>
              <a:defRPr sz="1100"/>
            </a:lvl2pPr>
            <a:lvl3pPr marL="784800" indent="0"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D6EF088-9445-4CA2-B094-FBE845952DE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130325" y="3194431"/>
            <a:ext cx="5635849" cy="1377569"/>
          </a:xfrm>
          <a:solidFill>
            <a:schemeClr val="bg1"/>
          </a:solidFill>
          <a:ln>
            <a:solidFill>
              <a:schemeClr val="bg2"/>
            </a:solidFill>
          </a:ln>
        </p:spPr>
        <p:txBody>
          <a:bodyPr lIns="108000" tIns="360000" rIns="108000">
            <a:noAutofit/>
          </a:bodyPr>
          <a:lstStyle>
            <a:lvl1pPr marL="136525" indent="-131763">
              <a:lnSpc>
                <a:spcPct val="100000"/>
              </a:lnSpc>
              <a:spcBef>
                <a:spcPts val="0"/>
              </a:spcBef>
              <a:tabLst/>
              <a:defRPr sz="1100"/>
            </a:lvl1pPr>
            <a:lvl2pPr marL="536575" indent="-144463">
              <a:tabLst/>
              <a:defRPr sz="11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16AE8E6-8501-E1F3-0EC9-FE5A042CCE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30324" y="248041"/>
            <a:ext cx="1589328" cy="257369"/>
          </a:xfrm>
          <a:prstGeom prst="rect">
            <a:avLst/>
          </a:prstGeom>
          <a:solidFill>
            <a:schemeClr val="bg2"/>
          </a:solidFill>
        </p:spPr>
        <p:txBody>
          <a:bodyPr wrap="none" lIns="72000" tIns="36000" rIns="72000" bIns="36000">
            <a:spAutoFit/>
          </a:bodyPr>
          <a:lstStyle>
            <a:lvl1pPr marL="0" indent="0">
              <a:lnSpc>
                <a:spcPct val="100000"/>
              </a:lnSpc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Topic Project overview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FC0C623-84FE-31D4-4063-8751E4DDD1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9314" y="1160240"/>
            <a:ext cx="1403828" cy="2573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72000" tIns="36000" rIns="72000" bIns="36000">
            <a:spAutoFit/>
          </a:bodyPr>
          <a:lstStyle>
            <a:lvl1pPr marL="0" indent="0">
              <a:lnSpc>
                <a:spcPct val="100000"/>
              </a:lnSpc>
              <a:buNone/>
              <a:defRPr sz="12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Topic Company Info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94EB495-E6CC-A79D-64C9-5E466577D6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130322" y="1721045"/>
            <a:ext cx="1201273" cy="257369"/>
          </a:xfrm>
          <a:prstGeom prst="rect">
            <a:avLst/>
          </a:prstGeom>
          <a:solidFill>
            <a:schemeClr val="bg2"/>
          </a:solidFill>
        </p:spPr>
        <p:txBody>
          <a:bodyPr wrap="none" lIns="72000" tIns="36000" rIns="72000" bIns="36000">
            <a:spAutoFit/>
          </a:bodyPr>
          <a:lstStyle>
            <a:lvl1pPr marL="0" indent="0">
              <a:lnSpc>
                <a:spcPct val="100000"/>
              </a:lnSpc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Topic Challenges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47414C3-441B-22BC-8D63-D9E679386F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30320" y="3194050"/>
            <a:ext cx="971466" cy="257369"/>
          </a:xfrm>
          <a:prstGeom prst="rect">
            <a:avLst/>
          </a:prstGeom>
          <a:solidFill>
            <a:schemeClr val="bg2"/>
          </a:solidFill>
        </p:spPr>
        <p:txBody>
          <a:bodyPr wrap="none" lIns="72000" tIns="36000" rIns="72000" bIns="36000">
            <a:spAutoFit/>
          </a:bodyPr>
          <a:lstStyle>
            <a:lvl1pPr marL="0" indent="0">
              <a:lnSpc>
                <a:spcPct val="100000"/>
              </a:lnSpc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Topic Results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A05B18-8C4D-294A-D6D8-6232E2ECC9B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6237" y="1417609"/>
            <a:ext cx="2051165" cy="3154389"/>
          </a:xfrm>
          <a:solidFill>
            <a:schemeClr val="bg2"/>
          </a:solidFill>
        </p:spPr>
        <p:txBody>
          <a:bodyPr vert="horz" lIns="0" tIns="72000" rIns="0" bIns="72000" numCol="1" spcCol="360000" rtlCol="0">
            <a:noAutofit/>
          </a:bodyPr>
          <a:lstStyle>
            <a:lvl1pPr marL="136525" indent="-131763">
              <a:buClr>
                <a:schemeClr val="bg1"/>
              </a:buClr>
              <a:tabLst/>
              <a:defRPr lang="en-GB" sz="1100" dirty="0">
                <a:solidFill>
                  <a:schemeClr val="bg1"/>
                </a:solidFill>
              </a:defRPr>
            </a:lvl1pPr>
            <a:lvl2pPr marL="311150" indent="80963">
              <a:buClr>
                <a:schemeClr val="bg1"/>
              </a:buClr>
              <a:tabLst/>
              <a:defRPr lang="en-GB" sz="1100" dirty="0">
                <a:solidFill>
                  <a:schemeClr val="bg1"/>
                </a:solidFill>
              </a:defRPr>
            </a:lvl2pPr>
          </a:lstStyle>
          <a:p>
            <a:pPr marL="136525" lvl="0" indent="-131763">
              <a:buClr>
                <a:schemeClr val="bg1"/>
              </a:buClr>
            </a:pPr>
            <a:r>
              <a:rPr lang="en-US"/>
              <a:t>Click to edit Master text styles</a:t>
            </a:r>
          </a:p>
          <a:p>
            <a:pPr marL="136525" lvl="1" indent="-131763">
              <a:buClr>
                <a:schemeClr val="bg1"/>
              </a:buClr>
            </a:pPr>
            <a:r>
              <a:rPr lang="en-US"/>
              <a:t>Second level</a:t>
            </a:r>
          </a:p>
        </p:txBody>
      </p:sp>
      <p:sp>
        <p:nvSpPr>
          <p:cNvPr id="14" name="Tijdelijke aanduiding voor afbeelding 10">
            <a:extLst>
              <a:ext uri="{FF2B5EF4-FFF2-40B4-BE49-F238E27FC236}">
                <a16:creationId xmlns:a16="http://schemas.microsoft.com/office/drawing/2014/main" id="{9D2D5FC3-4625-D4F7-9AE8-725BEB4C985A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74105" y="184385"/>
            <a:ext cx="1093390" cy="615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GB"/>
              <a:t>Logo</a:t>
            </a:r>
            <a:endParaRPr lang="nl-BE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23FABF6-4AAA-75D2-4798-1B8A695513A2}"/>
              </a:ext>
            </a:extLst>
          </p:cNvPr>
          <p:cNvCxnSpPr>
            <a:cxnSpLocks/>
          </p:cNvCxnSpPr>
          <p:nvPr userDrawn="1"/>
        </p:nvCxnSpPr>
        <p:spPr>
          <a:xfrm>
            <a:off x="2641600" y="0"/>
            <a:ext cx="0" cy="514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5FAEC9-F477-5F5C-A8A9-FD1971F84495}"/>
              </a:ext>
            </a:extLst>
          </p:cNvPr>
          <p:cNvCxnSpPr>
            <a:cxnSpLocks/>
          </p:cNvCxnSpPr>
          <p:nvPr userDrawn="1"/>
        </p:nvCxnSpPr>
        <p:spPr>
          <a:xfrm flipH="1">
            <a:off x="-3172" y="984328"/>
            <a:ext cx="26447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22">
            <a:extLst>
              <a:ext uri="{FF2B5EF4-FFF2-40B4-BE49-F238E27FC236}">
                <a16:creationId xmlns:a16="http://schemas.microsoft.com/office/drawing/2014/main" id="{4E611639-B815-B2DD-0D26-87AE8AD3B695}"/>
              </a:ext>
            </a:extLst>
          </p:cNvPr>
          <p:cNvSpPr/>
          <p:nvPr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accent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0658926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B27A3806-4D9A-4D10-65A1-8AD8E08C27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6238" y="292879"/>
            <a:ext cx="8389937" cy="427121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2"/>
                </a:solidFill>
              </a:defRPr>
            </a:lvl1pPr>
          </a:lstStyle>
          <a:p>
            <a:r>
              <a:rPr lang="en-GB"/>
              <a:t>Title</a:t>
            </a:r>
            <a:endParaRPr lang="nl-BE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57DE48EF-DACF-13C1-ECE2-2B40F53106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6238" y="720000"/>
            <a:ext cx="8388000" cy="288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29522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836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943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ck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6">
            <a:extLst>
              <a:ext uri="{FF2B5EF4-FFF2-40B4-BE49-F238E27FC236}">
                <a16:creationId xmlns:a16="http://schemas.microsoft.com/office/drawing/2014/main" id="{6BE7A936-C9CF-8A8D-68EC-64CB894B8EB6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108000 w 9144000"/>
              <a:gd name="connsiteY0" fmla="*/ 108000 h 5143500"/>
              <a:gd name="connsiteX1" fmla="*/ 108000 w 9144000"/>
              <a:gd name="connsiteY1" fmla="*/ 5035500 h 5143500"/>
              <a:gd name="connsiteX2" fmla="*/ 9036000 w 9144000"/>
              <a:gd name="connsiteY2" fmla="*/ 5035500 h 5143500"/>
              <a:gd name="connsiteX3" fmla="*/ 9036000 w 9144000"/>
              <a:gd name="connsiteY3" fmla="*/ 108000 h 5143500"/>
              <a:gd name="connsiteX4" fmla="*/ 903600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0 h 5143500"/>
              <a:gd name="connsiteX7" fmla="*/ 9144000 w 9144000"/>
              <a:gd name="connsiteY7" fmla="*/ 108000 h 5143500"/>
              <a:gd name="connsiteX8" fmla="*/ 9144000 w 9144000"/>
              <a:gd name="connsiteY8" fmla="*/ 5035500 h 5143500"/>
              <a:gd name="connsiteX9" fmla="*/ 9144000 w 9144000"/>
              <a:gd name="connsiteY9" fmla="*/ 5143500 h 5143500"/>
              <a:gd name="connsiteX10" fmla="*/ 9036000 w 9144000"/>
              <a:gd name="connsiteY10" fmla="*/ 5143500 h 5143500"/>
              <a:gd name="connsiteX11" fmla="*/ 108000 w 9144000"/>
              <a:gd name="connsiteY11" fmla="*/ 5143500 h 5143500"/>
              <a:gd name="connsiteX12" fmla="*/ 0 w 9144000"/>
              <a:gd name="connsiteY12" fmla="*/ 5143500 h 5143500"/>
              <a:gd name="connsiteX13" fmla="*/ 0 w 9144000"/>
              <a:gd name="connsiteY13" fmla="*/ 5143500 h 5143500"/>
              <a:gd name="connsiteX14" fmla="*/ 0 w 9144000"/>
              <a:gd name="connsiteY14" fmla="*/ 5035500 h 5143500"/>
              <a:gd name="connsiteX15" fmla="*/ 0 w 9144000"/>
              <a:gd name="connsiteY15" fmla="*/ 5035500 h 5143500"/>
              <a:gd name="connsiteX16" fmla="*/ 0 w 9144000"/>
              <a:gd name="connsiteY16" fmla="*/ 108000 h 5143500"/>
              <a:gd name="connsiteX17" fmla="*/ 0 w 9144000"/>
              <a:gd name="connsiteY17" fmla="*/ 0 h 5143500"/>
              <a:gd name="connsiteX18" fmla="*/ 108000 w 9144000"/>
              <a:gd name="connsiteY18" fmla="*/ 0 h 5143500"/>
              <a:gd name="connsiteX19" fmla="*/ 9036000 w 9144000"/>
              <a:gd name="connsiteY1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108000" y="108000"/>
                </a:moveTo>
                <a:lnTo>
                  <a:pt x="108000" y="5035500"/>
                </a:lnTo>
                <a:lnTo>
                  <a:pt x="9036000" y="5035500"/>
                </a:lnTo>
                <a:lnTo>
                  <a:pt x="9036000" y="108000"/>
                </a:lnTo>
                <a:close/>
                <a:moveTo>
                  <a:pt x="9036000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08000"/>
                </a:lnTo>
                <a:lnTo>
                  <a:pt x="9144000" y="5035500"/>
                </a:lnTo>
                <a:lnTo>
                  <a:pt x="9144000" y="5143500"/>
                </a:lnTo>
                <a:lnTo>
                  <a:pt x="9036000" y="5143500"/>
                </a:lnTo>
                <a:lnTo>
                  <a:pt x="108000" y="5143500"/>
                </a:lnTo>
                <a:lnTo>
                  <a:pt x="0" y="5143500"/>
                </a:lnTo>
                <a:lnTo>
                  <a:pt x="0" y="5143500"/>
                </a:lnTo>
                <a:lnTo>
                  <a:pt x="0" y="5035500"/>
                </a:lnTo>
                <a:lnTo>
                  <a:pt x="0" y="5035500"/>
                </a:lnTo>
                <a:lnTo>
                  <a:pt x="0" y="108000"/>
                </a:lnTo>
                <a:lnTo>
                  <a:pt x="0" y="0"/>
                </a:lnTo>
                <a:lnTo>
                  <a:pt x="108000" y="0"/>
                </a:lnTo>
                <a:lnTo>
                  <a:pt x="903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66942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u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6">
            <a:extLst>
              <a:ext uri="{FF2B5EF4-FFF2-40B4-BE49-F238E27FC236}">
                <a16:creationId xmlns:a16="http://schemas.microsoft.com/office/drawing/2014/main" id="{F9FA8D07-05F9-29A3-A4F6-9DAE63C8C8B7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108000 w 9144000"/>
              <a:gd name="connsiteY0" fmla="*/ 108000 h 5143500"/>
              <a:gd name="connsiteX1" fmla="*/ 108000 w 9144000"/>
              <a:gd name="connsiteY1" fmla="*/ 5035500 h 5143500"/>
              <a:gd name="connsiteX2" fmla="*/ 9036000 w 9144000"/>
              <a:gd name="connsiteY2" fmla="*/ 5035500 h 5143500"/>
              <a:gd name="connsiteX3" fmla="*/ 9036000 w 9144000"/>
              <a:gd name="connsiteY3" fmla="*/ 108000 h 5143500"/>
              <a:gd name="connsiteX4" fmla="*/ 903600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0 h 5143500"/>
              <a:gd name="connsiteX7" fmla="*/ 9144000 w 9144000"/>
              <a:gd name="connsiteY7" fmla="*/ 108000 h 5143500"/>
              <a:gd name="connsiteX8" fmla="*/ 9144000 w 9144000"/>
              <a:gd name="connsiteY8" fmla="*/ 5035500 h 5143500"/>
              <a:gd name="connsiteX9" fmla="*/ 9144000 w 9144000"/>
              <a:gd name="connsiteY9" fmla="*/ 5143500 h 5143500"/>
              <a:gd name="connsiteX10" fmla="*/ 9036000 w 9144000"/>
              <a:gd name="connsiteY10" fmla="*/ 5143500 h 5143500"/>
              <a:gd name="connsiteX11" fmla="*/ 108000 w 9144000"/>
              <a:gd name="connsiteY11" fmla="*/ 5143500 h 5143500"/>
              <a:gd name="connsiteX12" fmla="*/ 0 w 9144000"/>
              <a:gd name="connsiteY12" fmla="*/ 5143500 h 5143500"/>
              <a:gd name="connsiteX13" fmla="*/ 0 w 9144000"/>
              <a:gd name="connsiteY13" fmla="*/ 5143500 h 5143500"/>
              <a:gd name="connsiteX14" fmla="*/ 0 w 9144000"/>
              <a:gd name="connsiteY14" fmla="*/ 5035500 h 5143500"/>
              <a:gd name="connsiteX15" fmla="*/ 0 w 9144000"/>
              <a:gd name="connsiteY15" fmla="*/ 5035500 h 5143500"/>
              <a:gd name="connsiteX16" fmla="*/ 0 w 9144000"/>
              <a:gd name="connsiteY16" fmla="*/ 108000 h 5143500"/>
              <a:gd name="connsiteX17" fmla="*/ 0 w 9144000"/>
              <a:gd name="connsiteY17" fmla="*/ 0 h 5143500"/>
              <a:gd name="connsiteX18" fmla="*/ 108000 w 9144000"/>
              <a:gd name="connsiteY18" fmla="*/ 0 h 5143500"/>
              <a:gd name="connsiteX19" fmla="*/ 9036000 w 9144000"/>
              <a:gd name="connsiteY1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108000" y="108000"/>
                </a:moveTo>
                <a:lnTo>
                  <a:pt x="108000" y="5035500"/>
                </a:lnTo>
                <a:lnTo>
                  <a:pt x="9036000" y="5035500"/>
                </a:lnTo>
                <a:lnTo>
                  <a:pt x="9036000" y="108000"/>
                </a:lnTo>
                <a:close/>
                <a:moveTo>
                  <a:pt x="9036000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08000"/>
                </a:lnTo>
                <a:lnTo>
                  <a:pt x="9144000" y="5035500"/>
                </a:lnTo>
                <a:lnTo>
                  <a:pt x="9144000" y="5143500"/>
                </a:lnTo>
                <a:lnTo>
                  <a:pt x="9036000" y="5143500"/>
                </a:lnTo>
                <a:lnTo>
                  <a:pt x="108000" y="5143500"/>
                </a:lnTo>
                <a:lnTo>
                  <a:pt x="0" y="5143500"/>
                </a:lnTo>
                <a:lnTo>
                  <a:pt x="0" y="5143500"/>
                </a:lnTo>
                <a:lnTo>
                  <a:pt x="0" y="5035500"/>
                </a:lnTo>
                <a:lnTo>
                  <a:pt x="0" y="5035500"/>
                </a:lnTo>
                <a:lnTo>
                  <a:pt x="0" y="108000"/>
                </a:lnTo>
                <a:lnTo>
                  <a:pt x="0" y="0"/>
                </a:lnTo>
                <a:lnTo>
                  <a:pt x="108000" y="0"/>
                </a:lnTo>
                <a:lnTo>
                  <a:pt x="903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0244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9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0B6CFC-637A-C776-A852-866C057C7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3365" cy="5143500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1978A186-825A-E491-9F02-8FDFB0DC9487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>
              <a:gd name="connsiteX0" fmla="*/ 108000 w 9144000"/>
              <a:gd name="connsiteY0" fmla="*/ 108000 h 5143500"/>
              <a:gd name="connsiteX1" fmla="*/ 108000 w 9144000"/>
              <a:gd name="connsiteY1" fmla="*/ 5035500 h 5143500"/>
              <a:gd name="connsiteX2" fmla="*/ 9036000 w 9144000"/>
              <a:gd name="connsiteY2" fmla="*/ 5035500 h 5143500"/>
              <a:gd name="connsiteX3" fmla="*/ 9036000 w 9144000"/>
              <a:gd name="connsiteY3" fmla="*/ 108000 h 5143500"/>
              <a:gd name="connsiteX4" fmla="*/ 903600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0 h 5143500"/>
              <a:gd name="connsiteX7" fmla="*/ 9144000 w 9144000"/>
              <a:gd name="connsiteY7" fmla="*/ 108000 h 5143500"/>
              <a:gd name="connsiteX8" fmla="*/ 9144000 w 9144000"/>
              <a:gd name="connsiteY8" fmla="*/ 5035500 h 5143500"/>
              <a:gd name="connsiteX9" fmla="*/ 9144000 w 9144000"/>
              <a:gd name="connsiteY9" fmla="*/ 5143500 h 5143500"/>
              <a:gd name="connsiteX10" fmla="*/ 9036000 w 9144000"/>
              <a:gd name="connsiteY10" fmla="*/ 5143500 h 5143500"/>
              <a:gd name="connsiteX11" fmla="*/ 108000 w 9144000"/>
              <a:gd name="connsiteY11" fmla="*/ 5143500 h 5143500"/>
              <a:gd name="connsiteX12" fmla="*/ 0 w 9144000"/>
              <a:gd name="connsiteY12" fmla="*/ 5143500 h 5143500"/>
              <a:gd name="connsiteX13" fmla="*/ 0 w 9144000"/>
              <a:gd name="connsiteY13" fmla="*/ 5143500 h 5143500"/>
              <a:gd name="connsiteX14" fmla="*/ 0 w 9144000"/>
              <a:gd name="connsiteY14" fmla="*/ 5035500 h 5143500"/>
              <a:gd name="connsiteX15" fmla="*/ 0 w 9144000"/>
              <a:gd name="connsiteY15" fmla="*/ 5035500 h 5143500"/>
              <a:gd name="connsiteX16" fmla="*/ 0 w 9144000"/>
              <a:gd name="connsiteY16" fmla="*/ 108000 h 5143500"/>
              <a:gd name="connsiteX17" fmla="*/ 0 w 9144000"/>
              <a:gd name="connsiteY17" fmla="*/ 0 h 5143500"/>
              <a:gd name="connsiteX18" fmla="*/ 108000 w 9144000"/>
              <a:gd name="connsiteY18" fmla="*/ 0 h 5143500"/>
              <a:gd name="connsiteX19" fmla="*/ 9036000 w 9144000"/>
              <a:gd name="connsiteY1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108000" y="108000"/>
                </a:moveTo>
                <a:lnTo>
                  <a:pt x="108000" y="5035500"/>
                </a:lnTo>
                <a:lnTo>
                  <a:pt x="9036000" y="5035500"/>
                </a:lnTo>
                <a:lnTo>
                  <a:pt x="9036000" y="108000"/>
                </a:lnTo>
                <a:close/>
                <a:moveTo>
                  <a:pt x="9036000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08000"/>
                </a:lnTo>
                <a:lnTo>
                  <a:pt x="9144000" y="5035500"/>
                </a:lnTo>
                <a:lnTo>
                  <a:pt x="9144000" y="5143500"/>
                </a:lnTo>
                <a:lnTo>
                  <a:pt x="9036000" y="5143500"/>
                </a:lnTo>
                <a:lnTo>
                  <a:pt x="108000" y="5143500"/>
                </a:lnTo>
                <a:lnTo>
                  <a:pt x="0" y="5143500"/>
                </a:lnTo>
                <a:lnTo>
                  <a:pt x="0" y="5143500"/>
                </a:lnTo>
                <a:lnTo>
                  <a:pt x="0" y="5035500"/>
                </a:lnTo>
                <a:lnTo>
                  <a:pt x="0" y="5035500"/>
                </a:lnTo>
                <a:lnTo>
                  <a:pt x="0" y="108000"/>
                </a:lnTo>
                <a:lnTo>
                  <a:pt x="0" y="0"/>
                </a:lnTo>
                <a:lnTo>
                  <a:pt x="108000" y="0"/>
                </a:lnTo>
                <a:lnTo>
                  <a:pt x="903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9E1756F6-A694-7A2E-ECF7-C6F403E0CEF0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38197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7A9CD6C-2DA6-6E95-125B-AA2DF8545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59" y="114476"/>
            <a:ext cx="4975597" cy="49145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E3F164-5E83-F62A-684A-EA3F0C4A4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96947" y="2058470"/>
            <a:ext cx="2942142" cy="2644250"/>
          </a:xfrm>
          <a:prstGeom prst="rect">
            <a:avLst/>
          </a:prstGeom>
          <a:noFill/>
        </p:spPr>
        <p:txBody>
          <a:bodyPr wrap="square" lIns="360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Kontich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Ghent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Louvain-La-Neuve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Lummen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Luxembourg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Utrecht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Vienna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International</a:t>
            </a:r>
          </a:p>
        </p:txBody>
      </p:sp>
      <p:pic>
        <p:nvPicPr>
          <p:cNvPr id="6" name="Graphic 5" descr="Marker with solid fill">
            <a:extLst>
              <a:ext uri="{FF2B5EF4-FFF2-40B4-BE49-F238E27FC236}">
                <a16:creationId xmlns:a16="http://schemas.microsoft.com/office/drawing/2014/main" id="{833D2646-C4AD-2166-08A6-A6C0243AC4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2157116"/>
            <a:ext cx="228600" cy="228600"/>
          </a:xfrm>
          <a:prstGeom prst="rect">
            <a:avLst/>
          </a:prstGeom>
        </p:spPr>
      </p:pic>
      <p:pic>
        <p:nvPicPr>
          <p:cNvPr id="10" name="Graphic 9" descr="Marker with solid fill">
            <a:extLst>
              <a:ext uri="{FF2B5EF4-FFF2-40B4-BE49-F238E27FC236}">
                <a16:creationId xmlns:a16="http://schemas.microsoft.com/office/drawing/2014/main" id="{A45642B3-41CD-6AF6-AE68-1410764660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2476418"/>
            <a:ext cx="228600" cy="228600"/>
          </a:xfrm>
          <a:prstGeom prst="rect">
            <a:avLst/>
          </a:prstGeom>
        </p:spPr>
      </p:pic>
      <p:pic>
        <p:nvPicPr>
          <p:cNvPr id="14" name="Graphic 13" descr="Marker with solid fill">
            <a:extLst>
              <a:ext uri="{FF2B5EF4-FFF2-40B4-BE49-F238E27FC236}">
                <a16:creationId xmlns:a16="http://schemas.microsoft.com/office/drawing/2014/main" id="{899B5B3B-01DB-4BD3-9767-410599C3BA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2795720"/>
            <a:ext cx="228600" cy="228600"/>
          </a:xfrm>
          <a:prstGeom prst="rect">
            <a:avLst/>
          </a:prstGeom>
        </p:spPr>
      </p:pic>
      <p:pic>
        <p:nvPicPr>
          <p:cNvPr id="15" name="Graphic 14" descr="Marker with solid fill">
            <a:extLst>
              <a:ext uri="{FF2B5EF4-FFF2-40B4-BE49-F238E27FC236}">
                <a16:creationId xmlns:a16="http://schemas.microsoft.com/office/drawing/2014/main" id="{E5BE2695-491B-F832-5FEA-0510B96D2D8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3115022"/>
            <a:ext cx="228600" cy="228600"/>
          </a:xfrm>
          <a:prstGeom prst="rect">
            <a:avLst/>
          </a:prstGeom>
        </p:spPr>
      </p:pic>
      <p:pic>
        <p:nvPicPr>
          <p:cNvPr id="16" name="Graphic 15" descr="Marker with solid fill">
            <a:extLst>
              <a:ext uri="{FF2B5EF4-FFF2-40B4-BE49-F238E27FC236}">
                <a16:creationId xmlns:a16="http://schemas.microsoft.com/office/drawing/2014/main" id="{8E0997F6-4747-08E7-272E-21A4803829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3434324"/>
            <a:ext cx="228600" cy="228600"/>
          </a:xfrm>
          <a:prstGeom prst="rect">
            <a:avLst/>
          </a:prstGeom>
        </p:spPr>
      </p:pic>
      <p:pic>
        <p:nvPicPr>
          <p:cNvPr id="17" name="Graphic 16" descr="Marker with solid fill">
            <a:extLst>
              <a:ext uri="{FF2B5EF4-FFF2-40B4-BE49-F238E27FC236}">
                <a16:creationId xmlns:a16="http://schemas.microsoft.com/office/drawing/2014/main" id="{0EC0AB71-0355-B0E7-BFEE-C83EDC9273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3753626"/>
            <a:ext cx="228600" cy="228600"/>
          </a:xfrm>
          <a:prstGeom prst="rect">
            <a:avLst/>
          </a:prstGeom>
        </p:spPr>
      </p:pic>
      <p:pic>
        <p:nvPicPr>
          <p:cNvPr id="18" name="Graphic 17" descr="Marker with solid fill">
            <a:extLst>
              <a:ext uri="{FF2B5EF4-FFF2-40B4-BE49-F238E27FC236}">
                <a16:creationId xmlns:a16="http://schemas.microsoft.com/office/drawing/2014/main" id="{809B8DC8-017B-7C6D-64C7-AD765A56AC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4072928"/>
            <a:ext cx="228600" cy="228600"/>
          </a:xfrm>
          <a:prstGeom prst="rect">
            <a:avLst/>
          </a:prstGeom>
        </p:spPr>
      </p:pic>
      <p:pic>
        <p:nvPicPr>
          <p:cNvPr id="19" name="Graphic 18" descr="Marker with solid fill">
            <a:extLst>
              <a:ext uri="{FF2B5EF4-FFF2-40B4-BE49-F238E27FC236}">
                <a16:creationId xmlns:a16="http://schemas.microsoft.com/office/drawing/2014/main" id="{B33087EB-4B58-720E-6F0A-B242064C35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4392230"/>
            <a:ext cx="228600" cy="228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90DDDE5-6C37-BEF1-02BD-E71D1B9FC1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96947" y="1027529"/>
            <a:ext cx="2942142" cy="619396"/>
          </a:xfrm>
          <a:prstGeom prst="rect">
            <a:avLst/>
          </a:prstGeom>
        </p:spPr>
        <p:txBody>
          <a:bodyPr anchor="t"/>
          <a:lstStyle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 sz="1400" b="0" i="0">
                <a:solidFill>
                  <a:schemeClr val="bg1"/>
                </a:solidFill>
                <a:cs typeface="Gotham Book" pitchFamily="2" charset="0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›"/>
              <a:defRPr sz="1600"/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  <a:buFont typeface="Calibri" pitchFamily="34" charset="0"/>
              <a:buChar char="•"/>
              <a:defRPr sz="1400"/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›"/>
              <a:defRPr sz="1200"/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  <a:buFont typeface="Arial" pitchFamily="34" charset="0"/>
              <a:buChar char="»"/>
              <a:defRPr sz="12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/>
              <a:t>info@flexso.com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/>
              <a:t>www.flexso.com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3576DC-8C8D-B88A-C9DB-61DDFF93CA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96945" y="1715570"/>
            <a:ext cx="2942144" cy="359656"/>
          </a:xfrm>
          <a:prstGeom prst="rect">
            <a:avLst/>
          </a:prstGeom>
        </p:spPr>
        <p:txBody>
          <a:bodyPr anchor="t"/>
          <a:lstStyle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 sz="1600" b="1" i="0">
                <a:solidFill>
                  <a:schemeClr val="bg1"/>
                </a:solidFill>
                <a:cs typeface="Gotham Book" pitchFamily="2" charset="0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›"/>
              <a:defRPr sz="1600"/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  <a:buFont typeface="Calibri" pitchFamily="34" charset="0"/>
              <a:buChar char="•"/>
              <a:defRPr sz="1400"/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›"/>
              <a:defRPr sz="1200"/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  <a:buFont typeface="Arial" pitchFamily="34" charset="0"/>
              <a:buChar char="»"/>
              <a:defRPr sz="12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/>
              <a:t>Flexso offices</a:t>
            </a:r>
          </a:p>
        </p:txBody>
      </p:sp>
      <p:sp>
        <p:nvSpPr>
          <p:cNvPr id="3" name="Rechthoek 1">
            <a:extLst>
              <a:ext uri="{FF2B5EF4-FFF2-40B4-BE49-F238E27FC236}">
                <a16:creationId xmlns:a16="http://schemas.microsoft.com/office/drawing/2014/main" id="{FE3AEA73-57A0-7155-3A03-BF963FB423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088835" y="114476"/>
            <a:ext cx="3960042" cy="49145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CE4D6-2914-F503-348A-BBB3B2F4F0E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596946" y="588262"/>
            <a:ext cx="2942143" cy="356753"/>
          </a:xfrm>
          <a:prstGeom prst="rect">
            <a:avLst/>
          </a:prstGeom>
        </p:spPr>
        <p:txBody>
          <a:bodyPr anchor="t"/>
          <a:lstStyle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 sz="2800" b="1" i="0">
                <a:solidFill>
                  <a:schemeClr val="bg1"/>
                </a:solidFill>
                <a:cs typeface="Gotham Book" pitchFamily="2" charset="0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›"/>
              <a:defRPr sz="1600"/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  <a:buFont typeface="Calibri" pitchFamily="34" charset="0"/>
              <a:buChar char="•"/>
              <a:defRPr sz="1400"/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›"/>
              <a:defRPr sz="1200"/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  <a:buFont typeface="Arial" pitchFamily="34" charset="0"/>
              <a:buChar char="»"/>
              <a:defRPr sz="12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>
              <a:spcAft>
                <a:spcPts val="600"/>
              </a:spcAft>
            </a:pPr>
            <a:r>
              <a:rPr lang="nl-BE">
                <a:latin typeface="+mj-lt"/>
              </a:rPr>
              <a:t>Contact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B4169E-9047-1BDE-0F8F-DC9257A008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596947" y="2058470"/>
            <a:ext cx="2942142" cy="2644250"/>
          </a:xfrm>
          <a:prstGeom prst="rect">
            <a:avLst/>
          </a:prstGeom>
          <a:noFill/>
        </p:spPr>
        <p:txBody>
          <a:bodyPr wrap="square" lIns="360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Kontich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Ghent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Louvain-La-Neuve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Lummen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Luxembourg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Utrecht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Vienna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 sz="1400">
                <a:solidFill>
                  <a:schemeClr val="bg1"/>
                </a:solidFill>
              </a:rPr>
              <a:t>Manila</a:t>
            </a:r>
          </a:p>
        </p:txBody>
      </p:sp>
      <p:pic>
        <p:nvPicPr>
          <p:cNvPr id="11" name="Graphic 10" descr="Marker with solid fill">
            <a:extLst>
              <a:ext uri="{FF2B5EF4-FFF2-40B4-BE49-F238E27FC236}">
                <a16:creationId xmlns:a16="http://schemas.microsoft.com/office/drawing/2014/main" id="{4652793F-78E3-C6DE-0A0C-C8EB255259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2157116"/>
            <a:ext cx="228600" cy="228600"/>
          </a:xfrm>
          <a:prstGeom prst="rect">
            <a:avLst/>
          </a:prstGeom>
        </p:spPr>
      </p:pic>
      <p:pic>
        <p:nvPicPr>
          <p:cNvPr id="12" name="Graphic 11" descr="Marker with solid fill">
            <a:extLst>
              <a:ext uri="{FF2B5EF4-FFF2-40B4-BE49-F238E27FC236}">
                <a16:creationId xmlns:a16="http://schemas.microsoft.com/office/drawing/2014/main" id="{4172F77F-CD4D-D6CB-4AC3-5E72CC41AA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2476418"/>
            <a:ext cx="228600" cy="228600"/>
          </a:xfrm>
          <a:prstGeom prst="rect">
            <a:avLst/>
          </a:prstGeom>
        </p:spPr>
      </p:pic>
      <p:pic>
        <p:nvPicPr>
          <p:cNvPr id="13" name="Graphic 12" descr="Marker with solid fill">
            <a:extLst>
              <a:ext uri="{FF2B5EF4-FFF2-40B4-BE49-F238E27FC236}">
                <a16:creationId xmlns:a16="http://schemas.microsoft.com/office/drawing/2014/main" id="{10D911A1-C4C9-60AA-8B0C-C7DB332385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2795720"/>
            <a:ext cx="228600" cy="228600"/>
          </a:xfrm>
          <a:prstGeom prst="rect">
            <a:avLst/>
          </a:prstGeom>
        </p:spPr>
      </p:pic>
      <p:pic>
        <p:nvPicPr>
          <p:cNvPr id="20" name="Graphic 19" descr="Marker with solid fill">
            <a:extLst>
              <a:ext uri="{FF2B5EF4-FFF2-40B4-BE49-F238E27FC236}">
                <a16:creationId xmlns:a16="http://schemas.microsoft.com/office/drawing/2014/main" id="{5F717414-B98D-C364-F0EC-6ED9EC8C2B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3115022"/>
            <a:ext cx="228600" cy="228600"/>
          </a:xfrm>
          <a:prstGeom prst="rect">
            <a:avLst/>
          </a:prstGeom>
        </p:spPr>
      </p:pic>
      <p:pic>
        <p:nvPicPr>
          <p:cNvPr id="24" name="Graphic 23" descr="Marker with solid fill">
            <a:extLst>
              <a:ext uri="{FF2B5EF4-FFF2-40B4-BE49-F238E27FC236}">
                <a16:creationId xmlns:a16="http://schemas.microsoft.com/office/drawing/2014/main" id="{4D76D490-B29C-D69E-47BA-5623BEDDDD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3434324"/>
            <a:ext cx="228600" cy="228600"/>
          </a:xfrm>
          <a:prstGeom prst="rect">
            <a:avLst/>
          </a:prstGeom>
        </p:spPr>
      </p:pic>
      <p:pic>
        <p:nvPicPr>
          <p:cNvPr id="25" name="Graphic 24" descr="Marker with solid fill">
            <a:extLst>
              <a:ext uri="{FF2B5EF4-FFF2-40B4-BE49-F238E27FC236}">
                <a16:creationId xmlns:a16="http://schemas.microsoft.com/office/drawing/2014/main" id="{5BF36175-9413-E0BE-E29E-299ABC5573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3753626"/>
            <a:ext cx="228600" cy="228600"/>
          </a:xfrm>
          <a:prstGeom prst="rect">
            <a:avLst/>
          </a:prstGeom>
        </p:spPr>
      </p:pic>
      <p:pic>
        <p:nvPicPr>
          <p:cNvPr id="26" name="Graphic 25" descr="Marker with solid fill">
            <a:extLst>
              <a:ext uri="{FF2B5EF4-FFF2-40B4-BE49-F238E27FC236}">
                <a16:creationId xmlns:a16="http://schemas.microsoft.com/office/drawing/2014/main" id="{B591EA15-A472-BD24-A733-E68819E8E4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4072928"/>
            <a:ext cx="228600" cy="228600"/>
          </a:xfrm>
          <a:prstGeom prst="rect">
            <a:avLst/>
          </a:prstGeom>
        </p:spPr>
      </p:pic>
      <p:pic>
        <p:nvPicPr>
          <p:cNvPr id="27" name="Graphic 26" descr="Marker with solid fill">
            <a:extLst>
              <a:ext uri="{FF2B5EF4-FFF2-40B4-BE49-F238E27FC236}">
                <a16:creationId xmlns:a16="http://schemas.microsoft.com/office/drawing/2014/main" id="{4C4E79DC-4CCE-5B3D-3BC9-C9E883EC95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5221" y="4392230"/>
            <a:ext cx="228600" cy="2286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498AB02-0A1B-270A-7606-CD7E42261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596947" y="1027529"/>
            <a:ext cx="2942142" cy="619396"/>
          </a:xfrm>
          <a:prstGeom prst="rect">
            <a:avLst/>
          </a:prstGeom>
        </p:spPr>
        <p:txBody>
          <a:bodyPr anchor="t"/>
          <a:lstStyle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 sz="1400" b="0" i="0">
                <a:solidFill>
                  <a:schemeClr val="bg1"/>
                </a:solidFill>
                <a:cs typeface="Gotham Book" pitchFamily="2" charset="0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›"/>
              <a:defRPr sz="1600"/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  <a:buFont typeface="Calibri" pitchFamily="34" charset="0"/>
              <a:buChar char="•"/>
              <a:defRPr sz="1400"/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›"/>
              <a:defRPr sz="1200"/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  <a:buFont typeface="Arial" pitchFamily="34" charset="0"/>
              <a:buChar char="»"/>
              <a:defRPr sz="12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/>
              <a:t>info@flexso.com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/>
              <a:t>www.flexso.com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976489-5F5A-2A7B-733F-D2D7A408EC2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596945" y="1715570"/>
            <a:ext cx="2942144" cy="359656"/>
          </a:xfrm>
          <a:prstGeom prst="rect">
            <a:avLst/>
          </a:prstGeom>
        </p:spPr>
        <p:txBody>
          <a:bodyPr anchor="t"/>
          <a:lstStyle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 sz="1600" b="1" i="0">
                <a:solidFill>
                  <a:schemeClr val="bg1"/>
                </a:solidFill>
                <a:cs typeface="Gotham Book" pitchFamily="2" charset="0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›"/>
              <a:defRPr sz="1600"/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  <a:buFont typeface="Calibri" pitchFamily="34" charset="0"/>
              <a:buChar char="•"/>
              <a:defRPr sz="1400"/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›"/>
              <a:defRPr sz="1200"/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  <a:buFont typeface="Arial" pitchFamily="34" charset="0"/>
              <a:buChar char="»"/>
              <a:defRPr sz="12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Arial" pitchFamily="34" charset="0"/>
              <a:buNone/>
              <a:tabLst/>
              <a:defRPr/>
            </a:pPr>
            <a:r>
              <a:rPr lang="nl-BE"/>
              <a:t>Flexso offices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112E48E2-99DD-543C-511D-ED1715EE788D}"/>
              </a:ext>
            </a:extLst>
          </p:cNvPr>
          <p:cNvSpPr/>
          <p:nvPr userDrawn="1"/>
        </p:nvSpPr>
        <p:spPr>
          <a:xfrm>
            <a:off x="8155882" y="4700588"/>
            <a:ext cx="607251" cy="223730"/>
          </a:xfrm>
          <a:custGeom>
            <a:avLst/>
            <a:gdLst>
              <a:gd name="connsiteX0" fmla="*/ 76779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1 w 607251"/>
              <a:gd name="connsiteY3" fmla="*/ 178625 h 223730"/>
              <a:gd name="connsiteX4" fmla="*/ 30209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799 w 607251"/>
              <a:gd name="connsiteY8" fmla="*/ 169337 h 223730"/>
              <a:gd name="connsiteX9" fmla="*/ 78799 w 607251"/>
              <a:gd name="connsiteY9" fmla="*/ 143165 h 223730"/>
              <a:gd name="connsiteX10" fmla="*/ 76779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8 w 607251"/>
              <a:gd name="connsiteY123" fmla="*/ 99498 h 223730"/>
              <a:gd name="connsiteX124" fmla="*/ 225838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1 w 607251"/>
              <a:gd name="connsiteY143" fmla="*/ 18977 h 223730"/>
              <a:gd name="connsiteX144" fmla="*/ 104459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0 h 223730"/>
              <a:gd name="connsiteX147" fmla="*/ 97111 w 607251"/>
              <a:gd name="connsiteY147" fmla="*/ 79384 h 223730"/>
              <a:gd name="connsiteX148" fmla="*/ 97204 w 607251"/>
              <a:gd name="connsiteY148" fmla="*/ 80749 h 223730"/>
              <a:gd name="connsiteX149" fmla="*/ 98281 w 607251"/>
              <a:gd name="connsiteY149" fmla="*/ 80818 h 223730"/>
              <a:gd name="connsiteX150" fmla="*/ 126749 w 607251"/>
              <a:gd name="connsiteY150" fmla="*/ 80784 h 223730"/>
              <a:gd name="connsiteX151" fmla="*/ 133558 w 607251"/>
              <a:gd name="connsiteY151" fmla="*/ 79983 h 223730"/>
              <a:gd name="connsiteX152" fmla="*/ 150139 w 607251"/>
              <a:gd name="connsiteY152" fmla="*/ 69802 h 223730"/>
              <a:gd name="connsiteX153" fmla="*/ 157249 w 607251"/>
              <a:gd name="connsiteY153" fmla="*/ 46659 h 223730"/>
              <a:gd name="connsiteX154" fmla="*/ 147378 w 607251"/>
              <a:gd name="connsiteY154" fmla="*/ 26809 h 223730"/>
              <a:gd name="connsiteX155" fmla="*/ 130461 w 607251"/>
              <a:gd name="connsiteY155" fmla="*/ 18977 h 223730"/>
              <a:gd name="connsiteX156" fmla="*/ 121989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2 h 223730"/>
              <a:gd name="connsiteX159" fmla="*/ 159564 w 607251"/>
              <a:gd name="connsiteY159" fmla="*/ 12733 h 223730"/>
              <a:gd name="connsiteX160" fmla="*/ 175274 w 607251"/>
              <a:gd name="connsiteY160" fmla="*/ 43643 h 223730"/>
              <a:gd name="connsiteX161" fmla="*/ 163415 w 607251"/>
              <a:gd name="connsiteY161" fmla="*/ 82808 h 223730"/>
              <a:gd name="connsiteX162" fmla="*/ 134550 w 607251"/>
              <a:gd name="connsiteY162" fmla="*/ 98970 h 223730"/>
              <a:gd name="connsiteX163" fmla="*/ 128534 w 607251"/>
              <a:gd name="connsiteY163" fmla="*/ 99447 h 223730"/>
              <a:gd name="connsiteX164" fmla="*/ 99222 w 607251"/>
              <a:gd name="connsiteY164" fmla="*/ 99468 h 223730"/>
              <a:gd name="connsiteX165" fmla="*/ 97403 w 607251"/>
              <a:gd name="connsiteY165" fmla="*/ 99468 h 223730"/>
              <a:gd name="connsiteX166" fmla="*/ 97258 w 607251"/>
              <a:gd name="connsiteY166" fmla="*/ 124367 h 223730"/>
              <a:gd name="connsiteX167" fmla="*/ 125536 w 607251"/>
              <a:gd name="connsiteY167" fmla="*/ 124367 h 223730"/>
              <a:gd name="connsiteX168" fmla="*/ 125536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3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0 w 607251"/>
              <a:gd name="connsiteY177" fmla="*/ 219172 h 223730"/>
              <a:gd name="connsiteX178" fmla="*/ 12815 w 607251"/>
              <a:gd name="connsiteY178" fmla="*/ 207672 h 223730"/>
              <a:gd name="connsiteX179" fmla="*/ 5187 w 607251"/>
              <a:gd name="connsiteY179" fmla="*/ 196249 h 223730"/>
              <a:gd name="connsiteX180" fmla="*/ 586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6 w 607251"/>
              <a:gd name="connsiteY183" fmla="*/ 167292 h 223730"/>
              <a:gd name="connsiteX184" fmla="*/ 16571 w 607251"/>
              <a:gd name="connsiteY184" fmla="*/ 136835 h 223730"/>
              <a:gd name="connsiteX185" fmla="*/ 31945 w 607251"/>
              <a:gd name="connsiteY185" fmla="*/ 127396 h 223730"/>
              <a:gd name="connsiteX186" fmla="*/ 48366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5 h 223730"/>
              <a:gd name="connsiteX192" fmla="*/ 78799 w 607251"/>
              <a:gd name="connsiteY192" fmla="*/ 80755 h 223730"/>
              <a:gd name="connsiteX193" fmla="*/ 78799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5 h 223730"/>
              <a:gd name="connsiteX196" fmla="*/ 84455 w 607251"/>
              <a:gd name="connsiteY196" fmla="*/ 26332 h 223730"/>
              <a:gd name="connsiteX197" fmla="*/ 94218 w 607251"/>
              <a:gd name="connsiteY197" fmla="*/ 13351 h 223730"/>
              <a:gd name="connsiteX198" fmla="*/ 119497 w 607251"/>
              <a:gd name="connsiteY198" fmla="*/ 620 h 223730"/>
              <a:gd name="connsiteX199" fmla="*/ 121989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79" y="143165"/>
                </a:moveTo>
                <a:cubicBezTo>
                  <a:pt x="67406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2" y="160430"/>
                  <a:pt x="17499" y="168978"/>
                  <a:pt x="18831" y="178625"/>
                </a:cubicBezTo>
                <a:cubicBezTo>
                  <a:pt x="19955" y="186761"/>
                  <a:pt x="23815" y="193444"/>
                  <a:pt x="30209" y="198554"/>
                </a:cubicBezTo>
                <a:cubicBezTo>
                  <a:pt x="36618" y="203676"/>
                  <a:pt x="43976" y="205863"/>
                  <a:pt x="52167" y="204847"/>
                </a:cubicBezTo>
                <a:cubicBezTo>
                  <a:pt x="60025" y="203872"/>
                  <a:pt x="66457" y="200206"/>
                  <a:pt x="71530" y="194163"/>
                </a:cubicBezTo>
                <a:cubicBezTo>
                  <a:pt x="75021" y="190003"/>
                  <a:pt x="77218" y="185225"/>
                  <a:pt x="78245" y="179882"/>
                </a:cubicBezTo>
                <a:cubicBezTo>
                  <a:pt x="78896" y="176495"/>
                  <a:pt x="78785" y="173085"/>
                  <a:pt x="78799" y="169337"/>
                </a:cubicBezTo>
                <a:cubicBezTo>
                  <a:pt x="78799" y="160656"/>
                  <a:pt x="78799" y="151975"/>
                  <a:pt x="78799" y="143165"/>
                </a:cubicBezTo>
                <a:cubicBezTo>
                  <a:pt x="77995" y="143165"/>
                  <a:pt x="77387" y="143165"/>
                  <a:pt x="76779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8" y="99498"/>
                </a:cubicBezTo>
                <a:cubicBezTo>
                  <a:pt x="225838" y="107781"/>
                  <a:pt x="225838" y="116110"/>
                  <a:pt x="225838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49" y="151730"/>
                  <a:pt x="225731" y="156416"/>
                </a:cubicBezTo>
                <a:cubicBezTo>
                  <a:pt x="225712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5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3"/>
                  <a:pt x="290998" y="81604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1" y="18977"/>
                </a:moveTo>
                <a:cubicBezTo>
                  <a:pt x="120014" y="17957"/>
                  <a:pt x="111330" y="21644"/>
                  <a:pt x="104459" y="29550"/>
                </a:cubicBezTo>
                <a:cubicBezTo>
                  <a:pt x="101319" y="33163"/>
                  <a:pt x="99260" y="37368"/>
                  <a:pt x="98007" y="42266"/>
                </a:cubicBezTo>
                <a:cubicBezTo>
                  <a:pt x="97707" y="44250"/>
                  <a:pt x="97165" y="46233"/>
                  <a:pt x="97148" y="48220"/>
                </a:cubicBezTo>
                <a:cubicBezTo>
                  <a:pt x="97061" y="58608"/>
                  <a:pt x="97106" y="68996"/>
                  <a:pt x="97111" y="79384"/>
                </a:cubicBezTo>
                <a:cubicBezTo>
                  <a:pt x="97111" y="79816"/>
                  <a:pt x="97169" y="80248"/>
                  <a:pt x="97204" y="80749"/>
                </a:cubicBezTo>
                <a:cubicBezTo>
                  <a:pt x="97629" y="80777"/>
                  <a:pt x="97955" y="80818"/>
                  <a:pt x="98281" y="80818"/>
                </a:cubicBezTo>
                <a:cubicBezTo>
                  <a:pt x="107770" y="80821"/>
                  <a:pt x="117260" y="80871"/>
                  <a:pt x="126749" y="80784"/>
                </a:cubicBezTo>
                <a:cubicBezTo>
                  <a:pt x="129023" y="80763"/>
                  <a:pt x="131331" y="80462"/>
                  <a:pt x="133558" y="79983"/>
                </a:cubicBezTo>
                <a:cubicBezTo>
                  <a:pt x="140256" y="78542"/>
                  <a:pt x="145787" y="75070"/>
                  <a:pt x="150139" y="69802"/>
                </a:cubicBezTo>
                <a:cubicBezTo>
                  <a:pt x="155687" y="63085"/>
                  <a:pt x="158095" y="55286"/>
                  <a:pt x="157249" y="46659"/>
                </a:cubicBezTo>
                <a:cubicBezTo>
                  <a:pt x="156485" y="38868"/>
                  <a:pt x="153158" y="32205"/>
                  <a:pt x="147378" y="26809"/>
                </a:cubicBezTo>
                <a:cubicBezTo>
                  <a:pt x="142584" y="22334"/>
                  <a:pt x="136940" y="19610"/>
                  <a:pt x="130461" y="18977"/>
                </a:cubicBezTo>
                <a:close/>
                <a:moveTo>
                  <a:pt x="121989" y="0"/>
                </a:moveTo>
                <a:cubicBezTo>
                  <a:pt x="125478" y="0"/>
                  <a:pt x="128968" y="0"/>
                  <a:pt x="132615" y="0"/>
                </a:cubicBezTo>
                <a:cubicBezTo>
                  <a:pt x="133426" y="205"/>
                  <a:pt x="134066" y="496"/>
                  <a:pt x="134735" y="602"/>
                </a:cubicBezTo>
                <a:cubicBezTo>
                  <a:pt x="144249" y="2120"/>
                  <a:pt x="152519" y="6187"/>
                  <a:pt x="159564" y="12733"/>
                </a:cubicBezTo>
                <a:cubicBezTo>
                  <a:pt x="168579" y="21109"/>
                  <a:pt x="173894" y="31412"/>
                  <a:pt x="175274" y="43643"/>
                </a:cubicBezTo>
                <a:cubicBezTo>
                  <a:pt x="176935" y="58370"/>
                  <a:pt x="173095" y="71516"/>
                  <a:pt x="163415" y="82808"/>
                </a:cubicBezTo>
                <a:cubicBezTo>
                  <a:pt x="155791" y="91702"/>
                  <a:pt x="146080" y="97014"/>
                  <a:pt x="134550" y="98970"/>
                </a:cubicBezTo>
                <a:cubicBezTo>
                  <a:pt x="132573" y="99305"/>
                  <a:pt x="130542" y="99437"/>
                  <a:pt x="128534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3" y="99468"/>
                </a:cubicBezTo>
                <a:cubicBezTo>
                  <a:pt x="97037" y="100724"/>
                  <a:pt x="96918" y="121365"/>
                  <a:pt x="97258" y="124367"/>
                </a:cubicBezTo>
                <a:cubicBezTo>
                  <a:pt x="106635" y="124367"/>
                  <a:pt x="116034" y="124367"/>
                  <a:pt x="125536" y="124367"/>
                </a:cubicBezTo>
                <a:cubicBezTo>
                  <a:pt x="125536" y="130688"/>
                  <a:pt x="125536" y="136829"/>
                  <a:pt x="125536" y="143148"/>
                </a:cubicBezTo>
                <a:cubicBezTo>
                  <a:pt x="116084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8" y="179517"/>
                  <a:pt x="96250" y="185140"/>
                  <a:pt x="94373" y="190586"/>
                </a:cubicBezTo>
                <a:cubicBezTo>
                  <a:pt x="92137" y="197076"/>
                  <a:pt x="88742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1" y="223243"/>
                  <a:pt x="55395" y="223345"/>
                  <a:pt x="53992" y="223645"/>
                </a:cubicBezTo>
                <a:cubicBezTo>
                  <a:pt x="50091" y="223760"/>
                  <a:pt x="46265" y="223760"/>
                  <a:pt x="42234" y="223635"/>
                </a:cubicBezTo>
                <a:cubicBezTo>
                  <a:pt x="37164" y="222652"/>
                  <a:pt x="32435" y="221359"/>
                  <a:pt x="27980" y="219172"/>
                </a:cubicBezTo>
                <a:cubicBezTo>
                  <a:pt x="22179" y="216323"/>
                  <a:pt x="17114" y="212495"/>
                  <a:pt x="12815" y="207672"/>
                </a:cubicBezTo>
                <a:cubicBezTo>
                  <a:pt x="9742" y="204224"/>
                  <a:pt x="7178" y="200411"/>
                  <a:pt x="5187" y="196249"/>
                </a:cubicBezTo>
                <a:cubicBezTo>
                  <a:pt x="2807" y="191273"/>
                  <a:pt x="1162" y="186063"/>
                  <a:pt x="586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0" y="167863"/>
                  <a:pt x="575" y="167588"/>
                  <a:pt x="616" y="167292"/>
                </a:cubicBezTo>
                <a:cubicBezTo>
                  <a:pt x="2315" y="155241"/>
                  <a:pt x="7576" y="145068"/>
                  <a:pt x="16571" y="136835"/>
                </a:cubicBezTo>
                <a:cubicBezTo>
                  <a:pt x="21094" y="132695"/>
                  <a:pt x="26212" y="129541"/>
                  <a:pt x="31945" y="127396"/>
                </a:cubicBezTo>
                <a:cubicBezTo>
                  <a:pt x="37234" y="125416"/>
                  <a:pt x="42700" y="124380"/>
                  <a:pt x="48366" y="124396"/>
                </a:cubicBezTo>
                <a:cubicBezTo>
                  <a:pt x="57858" y="124423"/>
                  <a:pt x="67349" y="124403"/>
                  <a:pt x="76841" y="124403"/>
                </a:cubicBezTo>
                <a:cubicBezTo>
                  <a:pt x="77442" y="124403"/>
                  <a:pt x="78042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59" y="99478"/>
                  <a:pt x="50373" y="99462"/>
                </a:cubicBezTo>
                <a:cubicBezTo>
                  <a:pt x="50373" y="93117"/>
                  <a:pt x="50373" y="87024"/>
                  <a:pt x="50373" y="80755"/>
                </a:cubicBezTo>
                <a:cubicBezTo>
                  <a:pt x="59882" y="80755"/>
                  <a:pt x="69287" y="80755"/>
                  <a:pt x="78799" y="80755"/>
                </a:cubicBezTo>
                <a:cubicBezTo>
                  <a:pt x="78799" y="79969"/>
                  <a:pt x="78799" y="79359"/>
                  <a:pt x="78799" y="78749"/>
                </a:cubicBezTo>
                <a:cubicBezTo>
                  <a:pt x="78799" y="69538"/>
                  <a:pt x="78821" y="60327"/>
                  <a:pt x="78788" y="51117"/>
                </a:cubicBezTo>
                <a:cubicBezTo>
                  <a:pt x="78775" y="47692"/>
                  <a:pt x="78967" y="44295"/>
                  <a:pt x="79542" y="40915"/>
                </a:cubicBezTo>
                <a:cubicBezTo>
                  <a:pt x="80413" y="35792"/>
                  <a:pt x="82056" y="30925"/>
                  <a:pt x="84455" y="26332"/>
                </a:cubicBezTo>
                <a:cubicBezTo>
                  <a:pt x="86991" y="21477"/>
                  <a:pt x="90243" y="17148"/>
                  <a:pt x="94218" y="13351"/>
                </a:cubicBezTo>
                <a:cubicBezTo>
                  <a:pt x="101359" y="6531"/>
                  <a:pt x="109776" y="2297"/>
                  <a:pt x="119497" y="620"/>
                </a:cubicBezTo>
                <a:cubicBezTo>
                  <a:pt x="120338" y="475"/>
                  <a:pt x="121159" y="209"/>
                  <a:pt x="121989" y="0"/>
                </a:cubicBezTo>
                <a:close/>
              </a:path>
            </a:pathLst>
          </a:custGeom>
          <a:solidFill>
            <a:schemeClr val="bg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07249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633CFD2C-326C-E02F-F9D0-A06C9519AD50}"/>
              </a:ext>
            </a:extLst>
          </p:cNvPr>
          <p:cNvSpPr/>
          <p:nvPr/>
        </p:nvSpPr>
        <p:spPr>
          <a:xfrm>
            <a:off x="8155882" y="4700589"/>
            <a:ext cx="607251" cy="223730"/>
          </a:xfrm>
          <a:custGeom>
            <a:avLst/>
            <a:gdLst>
              <a:gd name="connsiteX0" fmla="*/ 76780 w 607251"/>
              <a:gd name="connsiteY0" fmla="*/ 143165 h 223730"/>
              <a:gd name="connsiteX1" fmla="*/ 48660 w 607251"/>
              <a:gd name="connsiteY1" fmla="*/ 143179 h 223730"/>
              <a:gd name="connsiteX2" fmla="*/ 26560 w 607251"/>
              <a:gd name="connsiteY2" fmla="*/ 153159 h 223730"/>
              <a:gd name="connsiteX3" fmla="*/ 18832 w 607251"/>
              <a:gd name="connsiteY3" fmla="*/ 178625 h 223730"/>
              <a:gd name="connsiteX4" fmla="*/ 30210 w 607251"/>
              <a:gd name="connsiteY4" fmla="*/ 198554 h 223730"/>
              <a:gd name="connsiteX5" fmla="*/ 52167 w 607251"/>
              <a:gd name="connsiteY5" fmla="*/ 204847 h 223730"/>
              <a:gd name="connsiteX6" fmla="*/ 71530 w 607251"/>
              <a:gd name="connsiteY6" fmla="*/ 194163 h 223730"/>
              <a:gd name="connsiteX7" fmla="*/ 78245 w 607251"/>
              <a:gd name="connsiteY7" fmla="*/ 179882 h 223730"/>
              <a:gd name="connsiteX8" fmla="*/ 78800 w 607251"/>
              <a:gd name="connsiteY8" fmla="*/ 169337 h 223730"/>
              <a:gd name="connsiteX9" fmla="*/ 78800 w 607251"/>
              <a:gd name="connsiteY9" fmla="*/ 143165 h 223730"/>
              <a:gd name="connsiteX10" fmla="*/ 76780 w 607251"/>
              <a:gd name="connsiteY10" fmla="*/ 143165 h 223730"/>
              <a:gd name="connsiteX11" fmla="*/ 335223 w 607251"/>
              <a:gd name="connsiteY11" fmla="*/ 121467 h 223730"/>
              <a:gd name="connsiteX12" fmla="*/ 325883 w 607251"/>
              <a:gd name="connsiteY12" fmla="*/ 131636 h 223730"/>
              <a:gd name="connsiteX13" fmla="*/ 324848 w 607251"/>
              <a:gd name="connsiteY13" fmla="*/ 133981 h 223730"/>
              <a:gd name="connsiteX14" fmla="*/ 364971 w 607251"/>
              <a:gd name="connsiteY14" fmla="*/ 133981 h 223730"/>
              <a:gd name="connsiteX15" fmla="*/ 364685 w 607251"/>
              <a:gd name="connsiteY15" fmla="*/ 133102 h 223730"/>
              <a:gd name="connsiteX16" fmla="*/ 354664 w 607251"/>
              <a:gd name="connsiteY16" fmla="*/ 121485 h 223730"/>
              <a:gd name="connsiteX17" fmla="*/ 335223 w 607251"/>
              <a:gd name="connsiteY17" fmla="*/ 121467 h 223730"/>
              <a:gd name="connsiteX18" fmla="*/ 561706 w 607251"/>
              <a:gd name="connsiteY18" fmla="*/ 119522 h 223730"/>
              <a:gd name="connsiteX19" fmla="*/ 542237 w 607251"/>
              <a:gd name="connsiteY19" fmla="*/ 145905 h 223730"/>
              <a:gd name="connsiteX20" fmla="*/ 551105 w 607251"/>
              <a:gd name="connsiteY20" fmla="*/ 162692 h 223730"/>
              <a:gd name="connsiteX21" fmla="*/ 566119 w 607251"/>
              <a:gd name="connsiteY21" fmla="*/ 168107 h 223730"/>
              <a:gd name="connsiteX22" fmla="*/ 573150 w 607251"/>
              <a:gd name="connsiteY22" fmla="*/ 166975 h 223730"/>
              <a:gd name="connsiteX23" fmla="*/ 584094 w 607251"/>
              <a:gd name="connsiteY23" fmla="*/ 159446 h 223730"/>
              <a:gd name="connsiteX24" fmla="*/ 583520 w 607251"/>
              <a:gd name="connsiteY24" fmla="*/ 127085 h 223730"/>
              <a:gd name="connsiteX25" fmla="*/ 561706 w 607251"/>
              <a:gd name="connsiteY25" fmla="*/ 119522 h 223730"/>
              <a:gd name="connsiteX26" fmla="*/ 401965 w 607251"/>
              <a:gd name="connsiteY26" fmla="*/ 102687 h 223730"/>
              <a:gd name="connsiteX27" fmla="*/ 404338 w 607251"/>
              <a:gd name="connsiteY27" fmla="*/ 104081 h 223730"/>
              <a:gd name="connsiteX28" fmla="*/ 418462 w 607251"/>
              <a:gd name="connsiteY28" fmla="*/ 126776 h 223730"/>
              <a:gd name="connsiteX29" fmla="*/ 419378 w 607251"/>
              <a:gd name="connsiteY29" fmla="*/ 128074 h 223730"/>
              <a:gd name="connsiteX30" fmla="*/ 429305 w 607251"/>
              <a:gd name="connsiteY30" fmla="*/ 112336 h 223730"/>
              <a:gd name="connsiteX31" fmla="*/ 434682 w 607251"/>
              <a:gd name="connsiteY31" fmla="*/ 103801 h 223730"/>
              <a:gd name="connsiteX32" fmla="*/ 436371 w 607251"/>
              <a:gd name="connsiteY32" fmla="*/ 102701 h 223730"/>
              <a:gd name="connsiteX33" fmla="*/ 456751 w 607251"/>
              <a:gd name="connsiteY33" fmla="*/ 102738 h 223730"/>
              <a:gd name="connsiteX34" fmla="*/ 457329 w 607251"/>
              <a:gd name="connsiteY34" fmla="*/ 102864 h 223730"/>
              <a:gd name="connsiteX35" fmla="*/ 430601 w 607251"/>
              <a:gd name="connsiteY35" fmla="*/ 142489 h 223730"/>
              <a:gd name="connsiteX36" fmla="*/ 458685 w 607251"/>
              <a:gd name="connsiteY36" fmla="*/ 184495 h 223730"/>
              <a:gd name="connsiteX37" fmla="*/ 457390 w 607251"/>
              <a:gd name="connsiteY37" fmla="*/ 184612 h 223730"/>
              <a:gd name="connsiteX38" fmla="*/ 437347 w 607251"/>
              <a:gd name="connsiteY38" fmla="*/ 184637 h 223730"/>
              <a:gd name="connsiteX39" fmla="*/ 435343 w 607251"/>
              <a:gd name="connsiteY39" fmla="*/ 183522 h 223730"/>
              <a:gd name="connsiteX40" fmla="*/ 426972 w 607251"/>
              <a:gd name="connsiteY40" fmla="*/ 170171 h 223730"/>
              <a:gd name="connsiteX41" fmla="*/ 418885 w 607251"/>
              <a:gd name="connsiteY41" fmla="*/ 157362 h 223730"/>
              <a:gd name="connsiteX42" fmla="*/ 415636 w 607251"/>
              <a:gd name="connsiteY42" fmla="*/ 162449 h 223730"/>
              <a:gd name="connsiteX43" fmla="*/ 402392 w 607251"/>
              <a:gd name="connsiteY43" fmla="*/ 183514 h 223730"/>
              <a:gd name="connsiteX44" fmla="*/ 400570 w 607251"/>
              <a:gd name="connsiteY44" fmla="*/ 184646 h 223730"/>
              <a:gd name="connsiteX45" fmla="*/ 380695 w 607251"/>
              <a:gd name="connsiteY45" fmla="*/ 184611 h 223730"/>
              <a:gd name="connsiteX46" fmla="*/ 379943 w 607251"/>
              <a:gd name="connsiteY46" fmla="*/ 184526 h 223730"/>
              <a:gd name="connsiteX47" fmla="*/ 385375 w 607251"/>
              <a:gd name="connsiteY47" fmla="*/ 176259 h 223730"/>
              <a:gd name="connsiteX48" fmla="*/ 390874 w 607251"/>
              <a:gd name="connsiteY48" fmla="*/ 167993 h 223730"/>
              <a:gd name="connsiteX49" fmla="*/ 396498 w 607251"/>
              <a:gd name="connsiteY49" fmla="*/ 159610 h 223730"/>
              <a:gd name="connsiteX50" fmla="*/ 402014 w 607251"/>
              <a:gd name="connsiteY50" fmla="*/ 151357 h 223730"/>
              <a:gd name="connsiteX51" fmla="*/ 407600 w 607251"/>
              <a:gd name="connsiteY51" fmla="*/ 142968 h 223730"/>
              <a:gd name="connsiteX52" fmla="*/ 380840 w 607251"/>
              <a:gd name="connsiteY52" fmla="*/ 102805 h 223730"/>
              <a:gd name="connsiteX53" fmla="*/ 382596 w 607251"/>
              <a:gd name="connsiteY53" fmla="*/ 102727 h 223730"/>
              <a:gd name="connsiteX54" fmla="*/ 401965 w 607251"/>
              <a:gd name="connsiteY54" fmla="*/ 102687 h 223730"/>
              <a:gd name="connsiteX55" fmla="*/ 559862 w 607251"/>
              <a:gd name="connsiteY55" fmla="*/ 101550 h 223730"/>
              <a:gd name="connsiteX56" fmla="*/ 593637 w 607251"/>
              <a:gd name="connsiteY56" fmla="*/ 111999 h 223730"/>
              <a:gd name="connsiteX57" fmla="*/ 606781 w 607251"/>
              <a:gd name="connsiteY57" fmla="*/ 136203 h 223730"/>
              <a:gd name="connsiteX58" fmla="*/ 607125 w 607251"/>
              <a:gd name="connsiteY58" fmla="*/ 138775 h 223730"/>
              <a:gd name="connsiteX59" fmla="*/ 607251 w 607251"/>
              <a:gd name="connsiteY59" fmla="*/ 148454 h 223730"/>
              <a:gd name="connsiteX60" fmla="*/ 606935 w 607251"/>
              <a:gd name="connsiteY60" fmla="*/ 149121 h 223730"/>
              <a:gd name="connsiteX61" fmla="*/ 596813 w 607251"/>
              <a:gd name="connsiteY61" fmla="*/ 171934 h 223730"/>
              <a:gd name="connsiteX62" fmla="*/ 576495 w 607251"/>
              <a:gd name="connsiteY62" fmla="*/ 184699 h 223730"/>
              <a:gd name="connsiteX63" fmla="*/ 548378 w 607251"/>
              <a:gd name="connsiteY63" fmla="*/ 182052 h 223730"/>
              <a:gd name="connsiteX64" fmla="*/ 527741 w 607251"/>
              <a:gd name="connsiteY64" fmla="*/ 159789 h 223730"/>
              <a:gd name="connsiteX65" fmla="*/ 535137 w 607251"/>
              <a:gd name="connsiteY65" fmla="*/ 115262 h 223730"/>
              <a:gd name="connsiteX66" fmla="*/ 559862 w 607251"/>
              <a:gd name="connsiteY66" fmla="*/ 101550 h 223730"/>
              <a:gd name="connsiteX67" fmla="*/ 345746 w 607251"/>
              <a:gd name="connsiteY67" fmla="*/ 101534 h 223730"/>
              <a:gd name="connsiteX68" fmla="*/ 368912 w 607251"/>
              <a:gd name="connsiteY68" fmla="*/ 110548 h 223730"/>
              <a:gd name="connsiteX69" fmla="*/ 383233 w 607251"/>
              <a:gd name="connsiteY69" fmla="*/ 136976 h 223730"/>
              <a:gd name="connsiteX70" fmla="*/ 383432 w 607251"/>
              <a:gd name="connsiteY70" fmla="*/ 148331 h 223730"/>
              <a:gd name="connsiteX71" fmla="*/ 383104 w 607251"/>
              <a:gd name="connsiteY71" fmla="*/ 149911 h 223730"/>
              <a:gd name="connsiteX72" fmla="*/ 323454 w 607251"/>
              <a:gd name="connsiteY72" fmla="*/ 149911 h 223730"/>
              <a:gd name="connsiteX73" fmla="*/ 338423 w 607251"/>
              <a:gd name="connsiteY73" fmla="*/ 166903 h 223730"/>
              <a:gd name="connsiteX74" fmla="*/ 363809 w 607251"/>
              <a:gd name="connsiteY74" fmla="*/ 158058 h 223730"/>
              <a:gd name="connsiteX75" fmla="*/ 378864 w 607251"/>
              <a:gd name="connsiteY75" fmla="*/ 165184 h 223730"/>
              <a:gd name="connsiteX76" fmla="*/ 375618 w 607251"/>
              <a:gd name="connsiteY76" fmla="*/ 169973 h 223730"/>
              <a:gd name="connsiteX77" fmla="*/ 351256 w 607251"/>
              <a:gd name="connsiteY77" fmla="*/ 184889 h 223730"/>
              <a:gd name="connsiteX78" fmla="*/ 323113 w 607251"/>
              <a:gd name="connsiteY78" fmla="*/ 178261 h 223730"/>
              <a:gd name="connsiteX79" fmla="*/ 306630 w 607251"/>
              <a:gd name="connsiteY79" fmla="*/ 151462 h 223730"/>
              <a:gd name="connsiteX80" fmla="*/ 310732 w 607251"/>
              <a:gd name="connsiteY80" fmla="*/ 123240 h 223730"/>
              <a:gd name="connsiteX81" fmla="*/ 331051 w 607251"/>
              <a:gd name="connsiteY81" fmla="*/ 104255 h 223730"/>
              <a:gd name="connsiteX82" fmla="*/ 338095 w 607251"/>
              <a:gd name="connsiteY82" fmla="*/ 102155 h 223730"/>
              <a:gd name="connsiteX83" fmla="*/ 345746 w 607251"/>
              <a:gd name="connsiteY83" fmla="*/ 101534 h 223730"/>
              <a:gd name="connsiteX84" fmla="*/ 492625 w 607251"/>
              <a:gd name="connsiteY84" fmla="*/ 101522 h 223730"/>
              <a:gd name="connsiteX85" fmla="*/ 518739 w 607251"/>
              <a:gd name="connsiteY85" fmla="*/ 109854 h 223730"/>
              <a:gd name="connsiteX86" fmla="*/ 519292 w 607251"/>
              <a:gd name="connsiteY86" fmla="*/ 110237 h 223730"/>
              <a:gd name="connsiteX87" fmla="*/ 519557 w 607251"/>
              <a:gd name="connsiteY87" fmla="*/ 110587 h 223730"/>
              <a:gd name="connsiteX88" fmla="*/ 511874 w 607251"/>
              <a:gd name="connsiteY88" fmla="*/ 124865 h 223730"/>
              <a:gd name="connsiteX89" fmla="*/ 510258 w 607251"/>
              <a:gd name="connsiteY89" fmla="*/ 124030 h 223730"/>
              <a:gd name="connsiteX90" fmla="*/ 495149 w 607251"/>
              <a:gd name="connsiteY90" fmla="*/ 118073 h 223730"/>
              <a:gd name="connsiteX91" fmla="*/ 486155 w 607251"/>
              <a:gd name="connsiteY91" fmla="*/ 117965 h 223730"/>
              <a:gd name="connsiteX92" fmla="*/ 481656 w 607251"/>
              <a:gd name="connsiteY92" fmla="*/ 120725 h 223730"/>
              <a:gd name="connsiteX93" fmla="*/ 482076 w 607251"/>
              <a:gd name="connsiteY93" fmla="*/ 128668 h 223730"/>
              <a:gd name="connsiteX94" fmla="*/ 489714 w 607251"/>
              <a:gd name="connsiteY94" fmla="*/ 133095 h 223730"/>
              <a:gd name="connsiteX95" fmla="*/ 501885 w 607251"/>
              <a:gd name="connsiteY95" fmla="*/ 137467 h 223730"/>
              <a:gd name="connsiteX96" fmla="*/ 513630 w 607251"/>
              <a:gd name="connsiteY96" fmla="*/ 143568 h 223730"/>
              <a:gd name="connsiteX97" fmla="*/ 521500 w 607251"/>
              <a:gd name="connsiteY97" fmla="*/ 156192 h 223730"/>
              <a:gd name="connsiteX98" fmla="*/ 515432 w 607251"/>
              <a:gd name="connsiteY98" fmla="*/ 177951 h 223730"/>
              <a:gd name="connsiteX99" fmla="*/ 505808 w 607251"/>
              <a:gd name="connsiteY99" fmla="*/ 183929 h 223730"/>
              <a:gd name="connsiteX100" fmla="*/ 493972 w 607251"/>
              <a:gd name="connsiteY100" fmla="*/ 186106 h 223730"/>
              <a:gd name="connsiteX101" fmla="*/ 467086 w 607251"/>
              <a:gd name="connsiteY101" fmla="*/ 180244 h 223730"/>
              <a:gd name="connsiteX102" fmla="*/ 457937 w 607251"/>
              <a:gd name="connsiteY102" fmla="*/ 174381 h 223730"/>
              <a:gd name="connsiteX103" fmla="*/ 465185 w 607251"/>
              <a:gd name="connsiteY103" fmla="*/ 162909 h 223730"/>
              <a:gd name="connsiteX104" fmla="*/ 466527 w 607251"/>
              <a:gd name="connsiteY104" fmla="*/ 160842 h 223730"/>
              <a:gd name="connsiteX105" fmla="*/ 475866 w 607251"/>
              <a:gd name="connsiteY105" fmla="*/ 166002 h 223730"/>
              <a:gd name="connsiteX106" fmla="*/ 491135 w 607251"/>
              <a:gd name="connsiteY106" fmla="*/ 170205 h 223730"/>
              <a:gd name="connsiteX107" fmla="*/ 498719 w 607251"/>
              <a:gd name="connsiteY107" fmla="*/ 169100 h 223730"/>
              <a:gd name="connsiteX108" fmla="*/ 500255 w 607251"/>
              <a:gd name="connsiteY108" fmla="*/ 157389 h 223730"/>
              <a:gd name="connsiteX109" fmla="*/ 494117 w 607251"/>
              <a:gd name="connsiteY109" fmla="*/ 154345 h 223730"/>
              <a:gd name="connsiteX110" fmla="*/ 483560 w 607251"/>
              <a:gd name="connsiteY110" fmla="*/ 150977 h 223730"/>
              <a:gd name="connsiteX111" fmla="*/ 470775 w 607251"/>
              <a:gd name="connsiteY111" fmla="*/ 145109 h 223730"/>
              <a:gd name="connsiteX112" fmla="*/ 461713 w 607251"/>
              <a:gd name="connsiteY112" fmla="*/ 128034 h 223730"/>
              <a:gd name="connsiteX113" fmla="*/ 463990 w 607251"/>
              <a:gd name="connsiteY113" fmla="*/ 116105 h 223730"/>
              <a:gd name="connsiteX114" fmla="*/ 476859 w 607251"/>
              <a:gd name="connsiteY114" fmla="*/ 104136 h 223730"/>
              <a:gd name="connsiteX115" fmla="*/ 492625 w 607251"/>
              <a:gd name="connsiteY115" fmla="*/ 101522 h 223730"/>
              <a:gd name="connsiteX116" fmla="*/ 205954 w 607251"/>
              <a:gd name="connsiteY116" fmla="*/ 81695 h 223730"/>
              <a:gd name="connsiteX117" fmla="*/ 271808 w 607251"/>
              <a:gd name="connsiteY117" fmla="*/ 81695 h 223730"/>
              <a:gd name="connsiteX118" fmla="*/ 271808 w 607251"/>
              <a:gd name="connsiteY118" fmla="*/ 99092 h 223730"/>
              <a:gd name="connsiteX119" fmla="*/ 271702 w 607251"/>
              <a:gd name="connsiteY119" fmla="*/ 99197 h 223730"/>
              <a:gd name="connsiteX120" fmla="*/ 271572 w 607251"/>
              <a:gd name="connsiteY120" fmla="*/ 99293 h 223730"/>
              <a:gd name="connsiteX121" fmla="*/ 271072 w 607251"/>
              <a:gd name="connsiteY121" fmla="*/ 99353 h 223730"/>
              <a:gd name="connsiteX122" fmla="*/ 226097 w 607251"/>
              <a:gd name="connsiteY122" fmla="*/ 99393 h 223730"/>
              <a:gd name="connsiteX123" fmla="*/ 225839 w 607251"/>
              <a:gd name="connsiteY123" fmla="*/ 99498 h 223730"/>
              <a:gd name="connsiteX124" fmla="*/ 225839 w 607251"/>
              <a:gd name="connsiteY124" fmla="*/ 124630 h 223730"/>
              <a:gd name="connsiteX125" fmla="*/ 262380 w 607251"/>
              <a:gd name="connsiteY125" fmla="*/ 124630 h 223730"/>
              <a:gd name="connsiteX126" fmla="*/ 262380 w 607251"/>
              <a:gd name="connsiteY126" fmla="*/ 142223 h 223730"/>
              <a:gd name="connsiteX127" fmla="*/ 225797 w 607251"/>
              <a:gd name="connsiteY127" fmla="*/ 142223 h 223730"/>
              <a:gd name="connsiteX128" fmla="*/ 225731 w 607251"/>
              <a:gd name="connsiteY128" fmla="*/ 156416 h 223730"/>
              <a:gd name="connsiteX129" fmla="*/ 225727 w 607251"/>
              <a:gd name="connsiteY129" fmla="*/ 170398 h 223730"/>
              <a:gd name="connsiteX130" fmla="*/ 225727 w 607251"/>
              <a:gd name="connsiteY130" fmla="*/ 184620 h 223730"/>
              <a:gd name="connsiteX131" fmla="*/ 205954 w 607251"/>
              <a:gd name="connsiteY131" fmla="*/ 184620 h 223730"/>
              <a:gd name="connsiteX132" fmla="*/ 205954 w 607251"/>
              <a:gd name="connsiteY132" fmla="*/ 134796 h 223730"/>
              <a:gd name="connsiteX133" fmla="*/ 205954 w 607251"/>
              <a:gd name="connsiteY133" fmla="*/ 81695 h 223730"/>
              <a:gd name="connsiteX134" fmla="*/ 279206 w 607251"/>
              <a:gd name="connsiteY134" fmla="*/ 81608 h 223730"/>
              <a:gd name="connsiteX135" fmla="*/ 296894 w 607251"/>
              <a:gd name="connsiteY135" fmla="*/ 81608 h 223730"/>
              <a:gd name="connsiteX136" fmla="*/ 297670 w 607251"/>
              <a:gd name="connsiteY136" fmla="*/ 81786 h 223730"/>
              <a:gd name="connsiteX137" fmla="*/ 297840 w 607251"/>
              <a:gd name="connsiteY137" fmla="*/ 83745 h 223730"/>
              <a:gd name="connsiteX138" fmla="*/ 297843 w 607251"/>
              <a:gd name="connsiteY138" fmla="*/ 182458 h 223730"/>
              <a:gd name="connsiteX139" fmla="*/ 297843 w 607251"/>
              <a:gd name="connsiteY139" fmla="*/ 184524 h 223730"/>
              <a:gd name="connsiteX140" fmla="*/ 278157 w 607251"/>
              <a:gd name="connsiteY140" fmla="*/ 184524 h 223730"/>
              <a:gd name="connsiteX141" fmla="*/ 278157 w 607251"/>
              <a:gd name="connsiteY141" fmla="*/ 81682 h 223730"/>
              <a:gd name="connsiteX142" fmla="*/ 279206 w 607251"/>
              <a:gd name="connsiteY142" fmla="*/ 81608 h 223730"/>
              <a:gd name="connsiteX143" fmla="*/ 130462 w 607251"/>
              <a:gd name="connsiteY143" fmla="*/ 18978 h 223730"/>
              <a:gd name="connsiteX144" fmla="*/ 104460 w 607251"/>
              <a:gd name="connsiteY144" fmla="*/ 29550 h 223730"/>
              <a:gd name="connsiteX145" fmla="*/ 98007 w 607251"/>
              <a:gd name="connsiteY145" fmla="*/ 42266 h 223730"/>
              <a:gd name="connsiteX146" fmla="*/ 97148 w 607251"/>
              <a:gd name="connsiteY146" fmla="*/ 48221 h 223730"/>
              <a:gd name="connsiteX147" fmla="*/ 97112 w 607251"/>
              <a:gd name="connsiteY147" fmla="*/ 79385 h 223730"/>
              <a:gd name="connsiteX148" fmla="*/ 97205 w 607251"/>
              <a:gd name="connsiteY148" fmla="*/ 80750 h 223730"/>
              <a:gd name="connsiteX149" fmla="*/ 98281 w 607251"/>
              <a:gd name="connsiteY149" fmla="*/ 80818 h 223730"/>
              <a:gd name="connsiteX150" fmla="*/ 126750 w 607251"/>
              <a:gd name="connsiteY150" fmla="*/ 80784 h 223730"/>
              <a:gd name="connsiteX151" fmla="*/ 133558 w 607251"/>
              <a:gd name="connsiteY151" fmla="*/ 79984 h 223730"/>
              <a:gd name="connsiteX152" fmla="*/ 150139 w 607251"/>
              <a:gd name="connsiteY152" fmla="*/ 69802 h 223730"/>
              <a:gd name="connsiteX153" fmla="*/ 157249 w 607251"/>
              <a:gd name="connsiteY153" fmla="*/ 46660 h 223730"/>
              <a:gd name="connsiteX154" fmla="*/ 147378 w 607251"/>
              <a:gd name="connsiteY154" fmla="*/ 26809 h 223730"/>
              <a:gd name="connsiteX155" fmla="*/ 130462 w 607251"/>
              <a:gd name="connsiteY155" fmla="*/ 18978 h 223730"/>
              <a:gd name="connsiteX156" fmla="*/ 121990 w 607251"/>
              <a:gd name="connsiteY156" fmla="*/ 0 h 223730"/>
              <a:gd name="connsiteX157" fmla="*/ 132615 w 607251"/>
              <a:gd name="connsiteY157" fmla="*/ 0 h 223730"/>
              <a:gd name="connsiteX158" fmla="*/ 134735 w 607251"/>
              <a:gd name="connsiteY158" fmla="*/ 603 h 223730"/>
              <a:gd name="connsiteX159" fmla="*/ 159565 w 607251"/>
              <a:gd name="connsiteY159" fmla="*/ 12734 h 223730"/>
              <a:gd name="connsiteX160" fmla="*/ 175274 w 607251"/>
              <a:gd name="connsiteY160" fmla="*/ 43644 h 223730"/>
              <a:gd name="connsiteX161" fmla="*/ 163416 w 607251"/>
              <a:gd name="connsiteY161" fmla="*/ 82808 h 223730"/>
              <a:gd name="connsiteX162" fmla="*/ 134551 w 607251"/>
              <a:gd name="connsiteY162" fmla="*/ 98970 h 223730"/>
              <a:gd name="connsiteX163" fmla="*/ 128535 w 607251"/>
              <a:gd name="connsiteY163" fmla="*/ 99447 h 223730"/>
              <a:gd name="connsiteX164" fmla="*/ 99222 w 607251"/>
              <a:gd name="connsiteY164" fmla="*/ 99468 h 223730"/>
              <a:gd name="connsiteX165" fmla="*/ 97404 w 607251"/>
              <a:gd name="connsiteY165" fmla="*/ 99468 h 223730"/>
              <a:gd name="connsiteX166" fmla="*/ 97259 w 607251"/>
              <a:gd name="connsiteY166" fmla="*/ 124367 h 223730"/>
              <a:gd name="connsiteX167" fmla="*/ 125537 w 607251"/>
              <a:gd name="connsiteY167" fmla="*/ 124367 h 223730"/>
              <a:gd name="connsiteX168" fmla="*/ 125537 w 607251"/>
              <a:gd name="connsiteY168" fmla="*/ 143148 h 223730"/>
              <a:gd name="connsiteX169" fmla="*/ 97108 w 607251"/>
              <a:gd name="connsiteY169" fmla="*/ 143148 h 223730"/>
              <a:gd name="connsiteX170" fmla="*/ 97108 w 607251"/>
              <a:gd name="connsiteY170" fmla="*/ 145127 h 223730"/>
              <a:gd name="connsiteX171" fmla="*/ 97105 w 607251"/>
              <a:gd name="connsiteY171" fmla="*/ 173766 h 223730"/>
              <a:gd name="connsiteX172" fmla="*/ 94374 w 607251"/>
              <a:gd name="connsiteY172" fmla="*/ 190586 h 223730"/>
              <a:gd name="connsiteX173" fmla="*/ 84116 w 607251"/>
              <a:gd name="connsiteY173" fmla="*/ 207980 h 223730"/>
              <a:gd name="connsiteX174" fmla="*/ 58050 w 607251"/>
              <a:gd name="connsiteY174" fmla="*/ 222963 h 223730"/>
              <a:gd name="connsiteX175" fmla="*/ 53992 w 607251"/>
              <a:gd name="connsiteY175" fmla="*/ 223645 h 223730"/>
              <a:gd name="connsiteX176" fmla="*/ 42234 w 607251"/>
              <a:gd name="connsiteY176" fmla="*/ 223635 h 223730"/>
              <a:gd name="connsiteX177" fmla="*/ 27981 w 607251"/>
              <a:gd name="connsiteY177" fmla="*/ 219172 h 223730"/>
              <a:gd name="connsiteX178" fmla="*/ 12816 w 607251"/>
              <a:gd name="connsiteY178" fmla="*/ 207672 h 223730"/>
              <a:gd name="connsiteX179" fmla="*/ 5187 w 607251"/>
              <a:gd name="connsiteY179" fmla="*/ 196249 h 223730"/>
              <a:gd name="connsiteX180" fmla="*/ 587 w 607251"/>
              <a:gd name="connsiteY180" fmla="*/ 180546 h 223730"/>
              <a:gd name="connsiteX181" fmla="*/ 0 w 607251"/>
              <a:gd name="connsiteY181" fmla="*/ 179952 h 223730"/>
              <a:gd name="connsiteX182" fmla="*/ 136 w 607251"/>
              <a:gd name="connsiteY182" fmla="*/ 168311 h 223730"/>
              <a:gd name="connsiteX183" fmla="*/ 617 w 607251"/>
              <a:gd name="connsiteY183" fmla="*/ 167292 h 223730"/>
              <a:gd name="connsiteX184" fmla="*/ 16572 w 607251"/>
              <a:gd name="connsiteY184" fmla="*/ 136835 h 223730"/>
              <a:gd name="connsiteX185" fmla="*/ 31945 w 607251"/>
              <a:gd name="connsiteY185" fmla="*/ 127396 h 223730"/>
              <a:gd name="connsiteX186" fmla="*/ 48367 w 607251"/>
              <a:gd name="connsiteY186" fmla="*/ 124396 h 223730"/>
              <a:gd name="connsiteX187" fmla="*/ 76841 w 607251"/>
              <a:gd name="connsiteY187" fmla="*/ 124403 h 223730"/>
              <a:gd name="connsiteX188" fmla="*/ 78678 w 607251"/>
              <a:gd name="connsiteY188" fmla="*/ 124403 h 223730"/>
              <a:gd name="connsiteX189" fmla="*/ 78678 w 607251"/>
              <a:gd name="connsiteY189" fmla="*/ 99472 h 223730"/>
              <a:gd name="connsiteX190" fmla="*/ 50373 w 607251"/>
              <a:gd name="connsiteY190" fmla="*/ 99462 h 223730"/>
              <a:gd name="connsiteX191" fmla="*/ 50373 w 607251"/>
              <a:gd name="connsiteY191" fmla="*/ 80756 h 223730"/>
              <a:gd name="connsiteX192" fmla="*/ 78800 w 607251"/>
              <a:gd name="connsiteY192" fmla="*/ 80756 h 223730"/>
              <a:gd name="connsiteX193" fmla="*/ 78800 w 607251"/>
              <a:gd name="connsiteY193" fmla="*/ 78749 h 223730"/>
              <a:gd name="connsiteX194" fmla="*/ 78788 w 607251"/>
              <a:gd name="connsiteY194" fmla="*/ 51117 h 223730"/>
              <a:gd name="connsiteX195" fmla="*/ 79542 w 607251"/>
              <a:gd name="connsiteY195" fmla="*/ 40916 h 223730"/>
              <a:gd name="connsiteX196" fmla="*/ 84456 w 607251"/>
              <a:gd name="connsiteY196" fmla="*/ 26332 h 223730"/>
              <a:gd name="connsiteX197" fmla="*/ 94219 w 607251"/>
              <a:gd name="connsiteY197" fmla="*/ 13351 h 223730"/>
              <a:gd name="connsiteX198" fmla="*/ 119497 w 607251"/>
              <a:gd name="connsiteY198" fmla="*/ 621 h 223730"/>
              <a:gd name="connsiteX199" fmla="*/ 121990 w 607251"/>
              <a:gd name="connsiteY199" fmla="*/ 0 h 22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</a:cxnLst>
            <a:rect l="l" t="t" r="r" b="b"/>
            <a:pathLst>
              <a:path w="607251" h="223730">
                <a:moveTo>
                  <a:pt x="76780" y="143165"/>
                </a:moveTo>
                <a:cubicBezTo>
                  <a:pt x="67407" y="143165"/>
                  <a:pt x="58033" y="143119"/>
                  <a:pt x="48660" y="143179"/>
                </a:cubicBezTo>
                <a:cubicBezTo>
                  <a:pt x="39840" y="143235"/>
                  <a:pt x="32442" y="146597"/>
                  <a:pt x="26560" y="153159"/>
                </a:cubicBezTo>
                <a:cubicBezTo>
                  <a:pt x="20043" y="160430"/>
                  <a:pt x="17499" y="168978"/>
                  <a:pt x="18832" y="178625"/>
                </a:cubicBezTo>
                <a:cubicBezTo>
                  <a:pt x="19955" y="186761"/>
                  <a:pt x="23815" y="193444"/>
                  <a:pt x="30210" y="198554"/>
                </a:cubicBezTo>
                <a:cubicBezTo>
                  <a:pt x="36618" y="203676"/>
                  <a:pt x="43977" y="205863"/>
                  <a:pt x="52167" y="204847"/>
                </a:cubicBezTo>
                <a:cubicBezTo>
                  <a:pt x="60026" y="203872"/>
                  <a:pt x="66458" y="200206"/>
                  <a:pt x="71530" y="194163"/>
                </a:cubicBezTo>
                <a:cubicBezTo>
                  <a:pt x="75021" y="190003"/>
                  <a:pt x="77219" y="185225"/>
                  <a:pt x="78245" y="179882"/>
                </a:cubicBezTo>
                <a:cubicBezTo>
                  <a:pt x="78896" y="176495"/>
                  <a:pt x="78786" y="173085"/>
                  <a:pt x="78800" y="169337"/>
                </a:cubicBezTo>
                <a:cubicBezTo>
                  <a:pt x="78800" y="160656"/>
                  <a:pt x="78800" y="151975"/>
                  <a:pt x="78800" y="143165"/>
                </a:cubicBezTo>
                <a:cubicBezTo>
                  <a:pt x="77995" y="143165"/>
                  <a:pt x="77387" y="143165"/>
                  <a:pt x="76780" y="143165"/>
                </a:cubicBezTo>
                <a:close/>
                <a:moveTo>
                  <a:pt x="335223" y="121467"/>
                </a:moveTo>
                <a:cubicBezTo>
                  <a:pt x="331018" y="123714"/>
                  <a:pt x="328093" y="127187"/>
                  <a:pt x="325883" y="131636"/>
                </a:cubicBezTo>
                <a:cubicBezTo>
                  <a:pt x="325551" y="132387"/>
                  <a:pt x="325220" y="133138"/>
                  <a:pt x="324848" y="133981"/>
                </a:cubicBezTo>
                <a:cubicBezTo>
                  <a:pt x="338310" y="133981"/>
                  <a:pt x="351578" y="133981"/>
                  <a:pt x="364971" y="133981"/>
                </a:cubicBezTo>
                <a:cubicBezTo>
                  <a:pt x="364852" y="133611"/>
                  <a:pt x="364787" y="133349"/>
                  <a:pt x="364685" y="133102"/>
                </a:cubicBezTo>
                <a:cubicBezTo>
                  <a:pt x="362627" y="128124"/>
                  <a:pt x="359435" y="124040"/>
                  <a:pt x="354664" y="121485"/>
                </a:cubicBezTo>
                <a:cubicBezTo>
                  <a:pt x="348249" y="118050"/>
                  <a:pt x="341693" y="118011"/>
                  <a:pt x="335223" y="121467"/>
                </a:cubicBezTo>
                <a:close/>
                <a:moveTo>
                  <a:pt x="561706" y="119522"/>
                </a:moveTo>
                <a:cubicBezTo>
                  <a:pt x="549831" y="121675"/>
                  <a:pt x="541013" y="133019"/>
                  <a:pt x="542237" y="145905"/>
                </a:cubicBezTo>
                <a:cubicBezTo>
                  <a:pt x="542882" y="152697"/>
                  <a:pt x="545860" y="158332"/>
                  <a:pt x="551105" y="162692"/>
                </a:cubicBezTo>
                <a:cubicBezTo>
                  <a:pt x="555436" y="166293"/>
                  <a:pt x="560468" y="168079"/>
                  <a:pt x="566119" y="168107"/>
                </a:cubicBezTo>
                <a:cubicBezTo>
                  <a:pt x="568439" y="168119"/>
                  <a:pt x="570674" y="167654"/>
                  <a:pt x="573150" y="166975"/>
                </a:cubicBezTo>
                <a:cubicBezTo>
                  <a:pt x="577503" y="165490"/>
                  <a:pt x="581174" y="162994"/>
                  <a:pt x="584094" y="159446"/>
                </a:cubicBezTo>
                <a:cubicBezTo>
                  <a:pt x="591960" y="149891"/>
                  <a:pt x="591841" y="136330"/>
                  <a:pt x="583520" y="127085"/>
                </a:cubicBezTo>
                <a:cubicBezTo>
                  <a:pt x="577730" y="120651"/>
                  <a:pt x="570355" y="117955"/>
                  <a:pt x="561706" y="119522"/>
                </a:cubicBezTo>
                <a:close/>
                <a:moveTo>
                  <a:pt x="401965" y="102687"/>
                </a:moveTo>
                <a:cubicBezTo>
                  <a:pt x="403180" y="102671"/>
                  <a:pt x="403771" y="103164"/>
                  <a:pt x="404338" y="104081"/>
                </a:cubicBezTo>
                <a:cubicBezTo>
                  <a:pt x="409031" y="111655"/>
                  <a:pt x="413747" y="119215"/>
                  <a:pt x="418462" y="126776"/>
                </a:cubicBezTo>
                <a:cubicBezTo>
                  <a:pt x="418724" y="127196"/>
                  <a:pt x="419032" y="127587"/>
                  <a:pt x="419378" y="128074"/>
                </a:cubicBezTo>
                <a:cubicBezTo>
                  <a:pt x="422728" y="122763"/>
                  <a:pt x="426016" y="117549"/>
                  <a:pt x="429305" y="112336"/>
                </a:cubicBezTo>
                <a:cubicBezTo>
                  <a:pt x="431099" y="109492"/>
                  <a:pt x="432900" y="106652"/>
                  <a:pt x="434682" y="103801"/>
                </a:cubicBezTo>
                <a:cubicBezTo>
                  <a:pt x="435084" y="103158"/>
                  <a:pt x="435465" y="102695"/>
                  <a:pt x="436371" y="102701"/>
                </a:cubicBezTo>
                <a:cubicBezTo>
                  <a:pt x="443164" y="102748"/>
                  <a:pt x="449957" y="102731"/>
                  <a:pt x="456751" y="102738"/>
                </a:cubicBezTo>
                <a:cubicBezTo>
                  <a:pt x="456859" y="102738"/>
                  <a:pt x="456966" y="102783"/>
                  <a:pt x="457329" y="102864"/>
                </a:cubicBezTo>
                <a:cubicBezTo>
                  <a:pt x="448455" y="116094"/>
                  <a:pt x="439547" y="129186"/>
                  <a:pt x="430601" y="142489"/>
                </a:cubicBezTo>
                <a:cubicBezTo>
                  <a:pt x="439893" y="156388"/>
                  <a:pt x="449226" y="170346"/>
                  <a:pt x="458685" y="184495"/>
                </a:cubicBezTo>
                <a:cubicBezTo>
                  <a:pt x="458113" y="184548"/>
                  <a:pt x="457752" y="184612"/>
                  <a:pt x="457390" y="184612"/>
                </a:cubicBezTo>
                <a:cubicBezTo>
                  <a:pt x="450709" y="184618"/>
                  <a:pt x="444028" y="184598"/>
                  <a:pt x="437347" y="184637"/>
                </a:cubicBezTo>
                <a:cubicBezTo>
                  <a:pt x="436390" y="184643"/>
                  <a:pt x="435854" y="184354"/>
                  <a:pt x="435343" y="183522"/>
                </a:cubicBezTo>
                <a:cubicBezTo>
                  <a:pt x="432615" y="179081"/>
                  <a:pt x="429809" y="174688"/>
                  <a:pt x="426972" y="170171"/>
                </a:cubicBezTo>
                <a:cubicBezTo>
                  <a:pt x="424287" y="165909"/>
                  <a:pt x="421661" y="161754"/>
                  <a:pt x="418885" y="157362"/>
                </a:cubicBezTo>
                <a:cubicBezTo>
                  <a:pt x="417716" y="159190"/>
                  <a:pt x="416666" y="160813"/>
                  <a:pt x="415636" y="162449"/>
                </a:cubicBezTo>
                <a:cubicBezTo>
                  <a:pt x="411215" y="169466"/>
                  <a:pt x="406794" y="176484"/>
                  <a:pt x="402392" y="183514"/>
                </a:cubicBezTo>
                <a:cubicBezTo>
                  <a:pt x="401950" y="184221"/>
                  <a:pt x="401538" y="184655"/>
                  <a:pt x="400570" y="184646"/>
                </a:cubicBezTo>
                <a:cubicBezTo>
                  <a:pt x="393945" y="184588"/>
                  <a:pt x="387320" y="184615"/>
                  <a:pt x="380695" y="184611"/>
                </a:cubicBezTo>
                <a:cubicBezTo>
                  <a:pt x="380532" y="184611"/>
                  <a:pt x="380369" y="184575"/>
                  <a:pt x="379943" y="184526"/>
                </a:cubicBezTo>
                <a:cubicBezTo>
                  <a:pt x="381555" y="181547"/>
                  <a:pt x="383602" y="178987"/>
                  <a:pt x="385375" y="176259"/>
                </a:cubicBezTo>
                <a:cubicBezTo>
                  <a:pt x="387179" y="173485"/>
                  <a:pt x="389034" y="170744"/>
                  <a:pt x="390874" y="167993"/>
                </a:cubicBezTo>
                <a:cubicBezTo>
                  <a:pt x="392744" y="165196"/>
                  <a:pt x="394625" y="162406"/>
                  <a:pt x="396498" y="159610"/>
                </a:cubicBezTo>
                <a:cubicBezTo>
                  <a:pt x="398339" y="156861"/>
                  <a:pt x="400178" y="154110"/>
                  <a:pt x="402014" y="151357"/>
                </a:cubicBezTo>
                <a:cubicBezTo>
                  <a:pt x="403848" y="148607"/>
                  <a:pt x="405678" y="145854"/>
                  <a:pt x="407600" y="142968"/>
                </a:cubicBezTo>
                <a:cubicBezTo>
                  <a:pt x="398725" y="129648"/>
                  <a:pt x="389854" y="116334"/>
                  <a:pt x="380840" y="102805"/>
                </a:cubicBezTo>
                <a:cubicBezTo>
                  <a:pt x="381632" y="102769"/>
                  <a:pt x="382114" y="102728"/>
                  <a:pt x="382596" y="102727"/>
                </a:cubicBezTo>
                <a:cubicBezTo>
                  <a:pt x="389052" y="102723"/>
                  <a:pt x="395509" y="102767"/>
                  <a:pt x="401965" y="102687"/>
                </a:cubicBezTo>
                <a:close/>
                <a:moveTo>
                  <a:pt x="559862" y="101550"/>
                </a:moveTo>
                <a:cubicBezTo>
                  <a:pt x="572691" y="99742"/>
                  <a:pt x="584027" y="103218"/>
                  <a:pt x="593637" y="111999"/>
                </a:cubicBezTo>
                <a:cubicBezTo>
                  <a:pt x="600802" y="118545"/>
                  <a:pt x="605026" y="126712"/>
                  <a:pt x="606781" y="136203"/>
                </a:cubicBezTo>
                <a:cubicBezTo>
                  <a:pt x="606932" y="137025"/>
                  <a:pt x="606930" y="137875"/>
                  <a:pt x="607125" y="138775"/>
                </a:cubicBezTo>
                <a:cubicBezTo>
                  <a:pt x="607251" y="141991"/>
                  <a:pt x="607251" y="145143"/>
                  <a:pt x="607251" y="148454"/>
                </a:cubicBezTo>
                <a:cubicBezTo>
                  <a:pt x="607142" y="148781"/>
                  <a:pt x="606954" y="148942"/>
                  <a:pt x="606935" y="149121"/>
                </a:cubicBezTo>
                <a:cubicBezTo>
                  <a:pt x="606011" y="157815"/>
                  <a:pt x="602491" y="165363"/>
                  <a:pt x="596813" y="171934"/>
                </a:cubicBezTo>
                <a:cubicBezTo>
                  <a:pt x="591351" y="178255"/>
                  <a:pt x="584578" y="182566"/>
                  <a:pt x="576495" y="184699"/>
                </a:cubicBezTo>
                <a:cubicBezTo>
                  <a:pt x="566818" y="187252"/>
                  <a:pt x="557421" y="186425"/>
                  <a:pt x="548378" y="182052"/>
                </a:cubicBezTo>
                <a:cubicBezTo>
                  <a:pt x="538597" y="177322"/>
                  <a:pt x="531557" y="169876"/>
                  <a:pt x="527741" y="159789"/>
                </a:cubicBezTo>
                <a:cubicBezTo>
                  <a:pt x="521627" y="143632"/>
                  <a:pt x="524018" y="128572"/>
                  <a:pt x="535137" y="115262"/>
                </a:cubicBezTo>
                <a:cubicBezTo>
                  <a:pt x="541539" y="107600"/>
                  <a:pt x="549938" y="102949"/>
                  <a:pt x="559862" y="101550"/>
                </a:cubicBezTo>
                <a:close/>
                <a:moveTo>
                  <a:pt x="345746" y="101534"/>
                </a:moveTo>
                <a:cubicBezTo>
                  <a:pt x="354489" y="101834"/>
                  <a:pt x="362267" y="104820"/>
                  <a:pt x="368912" y="110548"/>
                </a:cubicBezTo>
                <a:cubicBezTo>
                  <a:pt x="377016" y="117535"/>
                  <a:pt x="381667" y="126420"/>
                  <a:pt x="383233" y="136976"/>
                </a:cubicBezTo>
                <a:cubicBezTo>
                  <a:pt x="383795" y="140759"/>
                  <a:pt x="383966" y="144536"/>
                  <a:pt x="383432" y="148331"/>
                </a:cubicBezTo>
                <a:cubicBezTo>
                  <a:pt x="383363" y="148824"/>
                  <a:pt x="383231" y="149307"/>
                  <a:pt x="383104" y="149911"/>
                </a:cubicBezTo>
                <a:cubicBezTo>
                  <a:pt x="363262" y="149911"/>
                  <a:pt x="343459" y="149911"/>
                  <a:pt x="323454" y="149911"/>
                </a:cubicBezTo>
                <a:cubicBezTo>
                  <a:pt x="325801" y="158098"/>
                  <a:pt x="330262" y="164350"/>
                  <a:pt x="338423" y="166903"/>
                </a:cubicBezTo>
                <a:cubicBezTo>
                  <a:pt x="348828" y="170159"/>
                  <a:pt x="357108" y="166297"/>
                  <a:pt x="363809" y="158058"/>
                </a:cubicBezTo>
                <a:cubicBezTo>
                  <a:pt x="368745" y="160394"/>
                  <a:pt x="373688" y="162734"/>
                  <a:pt x="378864" y="165184"/>
                </a:cubicBezTo>
                <a:cubicBezTo>
                  <a:pt x="377724" y="166878"/>
                  <a:pt x="376773" y="168506"/>
                  <a:pt x="375618" y="169973"/>
                </a:cubicBezTo>
                <a:cubicBezTo>
                  <a:pt x="369343" y="177942"/>
                  <a:pt x="361309" y="183174"/>
                  <a:pt x="351256" y="184889"/>
                </a:cubicBezTo>
                <a:cubicBezTo>
                  <a:pt x="340998" y="186638"/>
                  <a:pt x="331524" y="184428"/>
                  <a:pt x="323113" y="178261"/>
                </a:cubicBezTo>
                <a:cubicBezTo>
                  <a:pt x="314010" y="171587"/>
                  <a:pt x="308632" y="162515"/>
                  <a:pt x="306630" y="151462"/>
                </a:cubicBezTo>
                <a:cubicBezTo>
                  <a:pt x="304846" y="141620"/>
                  <a:pt x="306164" y="132153"/>
                  <a:pt x="310732" y="123240"/>
                </a:cubicBezTo>
                <a:cubicBezTo>
                  <a:pt x="315210" y="114500"/>
                  <a:pt x="321923" y="108030"/>
                  <a:pt x="331051" y="104255"/>
                </a:cubicBezTo>
                <a:cubicBezTo>
                  <a:pt x="333260" y="103341"/>
                  <a:pt x="335646" y="102853"/>
                  <a:pt x="338095" y="102155"/>
                </a:cubicBezTo>
                <a:cubicBezTo>
                  <a:pt x="340742" y="101922"/>
                  <a:pt x="343253" y="101449"/>
                  <a:pt x="345746" y="101534"/>
                </a:cubicBezTo>
                <a:close/>
                <a:moveTo>
                  <a:pt x="492625" y="101522"/>
                </a:moveTo>
                <a:cubicBezTo>
                  <a:pt x="502004" y="102107"/>
                  <a:pt x="510747" y="104844"/>
                  <a:pt x="518739" y="109854"/>
                </a:cubicBezTo>
                <a:cubicBezTo>
                  <a:pt x="518929" y="109973"/>
                  <a:pt x="519117" y="110097"/>
                  <a:pt x="519292" y="110237"/>
                </a:cubicBezTo>
                <a:cubicBezTo>
                  <a:pt x="519374" y="110302"/>
                  <a:pt x="519424" y="110408"/>
                  <a:pt x="519557" y="110587"/>
                </a:cubicBezTo>
                <a:cubicBezTo>
                  <a:pt x="517038" y="115268"/>
                  <a:pt x="514497" y="119990"/>
                  <a:pt x="511874" y="124865"/>
                </a:cubicBezTo>
                <a:cubicBezTo>
                  <a:pt x="511302" y="124570"/>
                  <a:pt x="510777" y="124306"/>
                  <a:pt x="510258" y="124030"/>
                </a:cubicBezTo>
                <a:cubicBezTo>
                  <a:pt x="505448" y="121470"/>
                  <a:pt x="500519" y="119205"/>
                  <a:pt x="495149" y="118073"/>
                </a:cubicBezTo>
                <a:cubicBezTo>
                  <a:pt x="492163" y="117443"/>
                  <a:pt x="489156" y="117221"/>
                  <a:pt x="486155" y="117965"/>
                </a:cubicBezTo>
                <a:cubicBezTo>
                  <a:pt x="484374" y="118406"/>
                  <a:pt x="482769" y="119222"/>
                  <a:pt x="481656" y="120725"/>
                </a:cubicBezTo>
                <a:cubicBezTo>
                  <a:pt x="479712" y="123350"/>
                  <a:pt x="479855" y="126311"/>
                  <a:pt x="482076" y="128668"/>
                </a:cubicBezTo>
                <a:cubicBezTo>
                  <a:pt x="484183" y="130903"/>
                  <a:pt x="486928" y="132058"/>
                  <a:pt x="489714" y="133095"/>
                </a:cubicBezTo>
                <a:cubicBezTo>
                  <a:pt x="493754" y="134599"/>
                  <a:pt x="497848" y="135957"/>
                  <a:pt x="501885" y="137467"/>
                </a:cubicBezTo>
                <a:cubicBezTo>
                  <a:pt x="506041" y="139022"/>
                  <a:pt x="510048" y="140883"/>
                  <a:pt x="513630" y="143568"/>
                </a:cubicBezTo>
                <a:cubicBezTo>
                  <a:pt x="517894" y="146764"/>
                  <a:pt x="520868" y="150880"/>
                  <a:pt x="521500" y="156192"/>
                </a:cubicBezTo>
                <a:cubicBezTo>
                  <a:pt x="522452" y="164201"/>
                  <a:pt x="521242" y="171792"/>
                  <a:pt x="515432" y="177951"/>
                </a:cubicBezTo>
                <a:cubicBezTo>
                  <a:pt x="512779" y="180763"/>
                  <a:pt x="509461" y="182657"/>
                  <a:pt x="505808" y="183929"/>
                </a:cubicBezTo>
                <a:cubicBezTo>
                  <a:pt x="501977" y="185262"/>
                  <a:pt x="498033" y="185895"/>
                  <a:pt x="493972" y="186106"/>
                </a:cubicBezTo>
                <a:cubicBezTo>
                  <a:pt x="484455" y="186601"/>
                  <a:pt x="475546" y="184448"/>
                  <a:pt x="467086" y="180244"/>
                </a:cubicBezTo>
                <a:cubicBezTo>
                  <a:pt x="463876" y="178649"/>
                  <a:pt x="460822" y="176766"/>
                  <a:pt x="457937" y="174381"/>
                </a:cubicBezTo>
                <a:cubicBezTo>
                  <a:pt x="460348" y="170559"/>
                  <a:pt x="462730" y="166783"/>
                  <a:pt x="465185" y="162909"/>
                </a:cubicBezTo>
                <a:cubicBezTo>
                  <a:pt x="465705" y="162117"/>
                  <a:pt x="466153" y="161422"/>
                  <a:pt x="466527" y="160842"/>
                </a:cubicBezTo>
                <a:cubicBezTo>
                  <a:pt x="469703" y="162607"/>
                  <a:pt x="472727" y="164419"/>
                  <a:pt x="475866" y="166002"/>
                </a:cubicBezTo>
                <a:cubicBezTo>
                  <a:pt x="480658" y="168420"/>
                  <a:pt x="485751" y="169895"/>
                  <a:pt x="491135" y="170205"/>
                </a:cubicBezTo>
                <a:cubicBezTo>
                  <a:pt x="493729" y="170355"/>
                  <a:pt x="496291" y="170099"/>
                  <a:pt x="498719" y="169100"/>
                </a:cubicBezTo>
                <a:cubicBezTo>
                  <a:pt x="503922" y="166961"/>
                  <a:pt x="504814" y="160678"/>
                  <a:pt x="500255" y="157389"/>
                </a:cubicBezTo>
                <a:cubicBezTo>
                  <a:pt x="498424" y="156069"/>
                  <a:pt x="496254" y="155125"/>
                  <a:pt x="494117" y="154345"/>
                </a:cubicBezTo>
                <a:cubicBezTo>
                  <a:pt x="490650" y="153079"/>
                  <a:pt x="487077" y="152108"/>
                  <a:pt x="483560" y="150977"/>
                </a:cubicBezTo>
                <a:cubicBezTo>
                  <a:pt x="479067" y="149531"/>
                  <a:pt x="474690" y="147817"/>
                  <a:pt x="470775" y="145109"/>
                </a:cubicBezTo>
                <a:cubicBezTo>
                  <a:pt x="464810" y="140984"/>
                  <a:pt x="461837" y="135284"/>
                  <a:pt x="461713" y="128034"/>
                </a:cubicBezTo>
                <a:cubicBezTo>
                  <a:pt x="461642" y="123885"/>
                  <a:pt x="462225" y="119887"/>
                  <a:pt x="463990" y="116105"/>
                </a:cubicBezTo>
                <a:cubicBezTo>
                  <a:pt x="466661" y="110380"/>
                  <a:pt x="471133" y="106579"/>
                  <a:pt x="476859" y="104136"/>
                </a:cubicBezTo>
                <a:cubicBezTo>
                  <a:pt x="481901" y="101986"/>
                  <a:pt x="487206" y="101184"/>
                  <a:pt x="492625" y="101522"/>
                </a:cubicBezTo>
                <a:close/>
                <a:moveTo>
                  <a:pt x="205954" y="81695"/>
                </a:moveTo>
                <a:cubicBezTo>
                  <a:pt x="227993" y="81695"/>
                  <a:pt x="249857" y="81695"/>
                  <a:pt x="271808" y="81695"/>
                </a:cubicBezTo>
                <a:cubicBezTo>
                  <a:pt x="271808" y="87549"/>
                  <a:pt x="271808" y="93314"/>
                  <a:pt x="271808" y="99092"/>
                </a:cubicBezTo>
                <a:cubicBezTo>
                  <a:pt x="271782" y="99119"/>
                  <a:pt x="271744" y="99160"/>
                  <a:pt x="271702" y="99197"/>
                </a:cubicBezTo>
                <a:cubicBezTo>
                  <a:pt x="271661" y="99233"/>
                  <a:pt x="271619" y="99285"/>
                  <a:pt x="271572" y="99293"/>
                </a:cubicBezTo>
                <a:cubicBezTo>
                  <a:pt x="271407" y="99322"/>
                  <a:pt x="271239" y="99353"/>
                  <a:pt x="271072" y="99353"/>
                </a:cubicBezTo>
                <a:cubicBezTo>
                  <a:pt x="256080" y="99367"/>
                  <a:pt x="241089" y="99379"/>
                  <a:pt x="226097" y="99393"/>
                </a:cubicBezTo>
                <a:cubicBezTo>
                  <a:pt x="226048" y="99393"/>
                  <a:pt x="225999" y="99432"/>
                  <a:pt x="225839" y="99498"/>
                </a:cubicBezTo>
                <a:cubicBezTo>
                  <a:pt x="225839" y="107781"/>
                  <a:pt x="225839" y="116110"/>
                  <a:pt x="225839" y="124630"/>
                </a:cubicBezTo>
                <a:cubicBezTo>
                  <a:pt x="238015" y="124630"/>
                  <a:pt x="250163" y="124630"/>
                  <a:pt x="262380" y="124630"/>
                </a:cubicBezTo>
                <a:cubicBezTo>
                  <a:pt x="262380" y="130576"/>
                  <a:pt x="262380" y="136331"/>
                  <a:pt x="262380" y="142223"/>
                </a:cubicBezTo>
                <a:cubicBezTo>
                  <a:pt x="250198" y="142223"/>
                  <a:pt x="238094" y="142223"/>
                  <a:pt x="225797" y="142223"/>
                </a:cubicBezTo>
                <a:cubicBezTo>
                  <a:pt x="225649" y="147041"/>
                  <a:pt x="225750" y="151730"/>
                  <a:pt x="225731" y="156416"/>
                </a:cubicBezTo>
                <a:cubicBezTo>
                  <a:pt x="225713" y="161077"/>
                  <a:pt x="225727" y="165737"/>
                  <a:pt x="225727" y="170398"/>
                </a:cubicBezTo>
                <a:cubicBezTo>
                  <a:pt x="225727" y="175103"/>
                  <a:pt x="225727" y="179809"/>
                  <a:pt x="225727" y="184620"/>
                </a:cubicBezTo>
                <a:cubicBezTo>
                  <a:pt x="219116" y="184620"/>
                  <a:pt x="212635" y="184620"/>
                  <a:pt x="205954" y="184620"/>
                </a:cubicBezTo>
                <a:cubicBezTo>
                  <a:pt x="205954" y="168055"/>
                  <a:pt x="205954" y="151509"/>
                  <a:pt x="205954" y="134796"/>
                </a:cubicBezTo>
                <a:cubicBezTo>
                  <a:pt x="205954" y="117012"/>
                  <a:pt x="205954" y="99398"/>
                  <a:pt x="205954" y="81695"/>
                </a:cubicBezTo>
                <a:close/>
                <a:moveTo>
                  <a:pt x="279206" y="81608"/>
                </a:moveTo>
                <a:cubicBezTo>
                  <a:pt x="285102" y="81604"/>
                  <a:pt x="290998" y="81605"/>
                  <a:pt x="296894" y="81608"/>
                </a:cubicBezTo>
                <a:cubicBezTo>
                  <a:pt x="297117" y="81609"/>
                  <a:pt x="297339" y="81651"/>
                  <a:pt x="297670" y="81786"/>
                </a:cubicBezTo>
                <a:cubicBezTo>
                  <a:pt x="297800" y="82513"/>
                  <a:pt x="297840" y="83129"/>
                  <a:pt x="297840" y="83745"/>
                </a:cubicBezTo>
                <a:cubicBezTo>
                  <a:pt x="297843" y="116649"/>
                  <a:pt x="297843" y="149553"/>
                  <a:pt x="297843" y="182458"/>
                </a:cubicBezTo>
                <a:cubicBezTo>
                  <a:pt x="297843" y="183118"/>
                  <a:pt x="297843" y="183778"/>
                  <a:pt x="297843" y="184524"/>
                </a:cubicBezTo>
                <a:cubicBezTo>
                  <a:pt x="291197" y="184524"/>
                  <a:pt x="284719" y="184524"/>
                  <a:pt x="278157" y="184524"/>
                </a:cubicBezTo>
                <a:cubicBezTo>
                  <a:pt x="278157" y="150217"/>
                  <a:pt x="278157" y="115999"/>
                  <a:pt x="278157" y="81682"/>
                </a:cubicBezTo>
                <a:cubicBezTo>
                  <a:pt x="278560" y="81652"/>
                  <a:pt x="278883" y="81608"/>
                  <a:pt x="279206" y="81608"/>
                </a:cubicBezTo>
                <a:close/>
                <a:moveTo>
                  <a:pt x="130462" y="18978"/>
                </a:moveTo>
                <a:cubicBezTo>
                  <a:pt x="120014" y="17957"/>
                  <a:pt x="111331" y="21644"/>
                  <a:pt x="104460" y="29550"/>
                </a:cubicBezTo>
                <a:cubicBezTo>
                  <a:pt x="101319" y="33164"/>
                  <a:pt x="99261" y="37368"/>
                  <a:pt x="98007" y="42266"/>
                </a:cubicBezTo>
                <a:cubicBezTo>
                  <a:pt x="97707" y="44251"/>
                  <a:pt x="97165" y="46234"/>
                  <a:pt x="97148" y="48221"/>
                </a:cubicBezTo>
                <a:cubicBezTo>
                  <a:pt x="97061" y="58608"/>
                  <a:pt x="97107" y="68996"/>
                  <a:pt x="97112" y="79385"/>
                </a:cubicBezTo>
                <a:cubicBezTo>
                  <a:pt x="97112" y="79816"/>
                  <a:pt x="97169" y="80248"/>
                  <a:pt x="97205" y="80750"/>
                </a:cubicBezTo>
                <a:cubicBezTo>
                  <a:pt x="97630" y="80778"/>
                  <a:pt x="97956" y="80818"/>
                  <a:pt x="98281" y="80818"/>
                </a:cubicBezTo>
                <a:cubicBezTo>
                  <a:pt x="107771" y="80822"/>
                  <a:pt x="117261" y="80872"/>
                  <a:pt x="126750" y="80784"/>
                </a:cubicBezTo>
                <a:cubicBezTo>
                  <a:pt x="129024" y="80764"/>
                  <a:pt x="131332" y="80463"/>
                  <a:pt x="133558" y="79984"/>
                </a:cubicBezTo>
                <a:cubicBezTo>
                  <a:pt x="140256" y="78542"/>
                  <a:pt x="145788" y="75070"/>
                  <a:pt x="150139" y="69802"/>
                </a:cubicBezTo>
                <a:cubicBezTo>
                  <a:pt x="155688" y="63085"/>
                  <a:pt x="158095" y="55286"/>
                  <a:pt x="157249" y="46660"/>
                </a:cubicBezTo>
                <a:cubicBezTo>
                  <a:pt x="156485" y="38868"/>
                  <a:pt x="153159" y="32205"/>
                  <a:pt x="147378" y="26809"/>
                </a:cubicBezTo>
                <a:cubicBezTo>
                  <a:pt x="142584" y="22335"/>
                  <a:pt x="136940" y="19611"/>
                  <a:pt x="130462" y="18978"/>
                </a:cubicBezTo>
                <a:close/>
                <a:moveTo>
                  <a:pt x="121990" y="0"/>
                </a:moveTo>
                <a:cubicBezTo>
                  <a:pt x="125479" y="0"/>
                  <a:pt x="128968" y="0"/>
                  <a:pt x="132615" y="0"/>
                </a:cubicBezTo>
                <a:cubicBezTo>
                  <a:pt x="133427" y="205"/>
                  <a:pt x="134066" y="496"/>
                  <a:pt x="134735" y="603"/>
                </a:cubicBezTo>
                <a:cubicBezTo>
                  <a:pt x="144250" y="2120"/>
                  <a:pt x="152519" y="6187"/>
                  <a:pt x="159565" y="12734"/>
                </a:cubicBezTo>
                <a:cubicBezTo>
                  <a:pt x="168579" y="21110"/>
                  <a:pt x="173894" y="31413"/>
                  <a:pt x="175274" y="43644"/>
                </a:cubicBezTo>
                <a:cubicBezTo>
                  <a:pt x="176936" y="58370"/>
                  <a:pt x="173095" y="71517"/>
                  <a:pt x="163416" y="82808"/>
                </a:cubicBezTo>
                <a:cubicBezTo>
                  <a:pt x="155791" y="91702"/>
                  <a:pt x="146080" y="97014"/>
                  <a:pt x="134551" y="98970"/>
                </a:cubicBezTo>
                <a:cubicBezTo>
                  <a:pt x="132574" y="99305"/>
                  <a:pt x="130542" y="99437"/>
                  <a:pt x="128535" y="99447"/>
                </a:cubicBezTo>
                <a:cubicBezTo>
                  <a:pt x="118764" y="99494"/>
                  <a:pt x="108993" y="99468"/>
                  <a:pt x="99222" y="99468"/>
                </a:cubicBezTo>
                <a:cubicBezTo>
                  <a:pt x="98608" y="99468"/>
                  <a:pt x="97994" y="99468"/>
                  <a:pt x="97404" y="99468"/>
                </a:cubicBezTo>
                <a:cubicBezTo>
                  <a:pt x="97038" y="100724"/>
                  <a:pt x="96919" y="121365"/>
                  <a:pt x="97259" y="124367"/>
                </a:cubicBezTo>
                <a:cubicBezTo>
                  <a:pt x="106635" y="124367"/>
                  <a:pt x="116035" y="124367"/>
                  <a:pt x="125537" y="124367"/>
                </a:cubicBezTo>
                <a:cubicBezTo>
                  <a:pt x="125537" y="130688"/>
                  <a:pt x="125537" y="136829"/>
                  <a:pt x="125537" y="143148"/>
                </a:cubicBezTo>
                <a:cubicBezTo>
                  <a:pt x="116085" y="143148"/>
                  <a:pt x="106683" y="143148"/>
                  <a:pt x="97108" y="143148"/>
                </a:cubicBezTo>
                <a:cubicBezTo>
                  <a:pt x="97108" y="143924"/>
                  <a:pt x="97108" y="144525"/>
                  <a:pt x="97108" y="145127"/>
                </a:cubicBezTo>
                <a:cubicBezTo>
                  <a:pt x="97108" y="154673"/>
                  <a:pt x="97116" y="164219"/>
                  <a:pt x="97105" y="173766"/>
                </a:cubicBezTo>
                <a:cubicBezTo>
                  <a:pt x="97099" y="179517"/>
                  <a:pt x="96250" y="185140"/>
                  <a:pt x="94374" y="190586"/>
                </a:cubicBezTo>
                <a:cubicBezTo>
                  <a:pt x="92137" y="197076"/>
                  <a:pt x="88743" y="202882"/>
                  <a:pt x="84116" y="207980"/>
                </a:cubicBezTo>
                <a:cubicBezTo>
                  <a:pt x="77032" y="215786"/>
                  <a:pt x="68337" y="220758"/>
                  <a:pt x="58050" y="222963"/>
                </a:cubicBezTo>
                <a:cubicBezTo>
                  <a:pt x="56742" y="223243"/>
                  <a:pt x="55395" y="223345"/>
                  <a:pt x="53992" y="223645"/>
                </a:cubicBezTo>
                <a:cubicBezTo>
                  <a:pt x="50092" y="223760"/>
                  <a:pt x="46266" y="223760"/>
                  <a:pt x="42234" y="223635"/>
                </a:cubicBezTo>
                <a:cubicBezTo>
                  <a:pt x="37165" y="222652"/>
                  <a:pt x="32435" y="221359"/>
                  <a:pt x="27981" y="219172"/>
                </a:cubicBezTo>
                <a:cubicBezTo>
                  <a:pt x="22179" y="216323"/>
                  <a:pt x="17114" y="212495"/>
                  <a:pt x="12816" y="207672"/>
                </a:cubicBezTo>
                <a:cubicBezTo>
                  <a:pt x="9742" y="204224"/>
                  <a:pt x="7179" y="200411"/>
                  <a:pt x="5187" y="196249"/>
                </a:cubicBezTo>
                <a:cubicBezTo>
                  <a:pt x="2807" y="191273"/>
                  <a:pt x="1162" y="186063"/>
                  <a:pt x="587" y="180546"/>
                </a:cubicBezTo>
                <a:cubicBezTo>
                  <a:pt x="564" y="180330"/>
                  <a:pt x="203" y="180149"/>
                  <a:pt x="0" y="179952"/>
                </a:cubicBezTo>
                <a:cubicBezTo>
                  <a:pt x="0" y="176126"/>
                  <a:pt x="0" y="172299"/>
                  <a:pt x="136" y="168311"/>
                </a:cubicBezTo>
                <a:cubicBezTo>
                  <a:pt x="391" y="167863"/>
                  <a:pt x="575" y="167588"/>
                  <a:pt x="617" y="167292"/>
                </a:cubicBezTo>
                <a:cubicBezTo>
                  <a:pt x="2315" y="155241"/>
                  <a:pt x="7577" y="145068"/>
                  <a:pt x="16572" y="136835"/>
                </a:cubicBezTo>
                <a:cubicBezTo>
                  <a:pt x="21094" y="132695"/>
                  <a:pt x="26213" y="129541"/>
                  <a:pt x="31945" y="127396"/>
                </a:cubicBezTo>
                <a:cubicBezTo>
                  <a:pt x="37235" y="125416"/>
                  <a:pt x="42701" y="124380"/>
                  <a:pt x="48367" y="124396"/>
                </a:cubicBezTo>
                <a:cubicBezTo>
                  <a:pt x="57858" y="124423"/>
                  <a:pt x="67350" y="124403"/>
                  <a:pt x="76841" y="124403"/>
                </a:cubicBezTo>
                <a:cubicBezTo>
                  <a:pt x="77442" y="124403"/>
                  <a:pt x="78043" y="124403"/>
                  <a:pt x="78678" y="124403"/>
                </a:cubicBezTo>
                <a:cubicBezTo>
                  <a:pt x="78678" y="116008"/>
                  <a:pt x="78678" y="107792"/>
                  <a:pt x="78678" y="99472"/>
                </a:cubicBezTo>
                <a:cubicBezTo>
                  <a:pt x="69159" y="99460"/>
                  <a:pt x="59760" y="99478"/>
                  <a:pt x="50373" y="99462"/>
                </a:cubicBezTo>
                <a:cubicBezTo>
                  <a:pt x="50373" y="93117"/>
                  <a:pt x="50373" y="87024"/>
                  <a:pt x="50373" y="80756"/>
                </a:cubicBezTo>
                <a:cubicBezTo>
                  <a:pt x="59883" y="80756"/>
                  <a:pt x="69287" y="80756"/>
                  <a:pt x="78800" y="80756"/>
                </a:cubicBezTo>
                <a:cubicBezTo>
                  <a:pt x="78800" y="79970"/>
                  <a:pt x="78800" y="79360"/>
                  <a:pt x="78800" y="78749"/>
                </a:cubicBezTo>
                <a:cubicBezTo>
                  <a:pt x="78800" y="69539"/>
                  <a:pt x="78822" y="60328"/>
                  <a:pt x="78788" y="51117"/>
                </a:cubicBezTo>
                <a:cubicBezTo>
                  <a:pt x="78776" y="47692"/>
                  <a:pt x="78967" y="44296"/>
                  <a:pt x="79542" y="40916"/>
                </a:cubicBezTo>
                <a:cubicBezTo>
                  <a:pt x="80413" y="35792"/>
                  <a:pt x="82057" y="30926"/>
                  <a:pt x="84456" y="26332"/>
                </a:cubicBezTo>
                <a:cubicBezTo>
                  <a:pt x="86991" y="21478"/>
                  <a:pt x="90244" y="17148"/>
                  <a:pt x="94219" y="13351"/>
                </a:cubicBezTo>
                <a:cubicBezTo>
                  <a:pt x="101359" y="6531"/>
                  <a:pt x="109776" y="2298"/>
                  <a:pt x="119497" y="621"/>
                </a:cubicBezTo>
                <a:cubicBezTo>
                  <a:pt x="120339" y="476"/>
                  <a:pt x="121159" y="210"/>
                  <a:pt x="121990" y="0"/>
                </a:cubicBezTo>
                <a:close/>
              </a:path>
            </a:pathLst>
          </a:custGeom>
          <a:solidFill>
            <a:schemeClr val="accent1"/>
          </a:solidFill>
          <a:ln w="253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B3D74-5DA1-C320-2AC1-97BFDB86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8447" y="1224000"/>
            <a:ext cx="8387106" cy="3348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First level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86C51-EF25-8C62-9CA2-33FAA7C7E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1972" y="4700589"/>
            <a:ext cx="9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3CDC8-B537-4D3A-82C2-41483C29A20C}" type="datetimeFigureOut">
              <a:rPr lang="nl-BE" smtClean="0"/>
              <a:pPr/>
              <a:t>7/02/2026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2D8F5-D050-5598-734F-DE25A1A70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8447" y="4700589"/>
            <a:ext cx="581968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E568E-7282-84A5-9551-D801B2CD1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95053" y="4700589"/>
            <a:ext cx="54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EE2E-C697-48A3-9836-043351DEE5C6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37D485-AAC4-D791-8DDE-4C23C32329ED}"/>
              </a:ext>
            </a:extLst>
          </p:cNvPr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1291A8-70B8-C8F6-A1E9-471B13B61AAA}"/>
              </a:ext>
            </a:extLst>
          </p:cNvPr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E41619-0FC1-199B-E9FB-40D08ECD1B49}"/>
              </a:ext>
            </a:extLst>
          </p:cNvPr>
          <p:cNvSpPr/>
          <p:nvPr/>
        </p:nvSpPr>
        <p:spPr>
          <a:xfrm>
            <a:off x="0" y="0"/>
            <a:ext cx="108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0D09F-7374-8C47-4907-053381D18BFF}"/>
              </a:ext>
            </a:extLst>
          </p:cNvPr>
          <p:cNvSpPr/>
          <p:nvPr/>
        </p:nvSpPr>
        <p:spPr>
          <a:xfrm>
            <a:off x="9036000" y="0"/>
            <a:ext cx="108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77EFC1-C4BF-4182-1C2A-DF002B2F172B}"/>
              </a:ext>
            </a:extLst>
          </p:cNvPr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F72754-7FDD-F82D-EC0C-7598139D4DD5}"/>
              </a:ext>
            </a:extLst>
          </p:cNvPr>
          <p:cNvSpPr/>
          <p:nvPr/>
        </p:nvSpPr>
        <p:spPr>
          <a:xfrm>
            <a:off x="0" y="5035500"/>
            <a:ext cx="9144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49D900-A16A-75E3-163D-96D930CA4DB6}"/>
              </a:ext>
            </a:extLst>
          </p:cNvPr>
          <p:cNvSpPr/>
          <p:nvPr/>
        </p:nvSpPr>
        <p:spPr>
          <a:xfrm>
            <a:off x="0" y="0"/>
            <a:ext cx="108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118EB4-EE72-6A4F-7EFB-ECCCF7AF87A3}"/>
              </a:ext>
            </a:extLst>
          </p:cNvPr>
          <p:cNvSpPr/>
          <p:nvPr/>
        </p:nvSpPr>
        <p:spPr>
          <a:xfrm>
            <a:off x="9036000" y="0"/>
            <a:ext cx="108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5380D963-C73D-B0FB-5649-851105D923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>
              <a:gd name="connsiteX0" fmla="*/ 108000 w 9144000"/>
              <a:gd name="connsiteY0" fmla="*/ 108000 h 5143500"/>
              <a:gd name="connsiteX1" fmla="*/ 108000 w 9144000"/>
              <a:gd name="connsiteY1" fmla="*/ 5035500 h 5143500"/>
              <a:gd name="connsiteX2" fmla="*/ 9036000 w 9144000"/>
              <a:gd name="connsiteY2" fmla="*/ 5035500 h 5143500"/>
              <a:gd name="connsiteX3" fmla="*/ 9036000 w 9144000"/>
              <a:gd name="connsiteY3" fmla="*/ 108000 h 5143500"/>
              <a:gd name="connsiteX4" fmla="*/ 9036000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0 h 5143500"/>
              <a:gd name="connsiteX7" fmla="*/ 9144000 w 9144000"/>
              <a:gd name="connsiteY7" fmla="*/ 108000 h 5143500"/>
              <a:gd name="connsiteX8" fmla="*/ 9144000 w 9144000"/>
              <a:gd name="connsiteY8" fmla="*/ 5035500 h 5143500"/>
              <a:gd name="connsiteX9" fmla="*/ 9144000 w 9144000"/>
              <a:gd name="connsiteY9" fmla="*/ 5143500 h 5143500"/>
              <a:gd name="connsiteX10" fmla="*/ 9036000 w 9144000"/>
              <a:gd name="connsiteY10" fmla="*/ 5143500 h 5143500"/>
              <a:gd name="connsiteX11" fmla="*/ 108000 w 9144000"/>
              <a:gd name="connsiteY11" fmla="*/ 5143500 h 5143500"/>
              <a:gd name="connsiteX12" fmla="*/ 0 w 9144000"/>
              <a:gd name="connsiteY12" fmla="*/ 5143500 h 5143500"/>
              <a:gd name="connsiteX13" fmla="*/ 0 w 9144000"/>
              <a:gd name="connsiteY13" fmla="*/ 5143500 h 5143500"/>
              <a:gd name="connsiteX14" fmla="*/ 0 w 9144000"/>
              <a:gd name="connsiteY14" fmla="*/ 5035500 h 5143500"/>
              <a:gd name="connsiteX15" fmla="*/ 0 w 9144000"/>
              <a:gd name="connsiteY15" fmla="*/ 5035500 h 5143500"/>
              <a:gd name="connsiteX16" fmla="*/ 0 w 9144000"/>
              <a:gd name="connsiteY16" fmla="*/ 108000 h 5143500"/>
              <a:gd name="connsiteX17" fmla="*/ 0 w 9144000"/>
              <a:gd name="connsiteY17" fmla="*/ 0 h 5143500"/>
              <a:gd name="connsiteX18" fmla="*/ 108000 w 9144000"/>
              <a:gd name="connsiteY18" fmla="*/ 0 h 5143500"/>
              <a:gd name="connsiteX19" fmla="*/ 9036000 w 9144000"/>
              <a:gd name="connsiteY19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144000" h="5143500">
                <a:moveTo>
                  <a:pt x="108000" y="108000"/>
                </a:moveTo>
                <a:lnTo>
                  <a:pt x="108000" y="5035500"/>
                </a:lnTo>
                <a:lnTo>
                  <a:pt x="9036000" y="5035500"/>
                </a:lnTo>
                <a:lnTo>
                  <a:pt x="9036000" y="108000"/>
                </a:lnTo>
                <a:close/>
                <a:moveTo>
                  <a:pt x="9036000" y="0"/>
                </a:moveTo>
                <a:lnTo>
                  <a:pt x="9144000" y="0"/>
                </a:lnTo>
                <a:lnTo>
                  <a:pt x="9144000" y="0"/>
                </a:lnTo>
                <a:lnTo>
                  <a:pt x="9144000" y="108000"/>
                </a:lnTo>
                <a:lnTo>
                  <a:pt x="9144000" y="5035500"/>
                </a:lnTo>
                <a:lnTo>
                  <a:pt x="9144000" y="5143500"/>
                </a:lnTo>
                <a:lnTo>
                  <a:pt x="9036000" y="5143500"/>
                </a:lnTo>
                <a:lnTo>
                  <a:pt x="108000" y="5143500"/>
                </a:lnTo>
                <a:lnTo>
                  <a:pt x="0" y="5143500"/>
                </a:lnTo>
                <a:lnTo>
                  <a:pt x="0" y="5143500"/>
                </a:lnTo>
                <a:lnTo>
                  <a:pt x="0" y="5035500"/>
                </a:lnTo>
                <a:lnTo>
                  <a:pt x="0" y="5035500"/>
                </a:lnTo>
                <a:lnTo>
                  <a:pt x="0" y="108000"/>
                </a:lnTo>
                <a:lnTo>
                  <a:pt x="0" y="0"/>
                </a:lnTo>
                <a:lnTo>
                  <a:pt x="108000" y="0"/>
                </a:lnTo>
                <a:lnTo>
                  <a:pt x="90360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BE"/>
          </a:p>
        </p:txBody>
      </p:sp>
      <p:sp>
        <p:nvSpPr>
          <p:cNvPr id="23" name="Title Placeholder 22">
            <a:extLst>
              <a:ext uri="{FF2B5EF4-FFF2-40B4-BE49-F238E27FC236}">
                <a16:creationId xmlns:a16="http://schemas.microsoft.com/office/drawing/2014/main" id="{D82D657E-377C-E31C-1E57-269630D97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447" y="274638"/>
            <a:ext cx="8387728" cy="460375"/>
          </a:xfrm>
          <a:prstGeom prst="rect">
            <a:avLst/>
          </a:prstGeom>
        </p:spPr>
        <p:txBody>
          <a:bodyPr vert="horz" wrap="none" lIns="0" tIns="45720" rIns="0" bIns="45720" rtlCol="0" anchor="ctr">
            <a:normAutofit/>
          </a:bodyPr>
          <a:lstStyle/>
          <a:p>
            <a:r>
              <a:rPr lang="en-GB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82274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871" r:id="rId3"/>
    <p:sldLayoutId id="2147483872" r:id="rId4"/>
    <p:sldLayoutId id="2147483873" r:id="rId5"/>
    <p:sldLayoutId id="2147483954" r:id="rId6"/>
    <p:sldLayoutId id="2147483955" r:id="rId7"/>
    <p:sldLayoutId id="2147483886" r:id="rId8"/>
    <p:sldLayoutId id="2147483887" r:id="rId9"/>
    <p:sldLayoutId id="214748391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  <p:sldLayoutId id="2147483953" r:id="rId17"/>
    <p:sldLayoutId id="2147483956" r:id="rId18"/>
    <p:sldLayoutId id="2147483880" r:id="rId19"/>
    <p:sldLayoutId id="2147483881" r:id="rId20"/>
    <p:sldLayoutId id="2147483888" r:id="rId21"/>
    <p:sldLayoutId id="2147483947" r:id="rId22"/>
    <p:sldLayoutId id="2147483889" r:id="rId23"/>
    <p:sldLayoutId id="2147483916" r:id="rId24"/>
    <p:sldLayoutId id="2147483948" r:id="rId25"/>
    <p:sldLayoutId id="2147483931" r:id="rId26"/>
    <p:sldLayoutId id="2147483915" r:id="rId27"/>
    <p:sldLayoutId id="2147483949" r:id="rId28"/>
    <p:sldLayoutId id="2147483932" r:id="rId29"/>
    <p:sldLayoutId id="2147483917" r:id="rId30"/>
    <p:sldLayoutId id="2147483950" r:id="rId31"/>
    <p:sldLayoutId id="2147483933" r:id="rId32"/>
    <p:sldLayoutId id="2147483914" r:id="rId33"/>
    <p:sldLayoutId id="2147483951" r:id="rId34"/>
    <p:sldLayoutId id="2147483934" r:id="rId35"/>
    <p:sldLayoutId id="2147483918" r:id="rId36"/>
    <p:sldLayoutId id="2147483952" r:id="rId37"/>
    <p:sldLayoutId id="2147483935" r:id="rId38"/>
    <p:sldLayoutId id="2147483919" r:id="rId39"/>
    <p:sldLayoutId id="2147483923" r:id="rId40"/>
    <p:sldLayoutId id="2147483925" r:id="rId41"/>
    <p:sldLayoutId id="2147483924" r:id="rId42"/>
    <p:sldLayoutId id="2147483926" r:id="rId43"/>
    <p:sldLayoutId id="2147483929" r:id="rId44"/>
    <p:sldLayoutId id="2147483939" r:id="rId45"/>
    <p:sldLayoutId id="2147483909" r:id="rId46"/>
    <p:sldLayoutId id="2147483910" r:id="rId47"/>
    <p:sldLayoutId id="2147483911" r:id="rId48"/>
    <p:sldLayoutId id="2147483912" r:id="rId49"/>
    <p:sldLayoutId id="2147483890" r:id="rId50"/>
    <p:sldLayoutId id="2147483895" r:id="rId51"/>
    <p:sldLayoutId id="2147483897" r:id="rId52"/>
    <p:sldLayoutId id="2147483899" r:id="rId53"/>
    <p:sldLayoutId id="2147483901" r:id="rId54"/>
    <p:sldLayoutId id="2147483906" r:id="rId55"/>
    <p:sldLayoutId id="2147483892" r:id="rId56"/>
    <p:sldLayoutId id="2147483945" r:id="rId57"/>
    <p:sldLayoutId id="2147483946" r:id="rId58"/>
    <p:sldLayoutId id="2147483884" r:id="rId59"/>
    <p:sldLayoutId id="2147483908" r:id="rId60"/>
    <p:sldLayoutId id="2147483904" r:id="rId61"/>
    <p:sldLayoutId id="2147483905" r:id="rId62"/>
    <p:sldLayoutId id="2147483936" r:id="rId63"/>
    <p:sldLayoutId id="2147483902" r:id="rId64"/>
    <p:sldLayoutId id="2147483903" r:id="rId65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Calibri" panose="020F0502020204030204" pitchFamily="34" charset="0"/>
        </a:defRPr>
      </a:lvl1pPr>
    </p:titleStyle>
    <p:bodyStyle>
      <a:lvl1pPr marL="216000" indent="-212400" algn="l" defTabSz="914400" rtl="0" eaLnBrk="1" latinLnBrk="0" hangingPunct="1">
        <a:lnSpc>
          <a:spcPct val="120000"/>
        </a:lnSpc>
        <a:spcBef>
          <a:spcPts val="900"/>
        </a:spcBef>
        <a:buClr>
          <a:schemeClr val="bg2"/>
        </a:buClr>
        <a:buFont typeface="Arial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4800" indent="-212400" algn="l" defTabSz="914400" rtl="0" eaLnBrk="1" latinLnBrk="0" hangingPunct="1">
        <a:lnSpc>
          <a:spcPct val="120000"/>
        </a:lnSpc>
        <a:spcBef>
          <a:spcPts val="0"/>
        </a:spcBef>
        <a:buClr>
          <a:schemeClr val="accent1"/>
        </a:buClr>
        <a:buFont typeface="Arial" pitchFamily="34" charset="0"/>
        <a:buChar char="›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97200" indent="-212400" algn="l" defTabSz="914400" rtl="0" eaLnBrk="1" latinLnBrk="0" hangingPunct="1">
        <a:lnSpc>
          <a:spcPct val="120000"/>
        </a:lnSpc>
        <a:spcBef>
          <a:spcPts val="0"/>
        </a:spcBef>
        <a:buClr>
          <a:schemeClr val="accent3"/>
        </a:buClr>
        <a:buFont typeface="Calibri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93200" indent="-212400" algn="l" defTabSz="914400" rtl="0" eaLnBrk="1" latinLnBrk="0" hangingPunct="1">
        <a:lnSpc>
          <a:spcPct val="120000"/>
        </a:lnSpc>
        <a:spcBef>
          <a:spcPts val="0"/>
        </a:spcBef>
        <a:buClr>
          <a:schemeClr val="accent3"/>
        </a:buClr>
        <a:buFont typeface="Arial" pitchFamily="34" charset="0"/>
        <a:buChar char="›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782000" indent="-212400" algn="l" defTabSz="914400" rtl="0" eaLnBrk="1" latinLnBrk="0" hangingPunct="1">
        <a:lnSpc>
          <a:spcPct val="120000"/>
        </a:lnSpc>
        <a:spcBef>
          <a:spcPts val="0"/>
        </a:spcBef>
        <a:buClr>
          <a:schemeClr val="bg2"/>
        </a:buClr>
        <a:buFont typeface="Arial" pitchFamily="34" charset="0"/>
        <a:buChar char="»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>
          <p15:clr>
            <a:srgbClr val="F26B43"/>
          </p15:clr>
        </p15:guide>
        <p15:guide id="5" orient="horz" pos="2880" userDrawn="1">
          <p15:clr>
            <a:srgbClr val="F26B43"/>
          </p15:clr>
        </p15:guide>
        <p15:guide id="6" pos="237" userDrawn="1">
          <p15:clr>
            <a:srgbClr val="F26B43"/>
          </p15:clr>
        </p15:guide>
        <p15:guide id="7" pos="5522" userDrawn="1">
          <p15:clr>
            <a:srgbClr val="F26B43"/>
          </p15:clr>
        </p15:guide>
        <p15:guide id="8" orient="horz" pos="4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lvaGarciaRaro/mrp_pyomo" TargetMode="Externa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51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F1D8C65-3EA3-9B86-6A15-B8337F8460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Functional/Technical Overview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25E6C7-D881-8787-729B-A5B0FF32ED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MRP Pyomo Model</a:t>
            </a:r>
          </a:p>
        </p:txBody>
      </p:sp>
    </p:spTree>
    <p:extLst>
      <p:ext uri="{BB962C8B-B14F-4D97-AF65-F5344CB8AC3E}">
        <p14:creationId xmlns:p14="http://schemas.microsoft.com/office/powerpoint/2010/main" val="3193425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635BD5C-D37C-316B-EFB8-9DEE39ADC1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71BCF0-0067-20F2-7A25-421F9F971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990018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5D8AA-B7B8-860E-DFA5-B71BFC26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1197C-4A87-62C6-5E58-E9ECB1EB4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92400" lvl="1" indent="0">
              <a:buNone/>
            </a:pPr>
            <a:r>
              <a:rPr lang="en-US" dirty="0">
                <a:hlinkClick r:id="rId2"/>
              </a:rPr>
              <a:t>https://github.com/salvaGarciaRaro/mrp_pyomo</a:t>
            </a:r>
            <a:endParaRPr lang="en-US" dirty="0"/>
          </a:p>
          <a:p>
            <a:pPr marL="392400" lvl="1" indent="0">
              <a:buNone/>
            </a:pPr>
            <a:endParaRPr lang="en-US" dirty="0"/>
          </a:p>
          <a:p>
            <a:pPr marL="392400" lvl="1" indent="0">
              <a:buNone/>
            </a:pPr>
            <a:r>
              <a:rPr lang="en-US" dirty="0"/>
              <a:t>This project implements a multi‑product, multi‑location MRP model in </a:t>
            </a:r>
            <a:r>
              <a:rPr lang="en-US" dirty="0" err="1"/>
              <a:t>Pyomo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supports make, buy, and transfer decisions, BOM‑driven dependent demand, resource‑based capacity, lead times, and lot sizing.</a:t>
            </a:r>
            <a:br>
              <a:rPr lang="en-US" dirty="0"/>
            </a:br>
            <a:r>
              <a:rPr lang="en-US" dirty="0"/>
              <a:t>Inputs are provided in Excel, and outputs are written to Excel  </a:t>
            </a:r>
          </a:p>
          <a:p>
            <a:pPr lvl="1"/>
            <a:endParaRPr lang="en-US" dirty="0"/>
          </a:p>
          <a:p>
            <a:pPr marL="3600" indent="0">
              <a:buNone/>
            </a:pPr>
            <a:endParaRPr lang="nl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FD60B2-40F5-189C-341B-83C54DDE8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MRP Pyomo Model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A9D1BC-38CD-61EE-3CC6-80D2D1614F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0979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B956-FE9F-A436-F397-0827CBA00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799931-66C3-8DA8-C3ED-1858D1052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700" dirty="0"/>
              <a:t>Multi-product, multi-location, multilevel BOM, Routing, Resource capacity constrained, </a:t>
            </a:r>
            <a:r>
              <a:rPr lang="en-US" sz="1700" dirty="0" err="1"/>
              <a:t>lotsizes</a:t>
            </a:r>
            <a:endParaRPr lang="en-US" sz="1700" dirty="0"/>
          </a:p>
          <a:p>
            <a:r>
              <a:rPr lang="en-US" sz="1700" dirty="0"/>
              <a:t>Produce, Procure and transfer decision</a:t>
            </a:r>
          </a:p>
          <a:p>
            <a:pPr marL="3600" indent="0">
              <a:buNone/>
            </a:pPr>
            <a:endParaRPr lang="nl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5F8ED5-097A-2C66-D2C4-720B6E91D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Model Scope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1A54C5-DE93-472E-DCC8-8D1C49E40D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2356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D3A83-7BD7-C564-E163-A93D010D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0F38FB-E373-4418-4D1B-EE58E136B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0" indent="0">
              <a:buNone/>
            </a:pPr>
            <a:r>
              <a:rPr lang="en-US" b="1" dirty="0"/>
              <a:t>Current optimization order</a:t>
            </a:r>
            <a:endParaRPr lang="en-US" dirty="0"/>
          </a:p>
          <a:p>
            <a:r>
              <a:rPr lang="en-US" sz="1400" dirty="0"/>
              <a:t>Minimize total backlog</a:t>
            </a:r>
          </a:p>
          <a:p>
            <a:r>
              <a:rPr lang="en-US" sz="1400" dirty="0"/>
              <a:t>Minimize total buy</a:t>
            </a:r>
          </a:p>
          <a:p>
            <a:r>
              <a:rPr lang="en-US" sz="1400" dirty="0"/>
              <a:t>Minimize total inventory</a:t>
            </a:r>
          </a:p>
          <a:p>
            <a:r>
              <a:rPr lang="en-US" sz="1400" dirty="0"/>
              <a:t>Minimize transfer usage by lane priority</a:t>
            </a:r>
          </a:p>
          <a:p>
            <a:pPr marL="3600" indent="0">
              <a:buNone/>
            </a:pPr>
            <a:endParaRPr lang="nl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1295FC-7841-2AF8-56BF-63D24384C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Optimization Logic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A6E82D-C0AF-3D3C-33BF-EA7F18DF2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0D93B5-36B6-C502-C4D9-36C4EC1BFF16}"/>
              </a:ext>
            </a:extLst>
          </p:cNvPr>
          <p:cNvSpPr txBox="1"/>
          <p:nvPr/>
        </p:nvSpPr>
        <p:spPr>
          <a:xfrm>
            <a:off x="489397" y="3391534"/>
            <a:ext cx="83261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Backlog is always minimized first.</a:t>
            </a:r>
            <a:endParaRPr lang="en-US" i="1" dirty="0"/>
          </a:p>
          <a:p>
            <a:r>
              <a:rPr lang="en-US" b="1" i="1" dirty="0"/>
              <a:t>Buy is minimized before inventory</a:t>
            </a:r>
            <a:r>
              <a:rPr lang="en-US" i="1" dirty="0"/>
              <a:t>, so the model will use transfers (and make) to avoid buying whenever possible.</a:t>
            </a:r>
          </a:p>
          <a:p>
            <a:r>
              <a:rPr lang="en-US" b="1" i="1" dirty="0"/>
              <a:t>Transfers are only optimized by lane priority</a:t>
            </a:r>
            <a:r>
              <a:rPr lang="en-US" i="1" dirty="0"/>
              <a:t> after backlog/buy/inventory are already fixed.</a:t>
            </a:r>
          </a:p>
        </p:txBody>
      </p:sp>
    </p:spTree>
    <p:extLst>
      <p:ext uri="{BB962C8B-B14F-4D97-AF65-F5344CB8AC3E}">
        <p14:creationId xmlns:p14="http://schemas.microsoft.com/office/powerpoint/2010/main" val="1378663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6FF38-C8F5-5858-0EAB-1F04CED31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80B328-95A5-1D46-3F78-B51B19D95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739" y="1180374"/>
            <a:ext cx="3448787" cy="3793815"/>
          </a:xfrm>
        </p:spPr>
        <p:txBody>
          <a:bodyPr>
            <a:normAutofit fontScale="25000" lnSpcReduction="20000"/>
          </a:bodyPr>
          <a:lstStyle/>
          <a:p>
            <a:pPr marL="3600" indent="0">
              <a:buNone/>
            </a:pPr>
            <a:r>
              <a:rPr lang="en-US" sz="3600" b="1" dirty="0">
                <a:highlight>
                  <a:srgbClr val="FFFF00"/>
                </a:highlight>
              </a:rPr>
              <a:t>Example 1: Transfer vs Buy (no production possible)</a:t>
            </a:r>
          </a:p>
          <a:p>
            <a:r>
              <a:rPr lang="en-US" sz="3600" b="1" dirty="0"/>
              <a:t>Setup</a:t>
            </a:r>
            <a:endParaRPr lang="en-US" sz="3600" dirty="0"/>
          </a:p>
          <a:p>
            <a:r>
              <a:rPr lang="en-US" sz="3600" dirty="0"/>
              <a:t>Demand: 10 units of FG1 at L1 in P2. Production not possible (make not allowed or no capacity) .L2 has 10 units on hand. Transfer L2 → L1 allowed, lead time 0. Buying is allowed</a:t>
            </a:r>
          </a:p>
          <a:p>
            <a:r>
              <a:rPr lang="en-US" sz="3600" b="1" dirty="0"/>
              <a:t>Phase A (min backlog)</a:t>
            </a:r>
            <a:br>
              <a:rPr lang="en-US" sz="3600" dirty="0"/>
            </a:br>
            <a:r>
              <a:rPr lang="en-US" sz="3600" dirty="0"/>
              <a:t>Backlog can be 0, so model must satisfy demand in P2.</a:t>
            </a:r>
          </a:p>
          <a:p>
            <a:r>
              <a:rPr lang="en-US" sz="3600" b="1" dirty="0"/>
              <a:t>Phase B (min buy)</a:t>
            </a:r>
            <a:br>
              <a:rPr lang="en-US" sz="3600" dirty="0"/>
            </a:br>
            <a:r>
              <a:rPr lang="en-US" sz="3600" dirty="0"/>
              <a:t>Because transfer can cover demand, the model sets:</a:t>
            </a:r>
          </a:p>
          <a:p>
            <a:r>
              <a:rPr lang="en-US" sz="3600" b="1" dirty="0"/>
              <a:t>Buy = 0</a:t>
            </a:r>
            <a:endParaRPr lang="en-US" sz="3600" dirty="0"/>
          </a:p>
          <a:p>
            <a:r>
              <a:rPr lang="en-US" sz="3600" b="1" dirty="0"/>
              <a:t>Transfer = 10</a:t>
            </a:r>
            <a:endParaRPr lang="en-US" sz="3600" dirty="0"/>
          </a:p>
          <a:p>
            <a:r>
              <a:rPr lang="en-US" sz="3600" b="1" dirty="0"/>
              <a:t>Phase C (min inventory)</a:t>
            </a:r>
            <a:br>
              <a:rPr lang="en-US" sz="3600" dirty="0"/>
            </a:br>
            <a:r>
              <a:rPr lang="en-US" sz="3600" dirty="0"/>
              <a:t>Given buy = 0, the model minimizes inventory. It will still keep transfer at 10 to meet demand (backlog constraint).</a:t>
            </a:r>
            <a:br>
              <a:rPr lang="en-US" sz="3600" dirty="0"/>
            </a:br>
            <a:r>
              <a:rPr lang="en-US" sz="3600" dirty="0"/>
              <a:t>So result: </a:t>
            </a:r>
            <a:r>
              <a:rPr lang="en-US" sz="3600" b="1" dirty="0"/>
              <a:t>transfer used, buy avoided</a:t>
            </a:r>
            <a:r>
              <a:rPr lang="en-US" sz="3600" dirty="0"/>
              <a:t>.</a:t>
            </a:r>
          </a:p>
          <a:p>
            <a:r>
              <a:rPr lang="en-US" sz="3600" b="1" dirty="0"/>
              <a:t>Phase D (min lane priority)</a:t>
            </a:r>
            <a:br>
              <a:rPr lang="en-US" sz="3600" dirty="0"/>
            </a:br>
            <a:r>
              <a:rPr lang="en-US" sz="3600" dirty="0"/>
              <a:t>If multiple transfer lanes exist, it picks the lane with lowest priority value.</a:t>
            </a:r>
          </a:p>
          <a:p>
            <a:r>
              <a:rPr lang="en-US" sz="3600" dirty="0"/>
              <a:t>✅ Result: </a:t>
            </a:r>
            <a:r>
              <a:rPr lang="en-US" sz="3600" b="1" dirty="0"/>
              <a:t>transfer is preferred over buy</a:t>
            </a:r>
            <a:r>
              <a:rPr lang="en-US" sz="3600" dirty="0"/>
              <a:t>.</a:t>
            </a:r>
          </a:p>
          <a:p>
            <a:pPr marL="3600" indent="0">
              <a:buNone/>
            </a:pPr>
            <a:endParaRPr lang="nl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62204E1-4056-2BA9-24B4-0AF2592A4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Optimization Logic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243F03-2377-6F41-DFAD-F7241F298A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7E34F233-2C34-8C46-60F3-17816CBAC724}"/>
              </a:ext>
            </a:extLst>
          </p:cNvPr>
          <p:cNvSpPr txBox="1">
            <a:spLocks/>
          </p:cNvSpPr>
          <p:nvPr/>
        </p:nvSpPr>
        <p:spPr>
          <a:xfrm>
            <a:off x="4570238" y="1180375"/>
            <a:ext cx="3448787" cy="379381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16000" indent="-212400" algn="l" defTabSz="914400" rtl="0" eaLnBrk="1" latinLnBrk="0" hangingPunct="1">
              <a:lnSpc>
                <a:spcPct val="120000"/>
              </a:lnSpc>
              <a:spcBef>
                <a:spcPts val="900"/>
              </a:spcBef>
              <a:buClr>
                <a:schemeClr val="bg2"/>
              </a:buClr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48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Char char="›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72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3"/>
              </a:buClr>
              <a:buFont typeface="Calibri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32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3"/>
              </a:buClr>
              <a:buFont typeface="Arial" pitchFamily="34" charset="0"/>
              <a:buChar char="›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20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bg2"/>
              </a:buClr>
              <a:buFont typeface="Arial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" indent="0">
              <a:buNone/>
            </a:pPr>
            <a:r>
              <a:rPr lang="en-US" sz="900" b="1" dirty="0">
                <a:highlight>
                  <a:srgbClr val="FFFF00"/>
                </a:highlight>
              </a:rPr>
              <a:t>Example 2: Transfer insufficient → buy fills the gap</a:t>
            </a:r>
          </a:p>
          <a:p>
            <a:r>
              <a:rPr lang="en-US" sz="900" b="1" dirty="0"/>
              <a:t>Setup</a:t>
            </a:r>
            <a:endParaRPr lang="en-US" sz="900" dirty="0"/>
          </a:p>
          <a:p>
            <a:r>
              <a:rPr lang="en-US" sz="900" dirty="0"/>
              <a:t>Demand: 10 at L1. Transfer capacity from L2 is only 6. Buy is allowed</a:t>
            </a:r>
          </a:p>
          <a:p>
            <a:r>
              <a:rPr lang="en-US" sz="900" b="1" dirty="0"/>
              <a:t>Phase A:</a:t>
            </a:r>
            <a:r>
              <a:rPr lang="en-US" sz="900" dirty="0"/>
              <a:t> backlog must be 0</a:t>
            </a:r>
            <a:br>
              <a:rPr lang="en-US" sz="900" dirty="0"/>
            </a:br>
            <a:r>
              <a:rPr lang="en-US" sz="900" b="1" dirty="0"/>
              <a:t>Phase B:</a:t>
            </a:r>
            <a:r>
              <a:rPr lang="en-US" sz="900" dirty="0"/>
              <a:t> minimize buy, so:</a:t>
            </a:r>
          </a:p>
          <a:p>
            <a:r>
              <a:rPr lang="en-US" sz="900" dirty="0"/>
              <a:t>Transfer = 6</a:t>
            </a:r>
          </a:p>
          <a:p>
            <a:r>
              <a:rPr lang="en-US" sz="900" dirty="0"/>
              <a:t>Buy = 4</a:t>
            </a:r>
          </a:p>
          <a:p>
            <a:r>
              <a:rPr lang="en-US" sz="900" dirty="0"/>
              <a:t>✅ Result: </a:t>
            </a:r>
            <a:r>
              <a:rPr lang="en-US" sz="900" b="1" dirty="0"/>
              <a:t>buy only covers what transfer can’t</a:t>
            </a:r>
            <a:r>
              <a:rPr lang="en-US" sz="900" dirty="0"/>
              <a:t>.</a:t>
            </a:r>
          </a:p>
          <a:p>
            <a:endParaRPr lang="en-US" sz="900" dirty="0"/>
          </a:p>
          <a:p>
            <a:pPr marL="3600" indent="0">
              <a:buNone/>
            </a:pPr>
            <a:r>
              <a:rPr lang="en-US" sz="900" b="1" dirty="0">
                <a:highlight>
                  <a:srgbClr val="FFFF00"/>
                </a:highlight>
              </a:rPr>
              <a:t>Example 3: Make possible → does it prefer make?</a:t>
            </a:r>
          </a:p>
          <a:p>
            <a:r>
              <a:rPr lang="en-US" sz="900" dirty="0"/>
              <a:t>There’s </a:t>
            </a:r>
            <a:r>
              <a:rPr lang="en-US" sz="900" b="1" dirty="0"/>
              <a:t>no explicit “minimize make” or “maximize make”</a:t>
            </a:r>
            <a:r>
              <a:rPr lang="en-US" sz="900" dirty="0"/>
              <a:t> objective.</a:t>
            </a:r>
            <a:br>
              <a:rPr lang="en-US" sz="900" dirty="0"/>
            </a:br>
            <a:r>
              <a:rPr lang="en-US" sz="900" dirty="0"/>
              <a:t>Make is used if it helps satisfy demand with lower buy (phase B) and lower inventory (phase C).</a:t>
            </a:r>
            <a:br>
              <a:rPr lang="en-US" sz="900" dirty="0"/>
            </a:br>
            <a:r>
              <a:rPr lang="en-US" sz="900" dirty="0"/>
              <a:t>So if production can meet demand without increasing buy, it will be used.</a:t>
            </a:r>
          </a:p>
          <a:p>
            <a:endParaRPr lang="en-US" sz="900" dirty="0"/>
          </a:p>
          <a:p>
            <a:pPr marL="3600" indent="0">
              <a:buFont typeface="Arial" pitchFamily="34" charset="0"/>
              <a:buNone/>
            </a:pP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68968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E0ADFC-58A6-B41E-E1D1-65F83F23C956}"/>
              </a:ext>
            </a:extLst>
          </p:cNvPr>
          <p:cNvSpPr txBox="1">
            <a:spLocks/>
          </p:cNvSpPr>
          <p:nvPr/>
        </p:nvSpPr>
        <p:spPr>
          <a:xfrm>
            <a:off x="376238" y="1209627"/>
            <a:ext cx="8389937" cy="3213873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216000" indent="-212400" algn="l" defTabSz="914400" rtl="0" eaLnBrk="1" latinLnBrk="0" hangingPunct="1">
              <a:lnSpc>
                <a:spcPct val="120000"/>
              </a:lnSpc>
              <a:spcBef>
                <a:spcPts val="900"/>
              </a:spcBef>
              <a:buClr>
                <a:schemeClr val="bg2"/>
              </a:buClr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48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Char char="›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72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3"/>
              </a:buClr>
              <a:buFont typeface="Calibri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32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3"/>
              </a:buClr>
              <a:buFont typeface="Arial" pitchFamily="34" charset="0"/>
              <a:buChar char="›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20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bg2"/>
              </a:buClr>
              <a:buFont typeface="Arial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/>
              <a:t>Time Periods -&gt; buckets (undefined)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/>
              <a:t>Products -&gt; Scope 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/>
              <a:t>Locations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/>
              <a:t>Proc Type -&gt; “P” = production, “F” = external purchase, “X” = both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 err="1"/>
              <a:t>Purchasing_Capacity</a:t>
            </a:r>
            <a:r>
              <a:rPr lang="en-US" sz="1000" dirty="0"/>
              <a:t> -&gt; Can establish a limit of how much can be purchased by product / location / period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/>
              <a:t>Resources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 err="1"/>
              <a:t>Resource_Capacity</a:t>
            </a:r>
            <a:endParaRPr lang="en-US" sz="1000" dirty="0"/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/>
              <a:t>BOM -&gt; multilevel allowed. Includes ratio, lead time, minimum </a:t>
            </a:r>
            <a:r>
              <a:rPr lang="en-US" sz="1000" dirty="0" err="1"/>
              <a:t>lotsize</a:t>
            </a:r>
            <a:r>
              <a:rPr lang="en-US" sz="1000" dirty="0"/>
              <a:t>, </a:t>
            </a:r>
            <a:r>
              <a:rPr lang="en-US" sz="1000" dirty="0" err="1"/>
              <a:t>lotsize</a:t>
            </a:r>
            <a:r>
              <a:rPr lang="en-US" sz="1000" dirty="0"/>
              <a:t> rounding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/>
              <a:t>Routing -&gt; Reflects product / location / resource consumption 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/>
              <a:t>Purchasing -&gt; Contains </a:t>
            </a:r>
            <a:r>
              <a:rPr lang="en-US" sz="1000" dirty="0" err="1"/>
              <a:t>leadtime</a:t>
            </a:r>
            <a:r>
              <a:rPr lang="en-US" sz="1000" dirty="0"/>
              <a:t>, min </a:t>
            </a:r>
            <a:r>
              <a:rPr lang="en-US" sz="1000" dirty="0" err="1"/>
              <a:t>lotsize</a:t>
            </a:r>
            <a:r>
              <a:rPr lang="en-US" sz="1000" dirty="0"/>
              <a:t> and rounding for external purchasing 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/>
              <a:t>Transportation Lanes -&gt; defines what product can move from one location to another. Also contains lot size info and priorities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/>
              <a:t>Transportation Capacity 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 err="1"/>
              <a:t>Initital</a:t>
            </a:r>
            <a:r>
              <a:rPr lang="en-US" sz="1000" dirty="0"/>
              <a:t> Inventory -&gt; starting stock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r>
              <a:rPr lang="en-US" sz="1000" dirty="0"/>
              <a:t>Independent Demand </a:t>
            </a:r>
          </a:p>
          <a:p>
            <a:pPr marL="3600" indent="0">
              <a:lnSpc>
                <a:spcPct val="100000"/>
              </a:lnSpc>
              <a:buFont typeface="Arial" pitchFamily="34" charset="0"/>
              <a:buNone/>
            </a:pPr>
            <a:endParaRPr lang="en-US" sz="1000" dirty="0"/>
          </a:p>
          <a:p>
            <a:pPr marL="3600" indent="0">
              <a:buFont typeface="Arial" pitchFamily="34" charset="0"/>
              <a:buNone/>
            </a:pPr>
            <a:endParaRPr lang="nl-B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2266A9-86BA-698B-603B-9F5F9319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7EF48-CCEB-DDFE-E435-0FDFEC8D32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0E83060-A633-ADDC-2B7B-5C49FB3D5FF8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0573225"/>
              </p:ext>
            </p:extLst>
          </p:nvPr>
        </p:nvGraphicFramePr>
        <p:xfrm>
          <a:off x="8106457" y="82386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00" imgH="771525" progId="Excel.Sheet.12">
                  <p:embed/>
                </p:oleObj>
              </mc:Choice>
              <mc:Fallback>
                <p:oleObj name="Worksheet" showAsIcon="1" r:id="rId2" imgW="914400" imgH="771525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C0E83060-A633-ADDC-2B7B-5C49FB3D5F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106457" y="82386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5274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2907-85AD-77A2-F1FE-A23C1C025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B283AA-E125-AE6B-08A8-15B24A876B00}"/>
              </a:ext>
            </a:extLst>
          </p:cNvPr>
          <p:cNvSpPr txBox="1">
            <a:spLocks/>
          </p:cNvSpPr>
          <p:nvPr/>
        </p:nvSpPr>
        <p:spPr>
          <a:xfrm>
            <a:off x="376238" y="1209627"/>
            <a:ext cx="8389937" cy="32138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16000" indent="-212400" algn="l" defTabSz="914400" rtl="0" eaLnBrk="1" latinLnBrk="0" hangingPunct="1">
              <a:lnSpc>
                <a:spcPct val="120000"/>
              </a:lnSpc>
              <a:spcBef>
                <a:spcPts val="900"/>
              </a:spcBef>
              <a:buClr>
                <a:schemeClr val="bg2"/>
              </a:buClr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48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Char char="›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72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3"/>
              </a:buClr>
              <a:buFont typeface="Calibri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32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3"/>
              </a:buClr>
              <a:buFont typeface="Arial" pitchFamily="34" charset="0"/>
              <a:buChar char="›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20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bg2"/>
              </a:buClr>
              <a:buFont typeface="Arial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" indent="0">
              <a:buFont typeface="Arial" pitchFamily="34" charset="0"/>
              <a:buNone/>
            </a:pPr>
            <a:endParaRPr lang="nl-B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227C5F-1788-BA6A-D591-A75C3502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09AFE-32DA-1A8F-1600-04FE94626B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2333B3C-1F86-C4EA-6715-32996E6C8615}"/>
              </a:ext>
            </a:extLst>
          </p:cNvPr>
          <p:cNvSpPr txBox="1">
            <a:spLocks/>
          </p:cNvSpPr>
          <p:nvPr/>
        </p:nvSpPr>
        <p:spPr>
          <a:xfrm>
            <a:off x="4570239" y="1858888"/>
            <a:ext cx="3813908" cy="26750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16000" indent="-212400" algn="l" defTabSz="914400" rtl="0" eaLnBrk="1" latinLnBrk="0" hangingPunct="1">
              <a:lnSpc>
                <a:spcPct val="120000"/>
              </a:lnSpc>
              <a:spcBef>
                <a:spcPts val="900"/>
              </a:spcBef>
              <a:buClr>
                <a:schemeClr val="bg2"/>
              </a:buClr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48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Char char="›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72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3"/>
              </a:buClr>
              <a:buFont typeface="Calibri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32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3"/>
              </a:buClr>
              <a:buFont typeface="Arial" pitchFamily="34" charset="0"/>
              <a:buChar char="›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20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bg2"/>
              </a:buClr>
              <a:buFont typeface="Arial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Total Demand = independent demand + dep demand + distribution req.</a:t>
            </a:r>
          </a:p>
          <a:p>
            <a:r>
              <a:rPr lang="en-US" dirty="0"/>
              <a:t>Total Receipts = production receipts + procurement receipts + distribution rec.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D83C93-B1A1-73D0-7342-C18B71307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26" y="1858888"/>
            <a:ext cx="4050487" cy="142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75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193C2-44F6-E7E9-FF38-AA51D7AC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211EEB-0D7B-0C2F-61BC-A36D4FCAF282}"/>
              </a:ext>
            </a:extLst>
          </p:cNvPr>
          <p:cNvSpPr txBox="1">
            <a:spLocks/>
          </p:cNvSpPr>
          <p:nvPr/>
        </p:nvSpPr>
        <p:spPr>
          <a:xfrm>
            <a:off x="376238" y="1209627"/>
            <a:ext cx="8389937" cy="32138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16000" indent="-212400" algn="l" defTabSz="914400" rtl="0" eaLnBrk="1" latinLnBrk="0" hangingPunct="1">
              <a:lnSpc>
                <a:spcPct val="120000"/>
              </a:lnSpc>
              <a:spcBef>
                <a:spcPts val="900"/>
              </a:spcBef>
              <a:buClr>
                <a:schemeClr val="bg2"/>
              </a:buClr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48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1"/>
              </a:buClr>
              <a:buFont typeface="Arial" pitchFamily="34" charset="0"/>
              <a:buChar char="›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72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3"/>
              </a:buClr>
              <a:buFont typeface="Calibri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32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accent3"/>
              </a:buClr>
              <a:buFont typeface="Arial" pitchFamily="34" charset="0"/>
              <a:buChar char="›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2000" indent="-2124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bg2"/>
              </a:buClr>
              <a:buFont typeface="Arial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" indent="0">
              <a:buFont typeface="Arial" pitchFamily="34" charset="0"/>
              <a:buNone/>
            </a:pPr>
            <a:endParaRPr lang="nl-B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10EC85-1E90-B454-944C-75702820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3536B-9B23-7646-FD20-0D337FA9B8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B432D-272B-298F-9DE4-5996839E5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78" y="1209627"/>
            <a:ext cx="2929862" cy="111838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40E091-AF30-D188-8521-5020AFA96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572" y="1209627"/>
            <a:ext cx="4666949" cy="3315917"/>
          </a:xfrm>
        </p:spPr>
        <p:txBody>
          <a:bodyPr/>
          <a:lstStyle/>
          <a:p>
            <a:r>
              <a:rPr lang="en-US" dirty="0"/>
              <a:t>Resource consumption aggregated by resource / location period and with the consumption detail by product.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D50605-B2CD-2F48-9A9F-7FAA7FB67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78" y="2571750"/>
            <a:ext cx="2931533" cy="2209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426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D404C-E0F4-FE17-20F4-C3848A6EB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8F2261E-D031-9ECF-5AAE-966ACA77E3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639E09-A95E-E17C-6470-E9E1CFD3D2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235842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498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9079469"/>
      </p:ext>
    </p:extLst>
  </p:cSld>
  <p:clrMapOvr>
    <a:masterClrMapping/>
  </p:clrMapOvr>
</p:sld>
</file>

<file path=ppt/theme/theme1.xml><?xml version="1.0" encoding="utf-8"?>
<a:theme xmlns:a="http://schemas.openxmlformats.org/drawingml/2006/main" name="Flexso">
  <a:themeElements>
    <a:clrScheme name="Flexso 2025">
      <a:dk1>
        <a:srgbClr val="413D3A"/>
      </a:dk1>
      <a:lt1>
        <a:srgbClr val="FFFFFF"/>
      </a:lt1>
      <a:dk2>
        <a:srgbClr val="968E87"/>
      </a:dk2>
      <a:lt2>
        <a:srgbClr val="00B2DD"/>
      </a:lt2>
      <a:accent1>
        <a:srgbClr val="00B2DD"/>
      </a:accent1>
      <a:accent2>
        <a:srgbClr val="A8141B"/>
      </a:accent2>
      <a:accent3>
        <a:srgbClr val="007287"/>
      </a:accent3>
      <a:accent4>
        <a:srgbClr val="F8763D"/>
      </a:accent4>
      <a:accent5>
        <a:srgbClr val="EFAF39"/>
      </a:accent5>
      <a:accent6>
        <a:srgbClr val="0DBFA3"/>
      </a:accent6>
      <a:hlink>
        <a:srgbClr val="007186"/>
      </a:hlink>
      <a:folHlink>
        <a:srgbClr val="00718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2" id="{6C70052B-B9DF-4528-9B28-CD7524B1B819}" vid="{6B50922F-958C-4945-B48A-D306AD22FF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3df6006-b483-4b55-a9d1-7b95371d1ff4">
      <Value>12</Value>
      <Value>3210</Value>
      <Value>30</Value>
    </TaxCatchAll>
    <SharedWithUsers xmlns="50b9bf65-a1ce-4a84-88fe-7cb1aaf5a656">
      <UserInfo>
        <DisplayName/>
        <AccountId xsi:nil="true"/>
        <AccountType/>
      </UserInfo>
    </SharedWithUsers>
    <lcf76f155ced4ddcb4097134ff3c332f xmlns="733b0757-58ed-4a82-a8e1-9b8730918d99">
      <Terms xmlns="http://schemas.microsoft.com/office/infopath/2007/PartnerControls"/>
    </lcf76f155ced4ddcb4097134ff3c332f>
    <Comment xmlns="733b0757-58ed-4a82-a8e1-9b8730918d99" xsi:nil="true"/>
    <k737d1d149a242eb87a23e6c71c5b678 xmlns="733b0757-58ed-4a82-a8e1-9b8730918d9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AB Inbev</TermName>
          <TermId xmlns="http://schemas.microsoft.com/office/infopath/2007/PartnerControls">76363194-96ea-4b0e-8e05-aefed6737723</TermId>
        </TermInfo>
      </Terms>
    </k737d1d149a242eb87a23e6c71c5b678>
    <e47a4cb557af45f98ef3c3d0a71ad5a1 xmlns="733b0757-58ed-4a82-a8e1-9b8730918d99">
      <Terms xmlns="http://schemas.microsoft.com/office/infopath/2007/PartnerControls">
        <TermInfo xmlns="http://schemas.microsoft.com/office/infopath/2007/PartnerControls">
          <TermName xmlns="http://schemas.microsoft.com/office/infopath/2007/PartnerControls">ERP</TermName>
          <TermId xmlns="http://schemas.microsoft.com/office/infopath/2007/PartnerControls">07a33851-e439-49fc-9a16-f0f20910e4bb</TermId>
        </TermInfo>
      </Terms>
    </e47a4cb557af45f98ef3c3d0a71ad5a1>
    <p4d2735ba5f44d45baadc2bcf8ea4ad1 xmlns="c3df6006-b483-4b55-a9d1-7b95371d1ff4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Integration</TermName>
          <TermId xmlns="http://schemas.microsoft.com/office/infopath/2007/PartnerControls">8b3a1191-a94d-4895-982a-8d2f648f1f25</TermId>
        </TermInfo>
      </Terms>
    </p4d2735ba5f44d45baadc2bcf8ea4ad1>
    <Year xmlns="733b0757-58ed-4a82-a8e1-9b8730918d99">2026</Year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24BE124CBB0458951211F6538E797" ma:contentTypeVersion="29" ma:contentTypeDescription="Create a new document." ma:contentTypeScope="" ma:versionID="9123df966c558fe8e60193414240d890">
  <xsd:schema xmlns:xsd="http://www.w3.org/2001/XMLSchema" xmlns:xs="http://www.w3.org/2001/XMLSchema" xmlns:p="http://schemas.microsoft.com/office/2006/metadata/properties" xmlns:ns2="733b0757-58ed-4a82-a8e1-9b8730918d99" xmlns:ns3="c3df6006-b483-4b55-a9d1-7b95371d1ff4" xmlns:ns4="50b9bf65-a1ce-4a84-88fe-7cb1aaf5a656" targetNamespace="http://schemas.microsoft.com/office/2006/metadata/properties" ma:root="true" ma:fieldsID="322ba708cba079a7c8ad389017de0dc1" ns2:_="" ns3:_="" ns4:_="">
    <xsd:import namespace="733b0757-58ed-4a82-a8e1-9b8730918d99"/>
    <xsd:import namespace="c3df6006-b483-4b55-a9d1-7b95371d1ff4"/>
    <xsd:import namespace="50b9bf65-a1ce-4a84-88fe-7cb1aaf5a6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e47a4cb557af45f98ef3c3d0a71ad5a1" minOccurs="0"/>
                <xsd:element ref="ns2:MediaServiceDateTaken" minOccurs="0"/>
                <xsd:element ref="ns2:MediaServiceAutoTags" minOccurs="0"/>
                <xsd:element ref="ns3:p4d2735ba5f44d45baadc2bcf8ea4ad1" minOccurs="0"/>
                <xsd:element ref="ns3:TaxCatchAll" minOccurs="0"/>
                <xsd:element ref="ns3:TaxCatchAllLabel" minOccurs="0"/>
                <xsd:element ref="ns2:MediaServiceLocation" minOccurs="0"/>
                <xsd:element ref="ns2:k737d1d149a242eb87a23e6c71c5b678" minOccurs="0"/>
                <xsd:element ref="ns2:Year" minOccurs="0"/>
                <xsd:element ref="ns4:SharedWithUsers" minOccurs="0"/>
                <xsd:element ref="ns4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Com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b0757-58ed-4a82-a8e1-9b8730918d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e47a4cb557af45f98ef3c3d0a71ad5a1" ma:index="11" nillable="true" ma:taxonomy="true" ma:internalName="e47a4cb557af45f98ef3c3d0a71ad5a1" ma:taxonomyFieldName="Domain" ma:displayName="Domain" ma:indexed="true" ma:default="30;#ERP|07a33851-e439-49fc-9a16-f0f20910e4bb" ma:fieldId="{e47a4cb5-57af-45f9-8ef3-c3d0a71ad5a1}" ma:sspId="d2998bec-b809-4b7b-a52a-864659d8be85" ma:termSetId="98e3ff92-b94e-4354-a985-62001040a40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8" nillable="true" ma:displayName="MediaServiceLocation" ma:description="" ma:internalName="MediaServiceLocation" ma:readOnly="true">
      <xsd:simpleType>
        <xsd:restriction base="dms:Text"/>
      </xsd:simpleType>
    </xsd:element>
    <xsd:element name="k737d1d149a242eb87a23e6c71c5b678" ma:index="20" nillable="true" ma:taxonomy="true" ma:internalName="k737d1d149a242eb87a23e6c71c5b678" ma:taxonomyFieldName="Customer" ma:displayName="Customer" ma:indexed="true" ma:default="" ma:fieldId="{4737d1d1-49a2-42eb-87a2-3e6c71c5b678}" ma:sspId="d2998bec-b809-4b7b-a52a-864659d8be85" ma:termSetId="c818a812-45db-439b-9249-d8509a37769a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Year" ma:index="21" nillable="true" ma:displayName="Year" ma:indexed="true" ma:internalName="Year">
      <xsd:simpleType>
        <xsd:restriction base="dms:Text">
          <xsd:maxLength value="4"/>
        </xsd:restriction>
      </xsd:simpleType>
    </xsd:element>
    <xsd:element name="MediaServiceOCR" ma:index="2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31" nillable="true" ma:taxonomy="true" ma:internalName="lcf76f155ced4ddcb4097134ff3c332f" ma:taxonomyFieldName="MediaServiceImageTags" ma:displayName="Image Tags" ma:readOnly="false" ma:fieldId="{5cf76f15-5ced-4ddc-b409-7134ff3c332f}" ma:taxonomyMulti="true" ma:sspId="d2998bec-b809-4b7b-a52a-864659d8be8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4" nillable="true" ma:displayName="MediaServiceBillingMetadata" ma:hidden="true" ma:internalName="MediaServiceBillingMetadata" ma:readOnly="true">
      <xsd:simpleType>
        <xsd:restriction base="dms:Note"/>
      </xsd:simpleType>
    </xsd:element>
    <xsd:element name="Comment" ma:index="35" nillable="true" ma:displayName="Comment" ma:format="Dropdown" ma:internalName="Commen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df6006-b483-4b55-a9d1-7b95371d1ff4" elementFormDefault="qualified">
    <xsd:import namespace="http://schemas.microsoft.com/office/2006/documentManagement/types"/>
    <xsd:import namespace="http://schemas.microsoft.com/office/infopath/2007/PartnerControls"/>
    <xsd:element name="p4d2735ba5f44d45baadc2bcf8ea4ad1" ma:index="14" nillable="true" ma:taxonomy="true" ma:internalName="p4d2735ba5f44d45baadc2bcf8ea4ad1" ma:taxonomyFieldName="Solution_x0020_Area" ma:displayName="Solution Area" ma:indexed="true" ma:default="" ma:fieldId="{94d2735b-a5f4-4d45-baad-c2bcf8ea4ad1}" ma:sspId="d2998bec-b809-4b7b-a52a-864659d8be85" ma:termSetId="d7a30e6e-aca7-4cd6-aba2-c481a26ac500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axCatchAll" ma:index="15" nillable="true" ma:displayName="Taxonomy Catch All Column" ma:description="" ma:hidden="true" ma:list="{083cbc9e-1886-4df3-8073-256852a9424f}" ma:internalName="TaxCatchAll" ma:showField="CatchAllData" ma:web="c3df6006-b483-4b55-a9d1-7b95371d1f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6" nillable="true" ma:displayName="Taxonomy Catch All Column1" ma:description="" ma:hidden="true" ma:list="{083cbc9e-1886-4df3-8073-256852a9424f}" ma:internalName="TaxCatchAllLabel" ma:readOnly="true" ma:showField="CatchAllDataLabel" ma:web="c3df6006-b483-4b55-a9d1-7b95371d1f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9bf65-a1ce-4a84-88fe-7cb1aaf5a656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8F527A-5619-4145-85C6-E903C1F02F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2B31D-648C-46FE-A3C0-F3E64FBA3E82}">
  <ds:schemaRefs>
    <ds:schemaRef ds:uri="50b9bf65-a1ce-4a84-88fe-7cb1aaf5a656"/>
    <ds:schemaRef ds:uri="733b0757-58ed-4a82-a8e1-9b8730918d99"/>
    <ds:schemaRef ds:uri="c3df6006-b483-4b55-a9d1-7b95371d1f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E0F690F-F23F-427C-95C8-CC8F3F87EBD4}">
  <ds:schemaRefs>
    <ds:schemaRef ds:uri="50b9bf65-a1ce-4a84-88fe-7cb1aaf5a656"/>
    <ds:schemaRef ds:uri="733b0757-58ed-4a82-a8e1-9b8730918d99"/>
    <ds:schemaRef ds:uri="c3df6006-b483-4b55-a9d1-7b95371d1f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9c3d703-3579-47bf-a888-7c913fbdced9}" enabled="0" method="" siteId="{49c3d703-3579-47bf-a888-7c913fbdced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Flexso powerpoint template_2026</Template>
  <TotalTime>0</TotalTime>
  <Words>631</Words>
  <Application>Microsoft Office PowerPoint</Application>
  <PresentationFormat>On-screen Show (16:9)</PresentationFormat>
  <Paragraphs>61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Montserrat Light</vt:lpstr>
      <vt:lpstr>Open Sans ExtraBold</vt:lpstr>
      <vt:lpstr>Open Sans Light</vt:lpstr>
      <vt:lpstr>Overpass Black</vt:lpstr>
      <vt:lpstr>Overpass Medium</vt:lpstr>
      <vt:lpstr>Flexso</vt:lpstr>
      <vt:lpstr>Microsoft Excel Worksheet</vt:lpstr>
      <vt:lpstr>PowerPoint Presentation</vt:lpstr>
      <vt:lpstr>MRP Pyomo Model</vt:lpstr>
      <vt:lpstr>Contents</vt:lpstr>
      <vt:lpstr>MRP Pyomo Model</vt:lpstr>
      <vt:lpstr>Model Scope</vt:lpstr>
      <vt:lpstr>Optimization Logic</vt:lpstr>
      <vt:lpstr>Optimization Logic</vt:lpstr>
      <vt:lpstr>Input</vt:lpstr>
      <vt:lpstr>Output</vt:lpstr>
      <vt:lpstr>Output</vt:lpstr>
      <vt:lpstr>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De Vriendt</dc:creator>
  <cp:lastModifiedBy>Salvador Garcia</cp:lastModifiedBy>
  <cp:revision>4</cp:revision>
  <cp:lastPrinted>2023-07-13T07:58:22Z</cp:lastPrinted>
  <dcterms:created xsi:type="dcterms:W3CDTF">2026-01-02T12:32:11Z</dcterms:created>
  <dcterms:modified xsi:type="dcterms:W3CDTF">2026-02-07T01:20:08Z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0x01010093724BE124CBB0458951211F6538E797</vt:lpwstr>
  </property>
  <property fmtid="{D5CDD505-2E9C-101B-9397-08002B2CF9AE}" pid="3" name="Document Type">
    <vt:lpwstr>73;#Howto|f7e2bcf6-b058-47a8-8202-b3fb7c7c7854</vt:lpwstr>
  </property>
  <property fmtid="{D5CDD505-2E9C-101B-9397-08002B2CF9AE}" pid="4" name="Document Type0">
    <vt:lpwstr>62;#Template|9a0265b3-ea85-415f-9da4-b21e9ed3477f</vt:lpwstr>
  </property>
  <property fmtid="{D5CDD505-2E9C-101B-9397-08002B2CF9AE}" pid="5" name="Subcategory">
    <vt:lpwstr>175</vt:lpwstr>
  </property>
  <property fmtid="{D5CDD505-2E9C-101B-9397-08002B2CF9AE}" pid="6" name="Category">
    <vt:lpwstr>142</vt:lpwstr>
  </property>
  <property fmtid="{D5CDD505-2E9C-101B-9397-08002B2CF9AE}" pid="7" name="MediaServiceImageTags">
    <vt:lpwstr/>
  </property>
  <property fmtid="{D5CDD505-2E9C-101B-9397-08002B2CF9AE}" pid="8" name="_docset_NoMedatataSyncRequired">
    <vt:lpwstr>False</vt:lpwstr>
  </property>
  <property fmtid="{D5CDD505-2E9C-101B-9397-08002B2CF9AE}" pid="9" name="Document_x0020_Type0">
    <vt:lpwstr>62;#Template|9a0265b3-ea85-415f-9da4-b21e9ed3477f</vt:lpwstr>
  </property>
  <property fmtid="{D5CDD505-2E9C-101B-9397-08002B2CF9AE}" pid="10" name="Document_x0020_Type">
    <vt:lpwstr>73;#Howto|f7e2bcf6-b058-47a8-8202-b3fb7c7c7854</vt:lpwstr>
  </property>
  <property fmtid="{D5CDD505-2E9C-101B-9397-08002B2CF9AE}" pid="11" name="Domain">
    <vt:lpwstr>30</vt:lpwstr>
  </property>
  <property fmtid="{D5CDD505-2E9C-101B-9397-08002B2CF9AE}" pid="12" name="Solution_x0020_Area">
    <vt:lpwstr>12;#Integration|8b3a1191-a94d-4895-982a-8d2f648f1f25</vt:lpwstr>
  </property>
  <property fmtid="{D5CDD505-2E9C-101B-9397-08002B2CF9AE}" pid="13" name="Solution Area">
    <vt:lpwstr>12</vt:lpwstr>
  </property>
  <property fmtid="{D5CDD505-2E9C-101B-9397-08002B2CF9AE}" pid="14" name="Customer">
    <vt:lpwstr>3210</vt:lpwstr>
  </property>
  <property fmtid="{D5CDD505-2E9C-101B-9397-08002B2CF9AE}" pid="15" name="MSIP_Label_68104b14-b53d-46de-9ae8-975cc0e84815_Enabled">
    <vt:lpwstr>true</vt:lpwstr>
  </property>
  <property fmtid="{D5CDD505-2E9C-101B-9397-08002B2CF9AE}" pid="16" name="MSIP_Label_68104b14-b53d-46de-9ae8-975cc0e84815_SetDate">
    <vt:lpwstr>2026-01-26T09:29:09Z</vt:lpwstr>
  </property>
  <property fmtid="{D5CDD505-2E9C-101B-9397-08002B2CF9AE}" pid="17" name="MSIP_Label_68104b14-b53d-46de-9ae8-975cc0e84815_Method">
    <vt:lpwstr>Standard</vt:lpwstr>
  </property>
  <property fmtid="{D5CDD505-2E9C-101B-9397-08002B2CF9AE}" pid="18" name="MSIP_Label_68104b14-b53d-46de-9ae8-975cc0e84815_Name">
    <vt:lpwstr>ABI_MIP_InternalUseOnly</vt:lpwstr>
  </property>
  <property fmtid="{D5CDD505-2E9C-101B-9397-08002B2CF9AE}" pid="19" name="MSIP_Label_68104b14-b53d-46de-9ae8-975cc0e84815_SiteId">
    <vt:lpwstr>cef04b19-7776-4a94-b89b-375c77a8f936</vt:lpwstr>
  </property>
  <property fmtid="{D5CDD505-2E9C-101B-9397-08002B2CF9AE}" pid="20" name="MSIP_Label_68104b14-b53d-46de-9ae8-975cc0e84815_ActionId">
    <vt:lpwstr>18f4b5d9-64d6-48b7-9594-c76efebea9d2</vt:lpwstr>
  </property>
  <property fmtid="{D5CDD505-2E9C-101B-9397-08002B2CF9AE}" pid="21" name="MSIP_Label_68104b14-b53d-46de-9ae8-975cc0e84815_ContentBits">
    <vt:lpwstr>0</vt:lpwstr>
  </property>
</Properties>
</file>